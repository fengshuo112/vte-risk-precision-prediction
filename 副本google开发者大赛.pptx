
<file path=[Content_Types].xml><?xml version="1.0" encoding="utf-8"?>
<Types xmlns="http://schemas.openxmlformats.org/package/2006/content-types">
  <Default Extension="jpeg" ContentType="image/jpeg"/>
  <Default Extension="JPG" ContentType="image/.jpg"/>
  <Default Extension="png" ContentType="image/png"/>
  <Default Extension="wdp" ContentType="image/vnd.ms-photo"/>
  <Default Extension="mp3" ContentType="audio/mp3"/>
  <Default Extension="mp4" ContentType="video/mp4"/>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harts/chart1.xml" ContentType="application/vnd.openxmlformats-officedocument.drawingml.chart+xml"/>
  <Override PartName="/ppt/charts/colors1.xml" ContentType="application/vnd.ms-office.chartcolorstyle+xml"/>
  <Override PartName="/ppt/charts/style1.xml" ContentType="application/vnd.ms-office.chartstyle+xml"/>
  <Override PartName="/ppt/fonts/font1.fntdata" ContentType="application/x-fontdata"/>
  <Override PartName="/ppt/fonts/font2.fntdata" ContentType="application/x-fontdata"/>
  <Override PartName="/ppt/fonts/font3.fntdata" ContentType="application/x-fontdata"/>
  <Override PartName="/ppt/fonts/font4.fntdata" ContentType="application/x-fontdata"/>
  <Override PartName="/ppt/fonts/font5.fntdata" ContentType="application/x-fontdata"/>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Override1.xml" ContentType="application/vnd.openxmlformats-officedocument.themeOverrid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 id="2147483651" r:id="rId3"/>
  </p:sldMasterIdLst>
  <p:notesMasterIdLst>
    <p:notesMasterId r:id="rId11"/>
  </p:notesMasterIdLst>
  <p:sldIdLst>
    <p:sldId id="257" r:id="rId4"/>
    <p:sldId id="259" r:id="rId5"/>
    <p:sldId id="260" r:id="rId6"/>
    <p:sldId id="265" r:id="rId7"/>
    <p:sldId id="285" r:id="rId8"/>
    <p:sldId id="286" r:id="rId9"/>
    <p:sldId id="287" r:id="rId10"/>
    <p:sldId id="288" r:id="rId12"/>
    <p:sldId id="261" r:id="rId13"/>
    <p:sldId id="290" r:id="rId14"/>
    <p:sldId id="291" r:id="rId15"/>
    <p:sldId id="306" r:id="rId16"/>
    <p:sldId id="305" r:id="rId17"/>
    <p:sldId id="292" r:id="rId18"/>
    <p:sldId id="293" r:id="rId19"/>
    <p:sldId id="300" r:id="rId20"/>
    <p:sldId id="294" r:id="rId21"/>
    <p:sldId id="295" r:id="rId22"/>
    <p:sldId id="296" r:id="rId23"/>
    <p:sldId id="332" r:id="rId24"/>
    <p:sldId id="301" r:id="rId25"/>
    <p:sldId id="297" r:id="rId26"/>
    <p:sldId id="298" r:id="rId27"/>
    <p:sldId id="299" r:id="rId28"/>
    <p:sldId id="302" r:id="rId29"/>
  </p:sldIdLst>
  <p:sldSz cx="12192000" cy="6858000"/>
  <p:notesSz cx="6858000" cy="9144000"/>
  <p:embeddedFontLst>
    <p:embeddedFont>
      <p:font typeface="三极正智黑简体" panose="00000500000000000000" pitchFamily="2" charset="-122"/>
      <p:regular r:id="rId33"/>
    </p:embeddedFont>
    <p:embeddedFont>
      <p:font typeface="微软雅黑" pitchFamily="34" charset="-122"/>
      <p:regular r:id="rId34"/>
    </p:embeddedFont>
    <p:embeddedFont>
      <p:font typeface="等线" charset="0"/>
      <p:regular r:id="rId35"/>
    </p:embeddedFont>
    <p:embeddedFont>
      <p:font typeface="等线 Light" charset="0"/>
      <p:regular r:id="rId36"/>
    </p:embeddedFont>
    <p:embeddedFont>
      <p:font typeface="Calibri" panose="020F0502020204030204" charset="0"/>
      <p:regular r:id="rId37"/>
    </p:embeddedFont>
  </p:embeddedFontLst>
  <p:custDataLst>
    <p:tags r:id="rId38"/>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useTimings="0">
    <p:present/>
    <p:sldAll/>
  </p:showPr>
  <p:clrMru>
    <a:srgbClr val="62EFFE"/>
    <a:srgbClr val="13245C"/>
    <a:srgbClr val="ABF7FF"/>
    <a:srgbClr val="02ECFE"/>
    <a:srgbClr val="23EFFE"/>
    <a:srgbClr val="23BEF2"/>
    <a:srgbClr val="23B4DB"/>
    <a:srgbClr val="E6E6E6"/>
    <a:srgbClr val="4472C4"/>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20649" autoAdjust="0"/>
    <p:restoredTop sz="94660"/>
  </p:normalViewPr>
  <p:slideViewPr>
    <p:cSldViewPr snapToGrid="0" showGuides="1">
      <p:cViewPr>
        <p:scale>
          <a:sx n="66" d="100"/>
          <a:sy n="66" d="100"/>
        </p:scale>
        <p:origin x="588" y="1446"/>
      </p:cViewPr>
      <p:guideLst>
        <p:guide pos="461"/>
        <p:guide orient="horz" pos="3835"/>
        <p:guide orient="horz" pos="358"/>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slide" Target="slides/slide2.xml"/><Relationship Id="rId4" Type="http://schemas.openxmlformats.org/officeDocument/2006/relationships/slide" Target="slides/slide1.xml"/><Relationship Id="rId38" Type="http://schemas.openxmlformats.org/officeDocument/2006/relationships/tags" Target="tags/tag24.xml"/><Relationship Id="rId37" Type="http://schemas.openxmlformats.org/officeDocument/2006/relationships/font" Target="fonts/font5.fntdata"/><Relationship Id="rId36" Type="http://schemas.openxmlformats.org/officeDocument/2006/relationships/font" Target="fonts/font4.fntdata"/><Relationship Id="rId35" Type="http://schemas.openxmlformats.org/officeDocument/2006/relationships/font" Target="fonts/font3.fntdata"/><Relationship Id="rId34" Type="http://schemas.openxmlformats.org/officeDocument/2006/relationships/font" Target="fonts/font2.fntdata"/><Relationship Id="rId33" Type="http://schemas.openxmlformats.org/officeDocument/2006/relationships/font" Target="fonts/font1.fntdata"/><Relationship Id="rId32" Type="http://schemas.openxmlformats.org/officeDocument/2006/relationships/tableStyles" Target="tableStyles.xml"/><Relationship Id="rId31" Type="http://schemas.openxmlformats.org/officeDocument/2006/relationships/viewProps" Target="viewProps.xml"/><Relationship Id="rId30" Type="http://schemas.openxmlformats.org/officeDocument/2006/relationships/presProps" Target="presProps.xml"/><Relationship Id="rId3" Type="http://schemas.openxmlformats.org/officeDocument/2006/relationships/slideMaster" Target="slideMasters/slideMaster2.xml"/><Relationship Id="rId29" Type="http://schemas.openxmlformats.org/officeDocument/2006/relationships/slide" Target="slides/slide25.xml"/><Relationship Id="rId28" Type="http://schemas.openxmlformats.org/officeDocument/2006/relationships/slide" Target="slides/slide24.xml"/><Relationship Id="rId27" Type="http://schemas.openxmlformats.org/officeDocument/2006/relationships/slide" Target="slides/slide23.xml"/><Relationship Id="rId26" Type="http://schemas.openxmlformats.org/officeDocument/2006/relationships/slide" Target="slides/slide22.xml"/><Relationship Id="rId25" Type="http://schemas.openxmlformats.org/officeDocument/2006/relationships/slide" Target="slides/slide21.xml"/><Relationship Id="rId24" Type="http://schemas.openxmlformats.org/officeDocument/2006/relationships/slide" Target="slides/slide20.xml"/><Relationship Id="rId23" Type="http://schemas.openxmlformats.org/officeDocument/2006/relationships/slide" Target="slides/slide19.xml"/><Relationship Id="rId22" Type="http://schemas.openxmlformats.org/officeDocument/2006/relationships/slide" Target="slides/slide18.xml"/><Relationship Id="rId21" Type="http://schemas.openxmlformats.org/officeDocument/2006/relationships/slide" Target="slides/slide17.xml"/><Relationship Id="rId20" Type="http://schemas.openxmlformats.org/officeDocument/2006/relationships/slide" Target="slides/slide16.xml"/><Relationship Id="rId2" Type="http://schemas.openxmlformats.org/officeDocument/2006/relationships/theme" Target="theme/theme1.xml"/><Relationship Id="rId19" Type="http://schemas.openxmlformats.org/officeDocument/2006/relationships/slide" Target="slides/slide15.xml"/><Relationship Id="rId18" Type="http://schemas.openxmlformats.org/officeDocument/2006/relationships/slide" Target="slides/slide14.xml"/><Relationship Id="rId17" Type="http://schemas.openxmlformats.org/officeDocument/2006/relationships/slide" Target="slides/slide13.xml"/><Relationship Id="rId16" Type="http://schemas.openxmlformats.org/officeDocument/2006/relationships/slide" Target="slides/slide12.xml"/><Relationship Id="rId15" Type="http://schemas.openxmlformats.org/officeDocument/2006/relationships/slide" Target="slides/slide11.xml"/><Relationship Id="rId14" Type="http://schemas.openxmlformats.org/officeDocument/2006/relationships/slide" Target="slides/slide10.xml"/><Relationship Id="rId13" Type="http://schemas.openxmlformats.org/officeDocument/2006/relationships/slide" Target="slides/slide9.xml"/><Relationship Id="rId12" Type="http://schemas.openxmlformats.org/officeDocument/2006/relationships/slide" Target="slides/slide8.xml"/><Relationship Id="rId11" Type="http://schemas.openxmlformats.org/officeDocument/2006/relationships/notesMaster" Target="notesMasters/notesMaster1.xml"/><Relationship Id="rId10" Type="http://schemas.openxmlformats.org/officeDocument/2006/relationships/slide" Target="slides/slide7.xml"/><Relationship Id="rId1" Type="http://schemas.openxmlformats.org/officeDocument/2006/relationships/slideMaster" Target="slideMasters/slideMaster1.xml"/></Relationships>
</file>

<file path=ppt/charts/_rels/chart1.xml.rels><?xml version="1.0" encoding="UTF-8" standalone="yes"?>
<Relationships xmlns="http://schemas.openxmlformats.org/package/2006/relationships"><Relationship Id="rId5" Type="http://schemas.microsoft.com/office/2011/relationships/chartColorStyle" Target="colors1.xml"/><Relationship Id="rId4" Type="http://schemas.microsoft.com/office/2011/relationships/chartStyle" Target="style1.xml"/><Relationship Id="rId3" Type="http://schemas.openxmlformats.org/officeDocument/2006/relationships/image" Target="../media/image23.png"/><Relationship Id="rId2" Type="http://schemas.openxmlformats.org/officeDocument/2006/relationships/themeOverride" Target="../theme/themeOverride1.xml"/><Relationship Id="rId1" Type="http://schemas.openxmlformats.org/officeDocument/2006/relationships/oleObject" Target="file:///C:\Users\yanqiang\Downloads\fimp.xlsx" TargetMode="External"/></Relationships>
</file>

<file path=ppt/charts/chart1.xml><?xml version="1.0" encoding="utf-8"?>
<c:chartSpace xmlns:c="http://schemas.openxmlformats.org/drawingml/2006/chart" xmlns:a="http://schemas.openxmlformats.org/drawingml/2006/main" xmlns:r="http://schemas.openxmlformats.org/officeDocument/2006/relationships">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chart>
    <c:autoTitleDeleted val="1"/>
    <c:plotArea>
      <c:layout>
        <c:manualLayout>
          <c:layoutTarget val="inner"/>
          <c:xMode val="edge"/>
          <c:yMode val="edge"/>
          <c:x val="0.109779906907198"/>
          <c:y val="0.0888676540850454"/>
          <c:w val="0.832950091455448"/>
          <c:h val="0.584762954796031"/>
        </c:manualLayout>
      </c:layout>
      <c:barChart>
        <c:barDir val="col"/>
        <c:grouping val="clustered"/>
        <c:varyColors val="0"/>
        <c:ser>
          <c:idx val="0"/>
          <c:order val="0"/>
          <c:tx>
            <c:strRef>
              <c:f>[fimp.xlsx]Sheet2!$B$1</c:f>
              <c:strCache>
                <c:ptCount val="1"/>
                <c:pt idx="0">
                  <c:v>importance</c:v>
                </c:pt>
              </c:strCache>
            </c:strRef>
          </c:tx>
          <c:spPr>
            <a:gradFill>
              <a:gsLst>
                <a:gs pos="25000">
                  <a:srgbClr val="62BEFF"/>
                </a:gs>
                <a:gs pos="100000">
                  <a:srgbClr val="129CFF"/>
                </a:gs>
              </a:gsLst>
              <a:lin ang="5400000" scaled="0"/>
            </a:gradFill>
            <a:ln>
              <a:noFill/>
            </a:ln>
            <a:effectLst/>
          </c:spPr>
          <c:invertIfNegative val="0"/>
          <c:dLbls>
            <c:delete val="1"/>
          </c:dLbls>
          <c:cat>
            <c:strRef>
              <c:f>[fimp.xlsx]Sheet2!$A$2:$A$28</c:f>
              <c:strCache>
                <c:ptCount val="27"/>
                <c:pt idx="0">
                  <c:v>诊断_mean_target</c:v>
                </c:pt>
                <c:pt idx="1">
                  <c:v>收缩压_舒张压_ratio</c:v>
                </c:pt>
                <c:pt idx="2">
                  <c:v>住院号_mean_target</c:v>
                </c:pt>
                <c:pt idx="3">
                  <c:v>null_count_mean_target</c:v>
                </c:pt>
                <c:pt idx="4">
                  <c:v>null_count_住院次数_ratio</c:v>
                </c:pt>
                <c:pt idx="5">
                  <c:v>谷胱甘肽还原酶_D-二聚体_ratio</c:v>
                </c:pt>
                <c:pt idx="6">
                  <c:v>白球比_收缩压_ratio</c:v>
                </c:pt>
                <c:pt idx="7">
                  <c:v>白蛋白_住院次数_ratio</c:v>
                </c:pt>
                <c:pt idx="8">
                  <c:v>同型半胱氨酸_D-二聚体_ratio</c:v>
                </c:pt>
                <c:pt idx="9">
                  <c:v>体重_收缩压_ratio</c:v>
                </c:pt>
                <c:pt idx="10">
                  <c:v>白蛋白_收缩压_ratio</c:v>
                </c:pt>
                <c:pt idx="11">
                  <c:v>收缩压_mean_target</c:v>
                </c:pt>
                <c:pt idx="12">
                  <c:v>白蛋白_尿素_ratio</c:v>
                </c:pt>
                <c:pt idx="13">
                  <c:v>肌酐_project_max_diff_住院次数_ratio</c:v>
                </c:pt>
                <c:pt idx="14">
                  <c:v>同型半胱氨酸_project_max_diff_D-二聚体_ratio</c:v>
                </c:pt>
                <c:pt idx="15">
                  <c:v>诊断</c:v>
                </c:pt>
                <c:pt idx="16">
                  <c:v>白蛋白_project_max_ratio_住院次数_ratio</c:v>
                </c:pt>
                <c:pt idx="17">
                  <c:v>null_count_收缩压_ratio</c:v>
                </c:pt>
                <c:pt idx="18">
                  <c:v>谷胱甘肽还原酶_project_max_ratio_D-二聚体_ratio</c:v>
                </c:pt>
                <c:pt idx="19">
                  <c:v>钙_收缩压_ratio</c:v>
                </c:pt>
                <c:pt idx="20">
                  <c:v>白球比_project_max_ratio_收缩压_ratio</c:v>
                </c:pt>
                <c:pt idx="21">
                  <c:v>钾_mean_target</c:v>
                </c:pt>
                <c:pt idx="22">
                  <c:v>体重_尿素_ratio</c:v>
                </c:pt>
                <c:pt idx="23">
                  <c:v>直接胆红素_体重_ratio</c:v>
                </c:pt>
                <c:pt idx="24">
                  <c:v>combine_性别_诊断</c:v>
                </c:pt>
                <c:pt idx="25">
                  <c:v>葡萄糖_凝血酶原时间活动度_ratio</c:v>
                </c:pt>
                <c:pt idx="26">
                  <c:v>白蛋白_project_min_diff_住院次数_ratio</c:v>
                </c:pt>
              </c:strCache>
            </c:strRef>
          </c:cat>
          <c:val>
            <c:numRef>
              <c:f>[fimp.xlsx]Sheet2!$B$2:$B$28</c:f>
              <c:numCache>
                <c:formatCode>General</c:formatCode>
                <c:ptCount val="27"/>
                <c:pt idx="0">
                  <c:v>16626.3728435054</c:v>
                </c:pt>
                <c:pt idx="1">
                  <c:v>2019.64273000732</c:v>
                </c:pt>
                <c:pt idx="2">
                  <c:v>1245.89226369858</c:v>
                </c:pt>
                <c:pt idx="3">
                  <c:v>699.416808748245</c:v>
                </c:pt>
                <c:pt idx="4">
                  <c:v>639.578826808929</c:v>
                </c:pt>
                <c:pt idx="5">
                  <c:v>523.008415985107</c:v>
                </c:pt>
                <c:pt idx="6">
                  <c:v>480.225279808044</c:v>
                </c:pt>
                <c:pt idx="7">
                  <c:v>470.743221569061</c:v>
                </c:pt>
                <c:pt idx="8">
                  <c:v>435.623446559906</c:v>
                </c:pt>
                <c:pt idx="9">
                  <c:v>382.188444018364</c:v>
                </c:pt>
                <c:pt idx="10">
                  <c:v>368.701648139954</c:v>
                </c:pt>
                <c:pt idx="11">
                  <c:v>338.755347397924</c:v>
                </c:pt>
                <c:pt idx="12">
                  <c:v>307.775448945165</c:v>
                </c:pt>
                <c:pt idx="13">
                  <c:v>300.469561195374</c:v>
                </c:pt>
                <c:pt idx="14">
                  <c:v>255.258580589294</c:v>
                </c:pt>
                <c:pt idx="15">
                  <c:v>238.663973808289</c:v>
                </c:pt>
                <c:pt idx="16">
                  <c:v>210.015428924561</c:v>
                </c:pt>
                <c:pt idx="17">
                  <c:v>185.806966662407</c:v>
                </c:pt>
                <c:pt idx="18">
                  <c:v>185.076678657532</c:v>
                </c:pt>
                <c:pt idx="19">
                  <c:v>183.75788974762</c:v>
                </c:pt>
                <c:pt idx="20">
                  <c:v>181.666954135895</c:v>
                </c:pt>
                <c:pt idx="21">
                  <c:v>179.393259620666</c:v>
                </c:pt>
                <c:pt idx="22">
                  <c:v>178.203891944885</c:v>
                </c:pt>
                <c:pt idx="23">
                  <c:v>169.570666176081</c:v>
                </c:pt>
                <c:pt idx="24">
                  <c:v>168.176050758362</c:v>
                </c:pt>
                <c:pt idx="25">
                  <c:v>162.075270652771</c:v>
                </c:pt>
                <c:pt idx="26">
                  <c:v>160.16120634079</c:v>
                </c:pt>
              </c:numCache>
            </c:numRef>
          </c:val>
        </c:ser>
        <c:dLbls>
          <c:showLegendKey val="0"/>
          <c:showVal val="0"/>
          <c:showCatName val="0"/>
          <c:showSerName val="0"/>
          <c:showPercent val="0"/>
          <c:showBubbleSize val="0"/>
        </c:dLbls>
        <c:gapWidth val="219"/>
        <c:overlap val="-27"/>
        <c:axId val="629698642"/>
        <c:axId val="102589837"/>
      </c:barChart>
      <c:catAx>
        <c:axId val="629698642"/>
        <c:scaling>
          <c:orientation val="minMax"/>
        </c:scaling>
        <c:delete val="0"/>
        <c:axPos val="b"/>
        <c:majorTickMark val="none"/>
        <c:minorTickMark val="none"/>
        <c:tickLblPos val="nextTo"/>
        <c:spPr>
          <a:noFill/>
          <a:ln w="9525" cap="flat" cmpd="sng" algn="ctr">
            <a:solidFill>
              <a:srgbClr val="21017F"/>
            </a:solidFill>
            <a:round/>
          </a:ln>
          <a:effectLst/>
        </c:spPr>
        <c:txPr>
          <a:bodyPr rot="-60000000" spcFirstLastPara="0" vertOverflow="ellipsis" vert="horz" wrap="square" anchor="ctr" anchorCtr="1" forceAA="0"/>
          <a:lstStyle/>
          <a:p>
            <a:pPr>
              <a:defRPr lang="zh-CN" sz="500" b="0" i="0" u="none" strike="noStrike" kern="1200" baseline="0">
                <a:solidFill>
                  <a:schemeClr val="bg1"/>
                </a:solidFill>
                <a:latin typeface="汉仪旗黑-55简" panose="00020600040101010101" charset="-122"/>
                <a:ea typeface="汉仪旗黑-55简" panose="00020600040101010101" charset="-122"/>
                <a:cs typeface="汉仪旗黑-55简" panose="00020600040101010101" charset="-122"/>
                <a:sym typeface="汉仪旗黑-55简" panose="00020600040101010101" charset="-122"/>
              </a:defRPr>
            </a:pPr>
          </a:p>
        </c:txPr>
        <c:crossAx val="102589837"/>
        <c:crosses val="autoZero"/>
        <c:auto val="1"/>
        <c:lblAlgn val="ctr"/>
        <c:lblOffset val="100"/>
        <c:noMultiLvlLbl val="0"/>
      </c:catAx>
      <c:valAx>
        <c:axId val="102589837"/>
        <c:scaling>
          <c:orientation val="minMax"/>
        </c:scaling>
        <c:delete val="0"/>
        <c:axPos val="l"/>
        <c:majorGridlines>
          <c:spPr>
            <a:ln w="9525" cap="flat" cmpd="sng" algn="ctr">
              <a:solidFill>
                <a:srgbClr val="21017F"/>
              </a:solidFill>
              <a:round/>
            </a:ln>
            <a:effectLst/>
          </c:spPr>
        </c:majorGridlines>
        <c:numFmt formatCode="General" sourceLinked="1"/>
        <c:majorTickMark val="none"/>
        <c:minorTickMark val="none"/>
        <c:tickLblPos val="nextTo"/>
        <c:spPr>
          <a:noFill/>
          <a:ln>
            <a:noFill/>
          </a:ln>
          <a:effectLst/>
        </c:spPr>
        <c:txPr>
          <a:bodyPr rot="-60000000" spcFirstLastPara="0" vertOverflow="ellipsis" vert="horz" wrap="square" anchor="ctr" anchorCtr="1" forceAA="0"/>
          <a:lstStyle/>
          <a:p>
            <a:pPr>
              <a:defRPr lang="zh-CN" sz="800" b="0" i="0" u="none" strike="noStrike" kern="1200" baseline="0">
                <a:solidFill>
                  <a:schemeClr val="bg1"/>
                </a:solidFill>
                <a:latin typeface="汉仪旗黑-55简" panose="00020600040101010101" charset="-122"/>
                <a:ea typeface="汉仪旗黑-55简" panose="00020600040101010101" charset="-122"/>
                <a:cs typeface="汉仪旗黑-55简" panose="00020600040101010101" charset="-122"/>
                <a:sym typeface="汉仪旗黑-55简" panose="00020600040101010101" charset="-122"/>
              </a:defRPr>
            </a:pPr>
          </a:p>
        </c:txPr>
        <c:crossAx val="629698642"/>
        <c:crosses val="autoZero"/>
        <c:crossBetween val="between"/>
      </c:valAx>
      <c:spPr>
        <a:noFill/>
        <a:ln>
          <a:noFill/>
        </a:ln>
        <a:effectLst/>
      </c:spPr>
    </c:plotArea>
    <c:plotVisOnly val="1"/>
    <c:dispBlanksAs val="gap"/>
    <c:showDLblsOverMax val="0"/>
  </c:chart>
  <c:spPr>
    <a:blipFill rotWithShape="1">
      <a:blip xmlns:r="http://schemas.openxmlformats.org/officeDocument/2006/relationships" r:embed="rId3"/>
      <a:stretch>
        <a:fillRect/>
      </a:stretch>
    </a:blipFill>
    <a:ln w="9525" cap="flat" cmpd="sng" algn="ctr">
      <a:noFill/>
      <a:round/>
    </a:ln>
    <a:effectLst/>
  </c:spPr>
  <c:txPr>
    <a:bodyPr/>
    <a:lstStyle/>
    <a:p>
      <a:pPr>
        <a:defRPr lang="zh-CN" sz="800">
          <a:solidFill>
            <a:schemeClr val="bg1"/>
          </a:solidFill>
          <a:latin typeface="汉仪旗黑-55简" panose="00020600040101010101" charset="-122"/>
          <a:ea typeface="汉仪旗黑-55简" panose="00020600040101010101" charset="-122"/>
          <a:cs typeface="汉仪旗黑-55简" panose="00020600040101010101" charset="-122"/>
          <a:sym typeface="汉仪旗黑-55简" panose="00020600040101010101" charset="-122"/>
        </a:defRPr>
      </a:pPr>
    </a:p>
  </c:txPr>
  <c:externalData r:id="rId1">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2A48B96-639E-45A3-A0BA-2464DFDB1FAA}" type="datetimeFigureOut">
              <a:rPr lang="zh-CN" altLang="en-US" smtClean="0"/>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6837353-30EB-4A48-80EB-173D804AEFBD}" type="slidenum">
              <a:rPr lang="zh-CN" altLang="en-US" smtClean="0"/>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r>
              <a:rPr lang="zh-CN" altLang="en-US">
                <a:latin typeface="汉仪中宋简" panose="02010600000101010101" charset="-122"/>
                <a:ea typeface="汉仪中宋简" panose="02010600000101010101" charset="-122"/>
                <a:cs typeface="汉仪中宋简" panose="02010600000101010101" charset="-122"/>
                <a:sym typeface="+mn-ea"/>
              </a:rPr>
              <a:t>强相关特征：</a:t>
            </a:r>
            <a:endParaRPr lang="zh-CN" altLang="en-US">
              <a:latin typeface="汉仪中宋简" panose="02010600000101010101" charset="-122"/>
              <a:ea typeface="汉仪中宋简" panose="02010600000101010101" charset="-122"/>
              <a:cs typeface="汉仪中宋简" panose="02010600000101010101" charset="-122"/>
            </a:endParaRPr>
          </a:p>
          <a:p>
            <a:r>
              <a:rPr lang="zh-CN" altLang="en-US" b="1">
                <a:latin typeface="汉仪中宋简" panose="02010600000101010101" charset="-122"/>
                <a:ea typeface="汉仪中宋简" panose="02010600000101010101" charset="-122"/>
                <a:cs typeface="汉仪中宋简" panose="02010600000101010101" charset="-122"/>
                <a:sym typeface="+mn-ea"/>
              </a:rPr>
              <a:t>(1) 收缩压/舒张压</a:t>
            </a:r>
            <a:endParaRPr lang="zh-CN" altLang="en-US" b="1">
              <a:latin typeface="汉仪中宋简" panose="02010600000101010101" charset="-122"/>
              <a:ea typeface="汉仪中宋简" panose="02010600000101010101" charset="-122"/>
              <a:cs typeface="汉仪中宋简" panose="02010600000101010101" charset="-122"/>
            </a:endParaRPr>
          </a:p>
          <a:p>
            <a:r>
              <a:rPr lang="zh-CN" altLang="en-US">
                <a:latin typeface="汉仪中宋简" panose="02010600000101010101" charset="-122"/>
                <a:ea typeface="汉仪中宋简" panose="02010600000101010101" charset="-122"/>
                <a:cs typeface="汉仪中宋简" panose="02010600000101010101" charset="-122"/>
                <a:sym typeface="+mn-ea"/>
              </a:rPr>
              <a:t>有高血压病史的患者血栓栓塞事件发生率高于无高血压病史的患者</a:t>
            </a:r>
            <a:endParaRPr lang="zh-CN" altLang="en-US">
              <a:latin typeface="汉仪中宋简" panose="02010600000101010101" charset="-122"/>
              <a:ea typeface="汉仪中宋简" panose="02010600000101010101" charset="-122"/>
              <a:cs typeface="汉仪中宋简" panose="02010600000101010101" charset="-122"/>
            </a:endParaRPr>
          </a:p>
          <a:p>
            <a:r>
              <a:rPr lang="zh-CN" altLang="en-US" b="1">
                <a:latin typeface="汉仪中宋简" panose="02010600000101010101" charset="-122"/>
                <a:ea typeface="汉仪中宋简" panose="02010600000101010101" charset="-122"/>
                <a:cs typeface="汉仪中宋简" panose="02010600000101010101" charset="-122"/>
                <a:sym typeface="+mn-ea"/>
              </a:rPr>
              <a:t>(2) D-二聚体</a:t>
            </a:r>
            <a:endParaRPr lang="zh-CN" altLang="en-US" b="1">
              <a:latin typeface="汉仪中宋简" panose="02010600000101010101" charset="-122"/>
              <a:ea typeface="汉仪中宋简" panose="02010600000101010101" charset="-122"/>
              <a:cs typeface="汉仪中宋简" panose="02010600000101010101" charset="-122"/>
            </a:endParaRPr>
          </a:p>
          <a:p>
            <a:r>
              <a:rPr lang="zh-CN" altLang="en-US">
                <a:latin typeface="汉仪中宋简" panose="02010600000101010101" charset="-122"/>
                <a:ea typeface="汉仪中宋简" panose="02010600000101010101" charset="-122"/>
                <a:cs typeface="汉仪中宋简" panose="02010600000101010101" charset="-122"/>
                <a:sym typeface="+mn-ea"/>
              </a:rPr>
              <a:t>D-二聚体水平对患者下肢术后的血凝状态、血栓形成的高发预测诊断有一定的临床参考价值</a:t>
            </a:r>
            <a:r>
              <a:rPr lang="zh-CN" altLang="en-US">
                <a:solidFill>
                  <a:schemeClr val="bg1">
                    <a:lumMod val="50000"/>
                  </a:schemeClr>
                </a:solidFill>
                <a:latin typeface="汉仪中宋简" panose="02010600000101010101" charset="-122"/>
                <a:ea typeface="汉仪中宋简" panose="02010600000101010101" charset="-122"/>
                <a:cs typeface="汉仪中宋简" panose="02010600000101010101" charset="-122"/>
                <a:sym typeface="+mn-ea"/>
              </a:rPr>
              <a:t>。</a:t>
            </a:r>
            <a:endParaRPr lang="zh-CN" altLang="en-US">
              <a:solidFill>
                <a:schemeClr val="bg1">
                  <a:lumMod val="50000"/>
                </a:schemeClr>
              </a:solidFill>
              <a:latin typeface="汉仪中宋简" panose="02010600000101010101" charset="-122"/>
              <a:ea typeface="汉仪中宋简" panose="02010600000101010101" charset="-122"/>
              <a:cs typeface="汉仪中宋简" panose="02010600000101010101" charset="-122"/>
              <a:sym typeface="+mn-ea"/>
            </a:endParaRPr>
          </a:p>
          <a:p>
            <a:pPr algn="l">
              <a:buClrTx/>
              <a:buSzTx/>
              <a:buNone/>
            </a:pPr>
            <a:r>
              <a:rPr lang="zh-CN" altLang="en-US">
                <a:latin typeface="汉仪中宋简" panose="02010600000101010101" charset="-122"/>
                <a:ea typeface="汉仪中宋简" panose="02010600000101010101" charset="-122"/>
                <a:cs typeface="汉仪中宋简" panose="02010600000101010101" charset="-122"/>
                <a:sym typeface="+mn-ea"/>
              </a:rPr>
              <a:t>(3) 白蛋白</a:t>
            </a:r>
            <a:endParaRPr lang="zh-CN" altLang="en-US">
              <a:latin typeface="汉仪中宋简" panose="02010600000101010101" charset="-122"/>
              <a:ea typeface="汉仪中宋简" panose="02010600000101010101" charset="-122"/>
              <a:cs typeface="汉仪中宋简" panose="02010600000101010101" charset="-122"/>
            </a:endParaRPr>
          </a:p>
          <a:p>
            <a:pPr algn="l">
              <a:buClrTx/>
              <a:buSzTx/>
              <a:buNone/>
            </a:pPr>
            <a:r>
              <a:rPr lang="zh-CN" altLang="en-US">
                <a:latin typeface="汉仪中宋简" panose="02010600000101010101" charset="-122"/>
                <a:ea typeface="汉仪中宋简" panose="02010600000101010101" charset="-122"/>
                <a:cs typeface="汉仪中宋简" panose="02010600000101010101" charset="-122"/>
                <a:sym typeface="+mn-ea"/>
              </a:rPr>
              <a:t>先前的观察性研究表明，血清白蛋白水平和循环代谢物与静脉血栓栓塞(VTE) 的高风险有关。</a:t>
            </a:r>
            <a:endParaRPr lang="zh-CN" altLang="en-US">
              <a:latin typeface="汉仪中宋简" panose="02010600000101010101" charset="-122"/>
              <a:ea typeface="汉仪中宋简" panose="02010600000101010101" charset="-122"/>
              <a:cs typeface="汉仪中宋简" panose="02010600000101010101" charset="-122"/>
            </a:endParaRPr>
          </a:p>
          <a:p>
            <a:pPr algn="l">
              <a:buClrTx/>
              <a:buSzTx/>
              <a:buNone/>
            </a:pPr>
            <a:r>
              <a:rPr lang="zh-CN" altLang="en-US">
                <a:latin typeface="汉仪中宋简" panose="02010600000101010101" charset="-122"/>
                <a:ea typeface="汉仪中宋简" panose="02010600000101010101" charset="-122"/>
                <a:cs typeface="汉仪中宋简" panose="02010600000101010101" charset="-122"/>
                <a:sym typeface="+mn-ea"/>
              </a:rPr>
              <a:t>(2) 血清铁</a:t>
            </a:r>
            <a:endParaRPr lang="zh-CN" altLang="en-US">
              <a:latin typeface="汉仪中宋简" panose="02010600000101010101" charset="-122"/>
              <a:ea typeface="汉仪中宋简" panose="02010600000101010101" charset="-122"/>
              <a:cs typeface="汉仪中宋简" panose="02010600000101010101" charset="-122"/>
            </a:endParaRPr>
          </a:p>
          <a:p>
            <a:pPr algn="l">
              <a:buClrTx/>
              <a:buSzTx/>
              <a:buNone/>
            </a:pPr>
            <a:r>
              <a:rPr lang="zh-CN" altLang="en-US">
                <a:latin typeface="汉仪中宋简" panose="02010600000101010101" charset="-122"/>
                <a:ea typeface="汉仪中宋简" panose="02010600000101010101" charset="-122"/>
                <a:cs typeface="汉仪中宋简" panose="02010600000101010101" charset="-122"/>
                <a:sym typeface="+mn-ea"/>
              </a:rPr>
              <a:t>富含红细胞的血栓与有利的临床结果以及与富含红细胞的血栓相关的因素之间的关系。</a:t>
            </a:r>
            <a:endParaRPr lang="zh-CN" altLang="en-US">
              <a:latin typeface="汉仪中宋简" panose="02010600000101010101" charset="-122"/>
              <a:ea typeface="汉仪中宋简" panose="02010600000101010101" charset="-122"/>
              <a:cs typeface="汉仪中宋简" panose="02010600000101010101" charset="-122"/>
              <a:sym typeface="+mn-ea"/>
            </a:endParaRPr>
          </a:p>
          <a:p>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r>
              <a:rPr lang="zh-CN" altLang="en-US">
                <a:latin typeface="汉仪中宋简" panose="02010600000101010101" charset="-122"/>
                <a:ea typeface="汉仪中宋简" panose="02010600000101010101" charset="-122"/>
                <a:cs typeface="汉仪中宋简" panose="02010600000101010101" charset="-122"/>
                <a:sym typeface="+mn-ea"/>
              </a:rPr>
              <a:t>检查项中存在一些噪音数据，比如大于号、逗号，单位或者反斜杠，需要把这些噪音符号去除，然后转为数值数据，如果存在其他噪音的，直接赋值为</a:t>
            </a:r>
            <a:r>
              <a:rPr lang="en-US" altLang="zh-CN">
                <a:latin typeface="汉仪中宋简" panose="02010600000101010101" charset="-122"/>
                <a:ea typeface="汉仪中宋简" panose="02010600000101010101" charset="-122"/>
                <a:cs typeface="汉仪中宋简" panose="02010600000101010101" charset="-122"/>
                <a:sym typeface="+mn-ea"/>
              </a:rPr>
              <a:t>-1</a:t>
            </a:r>
            <a:r>
              <a:rPr lang="zh-CN" altLang="en-US">
                <a:latin typeface="汉仪中宋简" panose="02010600000101010101" charset="-122"/>
                <a:ea typeface="汉仪中宋简" panose="02010600000101010101" charset="-122"/>
                <a:cs typeface="汉仪中宋简" panose="02010600000101010101" charset="-122"/>
                <a:sym typeface="+mn-ea"/>
              </a:rPr>
              <a:t>。</a:t>
            </a:r>
            <a:endParaRPr lang="zh-CN" altLang="en-US">
              <a:latin typeface="汉仪中宋简" panose="02010600000101010101" charset="-122"/>
              <a:ea typeface="汉仪中宋简" panose="02010600000101010101" charset="-122"/>
              <a:cs typeface="汉仪中宋简" panose="02010600000101010101" charset="-122"/>
            </a:endParaRPr>
          </a:p>
          <a:p>
            <a:endParaRPr lang="zh-CN" altLang="en-US">
              <a:latin typeface="汉仪中宋简" panose="02010600000101010101" charset="-122"/>
              <a:ea typeface="汉仪中宋简" panose="02010600000101010101" charset="-122"/>
              <a:cs typeface="汉仪中宋简" panose="02010600000101010101" charset="-122"/>
            </a:endParaRPr>
          </a:p>
          <a:p>
            <a:r>
              <a:rPr lang="zh-CN">
                <a:latin typeface="汉仪中宋简" panose="02010600000101010101" charset="-122"/>
                <a:ea typeface="汉仪中宋简" panose="02010600000101010101" charset="-122"/>
                <a:sym typeface="+mn-ea"/>
              </a:rPr>
              <a:t>检验明细项目的参考范围提取，提取出对应的检验项的最大值和最小值，后续可以用作构造特征</a:t>
            </a:r>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p:spPr>
        <p:txBody>
          <a:bodyPr anchor="b"/>
          <a:lstStyle>
            <a:lvl1pPr algn="ctr">
              <a:defRPr sz="6000"/>
            </a:lvl1pPr>
          </a:lstStyle>
          <a:p>
            <a:r>
              <a:rPr lang="zh-CN" altLang="en-US" dirty="0"/>
              <a:t>单击此处编辑母版标题样式</a:t>
            </a:r>
            <a:endParaRPr lang="zh-CN" altLang="en-US" dirty="0"/>
          </a:p>
        </p:txBody>
      </p:sp>
      <p:sp>
        <p:nvSpPr>
          <p:cNvPr id="3" name="副标题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endParaRPr lang="zh-CN" altLang="en-US"/>
          </a:p>
        </p:txBody>
      </p:sp>
      <p:sp>
        <p:nvSpPr>
          <p:cNvPr id="4" name="日期占位符 3"/>
          <p:cNvSpPr>
            <a:spLocks noGrp="1"/>
          </p:cNvSpPr>
          <p:nvPr>
            <p:ph type="dt" sz="half" idx="10"/>
          </p:nvPr>
        </p:nvSpPr>
        <p:spPr/>
        <p:txBody>
          <a:bodyPr/>
          <a:lstStyle/>
          <a:p>
            <a:fld id="{0DA2CC75-8280-4D50-8556-C2874ADEF926}"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6E190E77-D57C-49F8-ADC2-FB99C50EBC2E}" type="slidenum">
              <a:rPr lang="zh-CN" altLang="en-US" smtClean="0"/>
            </a:fld>
            <a:endParaRPr lang="zh-CN"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0DA2CC75-8280-4D50-8556-C2874ADEF926}" type="datetimeFigureOut">
              <a:rPr lang="zh-CN" altLang="en-US" smtClean="0"/>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6E190E77-D57C-49F8-ADC2-FB99C50EBC2E}" type="slidenum">
              <a:rPr lang="zh-CN" altLang="en-US" smtClean="0"/>
            </a:fld>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p:spPr>
        <p:txBody>
          <a:bodyPr anchor="b"/>
          <a:lstStyle>
            <a:lvl1pPr algn="ctr">
              <a:defRPr sz="6000"/>
            </a:lvl1pPr>
          </a:lstStyle>
          <a:p>
            <a:r>
              <a:rPr lang="zh-CN" altLang="en-US" dirty="0"/>
              <a:t>单击此处编辑母版标题样式</a:t>
            </a:r>
            <a:endParaRPr lang="zh-CN" altLang="en-US" dirty="0"/>
          </a:p>
        </p:txBody>
      </p:sp>
      <p:sp>
        <p:nvSpPr>
          <p:cNvPr id="3" name="副标题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endParaRPr lang="zh-CN" altLang="en-US"/>
          </a:p>
        </p:txBody>
      </p:sp>
      <p:sp>
        <p:nvSpPr>
          <p:cNvPr id="4" name="日期占位符 3"/>
          <p:cNvSpPr>
            <a:spLocks noGrp="1"/>
          </p:cNvSpPr>
          <p:nvPr>
            <p:ph type="dt" sz="half" idx="10"/>
          </p:nvPr>
        </p:nvSpPr>
        <p:spPr/>
        <p:txBody>
          <a:bodyPr/>
          <a:lstStyle/>
          <a:p>
            <a:fld id="{0DA2CC75-8280-4D50-8556-C2874ADEF926}"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6E190E77-D57C-49F8-ADC2-FB99C50EBC2E}" type="slidenum">
              <a:rPr lang="zh-CN" altLang="en-US" smtClean="0"/>
            </a:fld>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0DA2CC75-8280-4D50-8556-C2874ADEF926}" type="datetimeFigureOut">
              <a:rPr lang="zh-CN" altLang="en-US" smtClean="0"/>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6E190E77-D57C-49F8-ADC2-FB99C50EBC2E}" type="slidenum">
              <a:rPr lang="zh-CN" altLang="en-US" smtClean="0"/>
            </a:fld>
            <a:endParaRPr lang="zh-CN" altLang="en-US"/>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3" Type="http://schemas.openxmlformats.org/officeDocument/2006/relationships/theme" Target="../theme/theme2.xml"/><Relationship Id="rId2" Type="http://schemas.openxmlformats.org/officeDocument/2006/relationships/slideLayout" Target="../slideLayouts/slideLayout4.xml"/><Relationship Id="rId1" Type="http://schemas.openxmlformats.org/officeDocument/2006/relationships/slideLayout" Target="../slideLayouts/slideLayout3.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endParaRPr lang="zh-CN" altLang="en-US"/>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dirty="0"/>
              <a:t>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0DA2CC75-8280-4D50-8556-C2874ADEF926}" type="datetimeFigureOut">
              <a:rPr lang="zh-CN" altLang="en-US" smtClean="0"/>
            </a:fld>
            <a:endParaRPr lang="zh-CN" altLang="en-US"/>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6E190E77-D57C-49F8-ADC2-FB99C50EBC2E}" type="slidenum">
              <a:rPr lang="zh-CN" altLang="en-US" smtClean="0"/>
            </a:fld>
            <a:endParaRPr lang="zh-CN" altLang="en-US"/>
          </a:p>
        </p:txBody>
      </p:sp>
      <p:sp>
        <p:nvSpPr>
          <p:cNvPr id="7" name="页面-上"/>
          <p:cNvSpPr/>
          <p:nvPr userDrawn="1"/>
        </p:nvSpPr>
        <p:spPr>
          <a:xfrm>
            <a:off x="5778500" y="-22860000"/>
            <a:ext cx="635000" cy="635000"/>
          </a:xfrm>
          <a:prstGeom prst="ellipse">
            <a:avLst/>
          </a:prstGeom>
          <a:noFill/>
          <a:ln w="12700" cap="flat" cmpd="sng" algn="ctr">
            <a:noFill/>
            <a:prstDash val="solid"/>
            <a:miter lim="800000"/>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accent1">
                    <a:shade val="50000"/>
                  </a:schemeClr>
                </a:solidFill>
                <a:prstDash val="solid"/>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页面-下"/>
          <p:cNvSpPr/>
          <p:nvPr userDrawn="1"/>
        </p:nvSpPr>
        <p:spPr>
          <a:xfrm>
            <a:off x="5778500" y="22860000"/>
            <a:ext cx="635000" cy="635000"/>
          </a:xfrm>
          <a:prstGeom prst="ellipse">
            <a:avLst/>
          </a:prstGeom>
          <a:noFill/>
          <a:ln w="12700" cap="flat" cmpd="sng" algn="ctr">
            <a:noFill/>
            <a:prstDash val="solid"/>
            <a:miter lim="800000"/>
          </a:ln>
          <a:effectLst/>
          <a:extLst>
            <a:ext uri="{909E8E84-426E-40DD-AFC4-6F175D3DCCD1}">
              <a14:hiddenFill xmlns:a14="http://schemas.microsoft.com/office/drawing/2010/main">
                <a:solidFill>
                  <a:srgbClr val="FF0000"/>
                </a:solidFill>
              </a14:hiddenFill>
            </a:ext>
            <a:ext uri="{91240B29-F687-4F45-9708-019B960494DF}">
              <a14:hiddenLine xmlns:a14="http://schemas.microsoft.com/office/drawing/2010/main" w="12700">
                <a:solidFill>
                  <a:schemeClr val="accent1">
                    <a:shade val="50000"/>
                  </a:schemeClr>
                </a:solidFill>
                <a:prstDash val="solid"/>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endParaRPr lang="zh-CN" altLang="en-US"/>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dirty="0"/>
              <a:t>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0DA2CC75-8280-4D50-8556-C2874ADEF926}" type="datetimeFigureOut">
              <a:rPr lang="zh-CN" altLang="en-US" smtClean="0"/>
            </a:fld>
            <a:endParaRPr lang="zh-CN" altLang="en-US"/>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6E190E77-D57C-49F8-ADC2-FB99C50EBC2E}" type="slidenum">
              <a:rPr lang="zh-CN" altLang="en-US" smtClean="0"/>
            </a:fld>
            <a:endParaRPr lang="zh-CN" altLang="en-US"/>
          </a:p>
        </p:txBody>
      </p:sp>
      <p:sp>
        <p:nvSpPr>
          <p:cNvPr id="7" name="页面-上"/>
          <p:cNvSpPr/>
          <p:nvPr userDrawn="1"/>
        </p:nvSpPr>
        <p:spPr>
          <a:xfrm>
            <a:off x="5778500" y="-22860000"/>
            <a:ext cx="635000" cy="635000"/>
          </a:xfrm>
          <a:prstGeom prst="ellipse">
            <a:avLst/>
          </a:prstGeom>
          <a:noFill/>
          <a:ln w="12700" cap="flat" cmpd="sng" algn="ctr">
            <a:noFill/>
            <a:prstDash val="solid"/>
            <a:miter lim="800000"/>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accent1">
                    <a:shade val="50000"/>
                  </a:schemeClr>
                </a:solidFill>
                <a:prstDash val="solid"/>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页面-下"/>
          <p:cNvSpPr/>
          <p:nvPr userDrawn="1"/>
        </p:nvSpPr>
        <p:spPr>
          <a:xfrm>
            <a:off x="5778500" y="22860000"/>
            <a:ext cx="635000" cy="635000"/>
          </a:xfrm>
          <a:prstGeom prst="ellipse">
            <a:avLst/>
          </a:prstGeom>
          <a:noFill/>
          <a:ln w="12700" cap="flat" cmpd="sng" algn="ctr">
            <a:noFill/>
            <a:prstDash val="solid"/>
            <a:miter lim="800000"/>
          </a:ln>
          <a:effectLst/>
          <a:extLst>
            <a:ext uri="{909E8E84-426E-40DD-AFC4-6F175D3DCCD1}">
              <a14:hiddenFill xmlns:a14="http://schemas.microsoft.com/office/drawing/2010/main">
                <a:solidFill>
                  <a:srgbClr val="FF0000"/>
                </a:solidFill>
              </a14:hiddenFill>
            </a:ext>
            <a:ext uri="{91240B29-F687-4F45-9708-019B960494DF}">
              <a14:hiddenLine xmlns:a14="http://schemas.microsoft.com/office/drawing/2010/main" w="12700">
                <a:solidFill>
                  <a:schemeClr val="accent1">
                    <a:shade val="50000"/>
                  </a:schemeClr>
                </a:solidFill>
                <a:prstDash val="solid"/>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 bg1="lt1" tx1="dk1" bg2="lt2" tx2="dk2" accent1="accent1" accent2="accent2" accent3="accent3" accent4="accent4" accent5="accent5" accent6="accent6" hlink="hlink" folHlink="folHlink"/>
  <p:sldLayoutIdLst>
    <p:sldLayoutId id="2147483652" r:id="rId1"/>
    <p:sldLayoutId id="2147483653" r:id="rId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9" Type="http://schemas.openxmlformats.org/officeDocument/2006/relationships/slideLayout" Target="../slideLayouts/slideLayout2.xml"/><Relationship Id="rId8" Type="http://schemas.openxmlformats.org/officeDocument/2006/relationships/image" Target="../media/image5.png"/><Relationship Id="rId7" Type="http://schemas.microsoft.com/office/2007/relationships/media" Target="../media/media1.mp3"/><Relationship Id="rId6" Type="http://schemas.openxmlformats.org/officeDocument/2006/relationships/audio" Target="../media/media1.mp3"/><Relationship Id="rId5" Type="http://schemas.openxmlformats.org/officeDocument/2006/relationships/tags" Target="../tags/tag1.xml"/><Relationship Id="rId4" Type="http://schemas.microsoft.com/office/2007/relationships/hdphoto" Target="../media/image4.wdp"/><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image" Target="../media/image1.png"/></Relationships>
</file>

<file path=ppt/slides/_rels/slide2.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6.png"/><Relationship Id="rId1" Type="http://schemas.openxmlformats.org/officeDocument/2006/relationships/image" Target="../media/image1.png"/></Relationships>
</file>

<file path=ppt/slides/_rels/slide3.xml.rels><?xml version="1.0" encoding="UTF-8" standalone="yes"?>
<Relationships xmlns="http://schemas.openxmlformats.org/package/2006/relationships"><Relationship Id="rId5" Type="http://schemas.openxmlformats.org/officeDocument/2006/relationships/slideLayout" Target="../slideLayouts/slideLayout2.xml"/><Relationship Id="rId4" Type="http://schemas.openxmlformats.org/officeDocument/2006/relationships/image" Target="../media/image7.png"/><Relationship Id="rId3" Type="http://schemas.openxmlformats.org/officeDocument/2006/relationships/tags" Target="../tags/tag2.xml"/><Relationship Id="rId2" Type="http://schemas.openxmlformats.org/officeDocument/2006/relationships/image" Target="../media/image2.png"/><Relationship Id="rId1" Type="http://schemas.openxmlformats.org/officeDocument/2006/relationships/image" Target="../media/image1.png"/></Relationships>
</file>

<file path=ppt/slides/_rels/slide4.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8.png"/><Relationship Id="rId1" Type="http://schemas.openxmlformats.org/officeDocument/2006/relationships/image" Target="../media/image7.png"/></Relationships>
</file>

<file path=ppt/slides/_rels/slide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7.png"/></Relationships>
</file>

<file path=ppt/slides/_rels/slide6.xml.rels><?xml version="1.0" encoding="UTF-8" standalone="yes"?>
<Relationships xmlns="http://schemas.openxmlformats.org/package/2006/relationships"><Relationship Id="rId8" Type="http://schemas.openxmlformats.org/officeDocument/2006/relationships/slideLayout" Target="../slideLayouts/slideLayout4.xml"/><Relationship Id="rId7" Type="http://schemas.openxmlformats.org/officeDocument/2006/relationships/tags" Target="../tags/tag8.xml"/><Relationship Id="rId6" Type="http://schemas.openxmlformats.org/officeDocument/2006/relationships/tags" Target="../tags/tag7.xml"/><Relationship Id="rId5" Type="http://schemas.openxmlformats.org/officeDocument/2006/relationships/tags" Target="../tags/tag6.xml"/><Relationship Id="rId4" Type="http://schemas.openxmlformats.org/officeDocument/2006/relationships/tags" Target="../tags/tag5.xml"/><Relationship Id="rId3" Type="http://schemas.openxmlformats.org/officeDocument/2006/relationships/tags" Target="../tags/tag4.xml"/><Relationship Id="rId2" Type="http://schemas.openxmlformats.org/officeDocument/2006/relationships/tags" Target="../tags/tag3.xml"/><Relationship Id="rId1" Type="http://schemas.openxmlformats.org/officeDocument/2006/relationships/image" Target="../media/image7.png"/></Relationships>
</file>

<file path=ppt/slides/_rels/slide7.xml.rels><?xml version="1.0" encoding="UTF-8" standalone="yes"?>
<Relationships xmlns="http://schemas.openxmlformats.org/package/2006/relationships"><Relationship Id="rId5" Type="http://schemas.openxmlformats.org/officeDocument/2006/relationships/notesSlide" Target="../notesSlides/notesSlide1.xml"/><Relationship Id="rId4" Type="http://schemas.openxmlformats.org/officeDocument/2006/relationships/slideLayout" Target="../slideLayouts/slideLayout4.xml"/><Relationship Id="rId3" Type="http://schemas.openxmlformats.org/officeDocument/2006/relationships/image" Target="../media/image10.jpeg"/><Relationship Id="rId2" Type="http://schemas.openxmlformats.org/officeDocument/2006/relationships/image" Target="../media/image9.jpeg"/><Relationship Id="rId1" Type="http://schemas.openxmlformats.org/officeDocument/2006/relationships/image" Target="../media/image7.png"/></Relationships>
</file>

<file path=ppt/slides/_rels/slide8.xml.rels><?xml version="1.0" encoding="UTF-8" standalone="yes"?>
<Relationships xmlns="http://schemas.openxmlformats.org/package/2006/relationships"><Relationship Id="rId7" Type="http://schemas.openxmlformats.org/officeDocument/2006/relationships/notesSlide" Target="../notesSlides/notesSlide2.xml"/><Relationship Id="rId6" Type="http://schemas.openxmlformats.org/officeDocument/2006/relationships/slideLayout" Target="../slideLayouts/slideLayout4.xml"/><Relationship Id="rId5" Type="http://schemas.openxmlformats.org/officeDocument/2006/relationships/image" Target="../media/image12.png"/><Relationship Id="rId4" Type="http://schemas.openxmlformats.org/officeDocument/2006/relationships/image" Target="../media/image11.png"/><Relationship Id="rId3" Type="http://schemas.openxmlformats.org/officeDocument/2006/relationships/tags" Target="../tags/tag10.xml"/><Relationship Id="rId2" Type="http://schemas.openxmlformats.org/officeDocument/2006/relationships/tags" Target="../tags/tag9.xml"/><Relationship Id="rId1" Type="http://schemas.openxmlformats.org/officeDocument/2006/relationships/image" Target="../media/image7.png"/></Relationships>
</file>

<file path=ppt/slides/_rels/slide9.xml.rels><?xml version="1.0" encoding="UTF-8" standalone="yes"?>
<Relationships xmlns="http://schemas.openxmlformats.org/package/2006/relationships"><Relationship Id="rId5" Type="http://schemas.openxmlformats.org/officeDocument/2006/relationships/slideLayout" Target="../slideLayouts/slideLayout2.xml"/><Relationship Id="rId4" Type="http://schemas.openxmlformats.org/officeDocument/2006/relationships/image" Target="../media/image7.png"/><Relationship Id="rId3" Type="http://schemas.openxmlformats.org/officeDocument/2006/relationships/tags" Target="../tags/tag11.xml"/><Relationship Id="rId2" Type="http://schemas.openxmlformats.org/officeDocument/2006/relationships/image" Target="../media/image2.png"/><Relationship Id="rId1" Type="http://schemas.openxmlformats.org/officeDocument/2006/relationships/image" Target="../media/image1.png"/></Relationships>
</file>

<file path=ppt/slides/_rels/slide10.xml.rels><?xml version="1.0" encoding="UTF-8" standalone="yes"?>
<Relationships xmlns="http://schemas.openxmlformats.org/package/2006/relationships"><Relationship Id="rId3" Type="http://schemas.openxmlformats.org/officeDocument/2006/relationships/slideLayout" Target="../slideLayouts/slideLayout4.xml"/><Relationship Id="rId2" Type="http://schemas.openxmlformats.org/officeDocument/2006/relationships/image" Target="../media/image13.png"/><Relationship Id="rId1" Type="http://schemas.openxmlformats.org/officeDocument/2006/relationships/image" Target="../media/image7.png"/></Relationships>
</file>

<file path=ppt/slides/_rels/slide11.xml.rels><?xml version="1.0" encoding="UTF-8" standalone="yes"?>
<Relationships xmlns="http://schemas.openxmlformats.org/package/2006/relationships"><Relationship Id="rId3" Type="http://schemas.openxmlformats.org/officeDocument/2006/relationships/slideLayout" Target="../slideLayouts/slideLayout4.xml"/><Relationship Id="rId2" Type="http://schemas.openxmlformats.org/officeDocument/2006/relationships/image" Target="../media/image14.png"/><Relationship Id="rId1" Type="http://schemas.openxmlformats.org/officeDocument/2006/relationships/image" Target="../media/image7.png"/></Relationships>
</file>

<file path=ppt/slides/_rels/slide12.xml.rels><?xml version="1.0" encoding="UTF-8" standalone="yes"?>
<Relationships xmlns="http://schemas.openxmlformats.org/package/2006/relationships"><Relationship Id="rId3" Type="http://schemas.openxmlformats.org/officeDocument/2006/relationships/slideLayout" Target="../slideLayouts/slideLayout4.xml"/><Relationship Id="rId2" Type="http://schemas.openxmlformats.org/officeDocument/2006/relationships/image" Target="../media/image15.png"/><Relationship Id="rId1" Type="http://schemas.openxmlformats.org/officeDocument/2006/relationships/image" Target="../media/image7.png"/></Relationships>
</file>

<file path=ppt/slides/_rels/slide13.xml.rels><?xml version="1.0" encoding="UTF-8" standalone="yes"?>
<Relationships xmlns="http://schemas.openxmlformats.org/package/2006/relationships"><Relationship Id="rId3" Type="http://schemas.openxmlformats.org/officeDocument/2006/relationships/slideLayout" Target="../slideLayouts/slideLayout4.xml"/><Relationship Id="rId2" Type="http://schemas.openxmlformats.org/officeDocument/2006/relationships/image" Target="../media/image7.png"/><Relationship Id="rId1" Type="http://schemas.openxmlformats.org/officeDocument/2006/relationships/image" Target="../media/image16.png"/></Relationships>
</file>

<file path=ppt/slides/_rels/slide14.xml.rels><?xml version="1.0" encoding="UTF-8" standalone="yes"?>
<Relationships xmlns="http://schemas.openxmlformats.org/package/2006/relationships"><Relationship Id="rId6" Type="http://schemas.openxmlformats.org/officeDocument/2006/relationships/slideLayout" Target="../slideLayouts/slideLayout4.xml"/><Relationship Id="rId5" Type="http://schemas.openxmlformats.org/officeDocument/2006/relationships/image" Target="../media/image20.png"/><Relationship Id="rId4" Type="http://schemas.openxmlformats.org/officeDocument/2006/relationships/image" Target="../media/image19.png"/><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image" Target="../media/image7.png"/></Relationships>
</file>

<file path=ppt/slides/_rels/slide15.xml.rels><?xml version="1.0" encoding="UTF-8" standalone="yes"?>
<Relationships xmlns="http://schemas.openxmlformats.org/package/2006/relationships"><Relationship Id="rId5" Type="http://schemas.openxmlformats.org/officeDocument/2006/relationships/slideLayout" Target="../slideLayouts/slideLayout4.xml"/><Relationship Id="rId4" Type="http://schemas.openxmlformats.org/officeDocument/2006/relationships/image" Target="file:///C:\Users\yanqiang\AppData\Local\Temp\wps\INetCache\a65af8147e51f7673321e775f9e9a78b" TargetMode="External"/><Relationship Id="rId3" Type="http://schemas.openxmlformats.org/officeDocument/2006/relationships/image" Target="../media/image22.jpeg"/><Relationship Id="rId2" Type="http://schemas.openxmlformats.org/officeDocument/2006/relationships/image" Target="../media/image21.png"/><Relationship Id="rId1" Type="http://schemas.openxmlformats.org/officeDocument/2006/relationships/image" Target="../media/image7.png"/></Relationships>
</file>

<file path=ppt/slides/_rels/slide16.xml.rels><?xml version="1.0" encoding="UTF-8" standalone="yes"?>
<Relationships xmlns="http://schemas.openxmlformats.org/package/2006/relationships"><Relationship Id="rId5" Type="http://schemas.openxmlformats.org/officeDocument/2006/relationships/slideLayout" Target="../slideLayouts/slideLayout4.xml"/><Relationship Id="rId4" Type="http://schemas.openxmlformats.org/officeDocument/2006/relationships/image" Target="../media/image7.png"/><Relationship Id="rId3" Type="http://schemas.openxmlformats.org/officeDocument/2006/relationships/tags" Target="../tags/tag12.xml"/><Relationship Id="rId2" Type="http://schemas.openxmlformats.org/officeDocument/2006/relationships/image" Target="../media/image2.png"/><Relationship Id="rId1" Type="http://schemas.openxmlformats.org/officeDocument/2006/relationships/image" Target="../media/image1.png"/></Relationships>
</file>

<file path=ppt/slides/_rels/slide17.xml.rels><?xml version="1.0" encoding="UTF-8" standalone="yes"?>
<Relationships xmlns="http://schemas.openxmlformats.org/package/2006/relationships"><Relationship Id="rId4" Type="http://schemas.openxmlformats.org/officeDocument/2006/relationships/slideLayout" Target="../slideLayouts/slideLayout4.xml"/><Relationship Id="rId3" Type="http://schemas.openxmlformats.org/officeDocument/2006/relationships/tags" Target="../tags/tag13.xml"/><Relationship Id="rId2" Type="http://schemas.openxmlformats.org/officeDocument/2006/relationships/image" Target="../media/image7.png"/><Relationship Id="rId1" Type="http://schemas.openxmlformats.org/officeDocument/2006/relationships/chart" Target="../charts/chart1.xml"/></Relationships>
</file>

<file path=ppt/slides/_rels/slide18.xml.rels><?xml version="1.0" encoding="UTF-8" standalone="yes"?>
<Relationships xmlns="http://schemas.openxmlformats.org/package/2006/relationships"><Relationship Id="rId5" Type="http://schemas.openxmlformats.org/officeDocument/2006/relationships/slideLayout" Target="../slideLayouts/slideLayout4.xml"/><Relationship Id="rId4" Type="http://schemas.openxmlformats.org/officeDocument/2006/relationships/tags" Target="../tags/tag15.xml"/><Relationship Id="rId3" Type="http://schemas.openxmlformats.org/officeDocument/2006/relationships/image" Target="../media/image24.png"/><Relationship Id="rId2" Type="http://schemas.openxmlformats.org/officeDocument/2006/relationships/tags" Target="../tags/tag14.xml"/><Relationship Id="rId1" Type="http://schemas.openxmlformats.org/officeDocument/2006/relationships/image" Target="../media/image7.png"/></Relationships>
</file>

<file path=ppt/slides/_rels/slide19.xml.rels><?xml version="1.0" encoding="UTF-8" standalone="yes"?>
<Relationships xmlns="http://schemas.openxmlformats.org/package/2006/relationships"><Relationship Id="rId5" Type="http://schemas.openxmlformats.org/officeDocument/2006/relationships/slideLayout" Target="../slideLayouts/slideLayout4.xml"/><Relationship Id="rId4" Type="http://schemas.openxmlformats.org/officeDocument/2006/relationships/image" Target="../media/image25.png"/><Relationship Id="rId3" Type="http://schemas.openxmlformats.org/officeDocument/2006/relationships/tags" Target="../tags/tag17.xml"/><Relationship Id="rId2" Type="http://schemas.openxmlformats.org/officeDocument/2006/relationships/tags" Target="../tags/tag16.xml"/><Relationship Id="rId1" Type="http://schemas.openxmlformats.org/officeDocument/2006/relationships/image" Target="../media/image7.png"/></Relationships>
</file>

<file path=ppt/slides/_rels/slide20.xml.rels><?xml version="1.0" encoding="UTF-8" standalone="yes"?>
<Relationships xmlns="http://schemas.openxmlformats.org/package/2006/relationships"><Relationship Id="rId8" Type="http://schemas.openxmlformats.org/officeDocument/2006/relationships/slideLayout" Target="../slideLayouts/slideLayout2.xml"/><Relationship Id="rId7" Type="http://schemas.openxmlformats.org/officeDocument/2006/relationships/tags" Target="../tags/tag20.xml"/><Relationship Id="rId6" Type="http://schemas.openxmlformats.org/officeDocument/2006/relationships/tags" Target="../tags/tag19.xml"/><Relationship Id="rId5" Type="http://schemas.openxmlformats.org/officeDocument/2006/relationships/tags" Target="../tags/tag18.xml"/><Relationship Id="rId4" Type="http://schemas.openxmlformats.org/officeDocument/2006/relationships/image" Target="../media/image26.png"/><Relationship Id="rId3" Type="http://schemas.microsoft.com/office/2007/relationships/media" Target="../media/media2.mp4"/><Relationship Id="rId2" Type="http://schemas.openxmlformats.org/officeDocument/2006/relationships/video" Target="../media/media2.mp4"/><Relationship Id="rId1" Type="http://schemas.openxmlformats.org/officeDocument/2006/relationships/image" Target="../media/image7.png"/></Relationships>
</file>

<file path=ppt/slides/_rels/slide21.xml.rels><?xml version="1.0" encoding="UTF-8" standalone="yes"?>
<Relationships xmlns="http://schemas.openxmlformats.org/package/2006/relationships"><Relationship Id="rId5" Type="http://schemas.openxmlformats.org/officeDocument/2006/relationships/slideLayout" Target="../slideLayouts/slideLayout4.xml"/><Relationship Id="rId4" Type="http://schemas.openxmlformats.org/officeDocument/2006/relationships/image" Target="../media/image7.png"/><Relationship Id="rId3" Type="http://schemas.openxmlformats.org/officeDocument/2006/relationships/tags" Target="../tags/tag21.xml"/><Relationship Id="rId2" Type="http://schemas.openxmlformats.org/officeDocument/2006/relationships/image" Target="../media/image2.png"/><Relationship Id="rId1" Type="http://schemas.openxmlformats.org/officeDocument/2006/relationships/image" Target="../media/image1.png"/></Relationships>
</file>

<file path=ppt/slides/_rels/slide22.xml.rels><?xml version="1.0" encoding="UTF-8" standalone="yes"?>
<Relationships xmlns="http://schemas.openxmlformats.org/package/2006/relationships"><Relationship Id="rId2" Type="http://schemas.openxmlformats.org/officeDocument/2006/relationships/slideLayout" Target="../slideLayouts/slideLayout4.xml"/><Relationship Id="rId1" Type="http://schemas.openxmlformats.org/officeDocument/2006/relationships/image" Target="../media/image7.png"/></Relationships>
</file>

<file path=ppt/slides/_rels/slide23.xml.rels><?xml version="1.0" encoding="UTF-8" standalone="yes"?>
<Relationships xmlns="http://schemas.openxmlformats.org/package/2006/relationships"><Relationship Id="rId4" Type="http://schemas.openxmlformats.org/officeDocument/2006/relationships/slideLayout" Target="../slideLayouts/slideLayout4.xml"/><Relationship Id="rId3" Type="http://schemas.openxmlformats.org/officeDocument/2006/relationships/image" Target="../media/image27.png"/><Relationship Id="rId2" Type="http://schemas.openxmlformats.org/officeDocument/2006/relationships/tags" Target="../tags/tag22.xml"/><Relationship Id="rId1" Type="http://schemas.openxmlformats.org/officeDocument/2006/relationships/image" Target="../media/image7.png"/></Relationships>
</file>

<file path=ppt/slides/_rels/slide24.xml.rels><?xml version="1.0" encoding="UTF-8" standalone="yes"?>
<Relationships xmlns="http://schemas.openxmlformats.org/package/2006/relationships"><Relationship Id="rId2" Type="http://schemas.openxmlformats.org/officeDocument/2006/relationships/slideLayout" Target="../slideLayouts/slideLayout4.xml"/><Relationship Id="rId1" Type="http://schemas.openxmlformats.org/officeDocument/2006/relationships/image" Target="../media/image7.png"/></Relationships>
</file>

<file path=ppt/slides/_rels/slide25.xml.rels><?xml version="1.0" encoding="UTF-8" standalone="yes"?>
<Relationships xmlns="http://schemas.openxmlformats.org/package/2006/relationships"><Relationship Id="rId6" Type="http://schemas.openxmlformats.org/officeDocument/2006/relationships/slideLayout" Target="../slideLayouts/slideLayout4.xml"/><Relationship Id="rId5" Type="http://schemas.openxmlformats.org/officeDocument/2006/relationships/tags" Target="../tags/tag23.xml"/><Relationship Id="rId4" Type="http://schemas.microsoft.com/office/2007/relationships/hdphoto" Target="../media/image4.wdp"/><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image" Target="../media/image1.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8" name="组合 7"/>
          <p:cNvGrpSpPr/>
          <p:nvPr/>
        </p:nvGrpSpPr>
        <p:grpSpPr>
          <a:xfrm>
            <a:off x="-698500" y="-582990"/>
            <a:ext cx="13589000" cy="8023980"/>
            <a:chOff x="-863600" y="-584200"/>
            <a:chExt cx="13335000" cy="7874000"/>
          </a:xfrm>
          <a:solidFill>
            <a:srgbClr val="E6E6E6"/>
          </a:solidFill>
        </p:grpSpPr>
        <p:grpSp>
          <p:nvGrpSpPr>
            <p:cNvPr id="4" name="组合 3"/>
            <p:cNvGrpSpPr/>
            <p:nvPr/>
          </p:nvGrpSpPr>
          <p:grpSpPr>
            <a:xfrm>
              <a:off x="-863600" y="-584200"/>
              <a:ext cx="165100" cy="7874000"/>
              <a:chOff x="-863600" y="-584200"/>
              <a:chExt cx="165100" cy="7874000"/>
            </a:xfrm>
            <a:grpFill/>
          </p:grpSpPr>
          <p:sp>
            <p:nvSpPr>
              <p:cNvPr id="2" name="椭圆 1"/>
              <p:cNvSpPr/>
              <p:nvPr/>
            </p:nvSpPr>
            <p:spPr>
              <a:xfrm>
                <a:off x="-863600" y="-584200"/>
                <a:ext cx="165100" cy="165100"/>
              </a:xfrm>
              <a:prstGeom prst="ellipse">
                <a:avLst/>
              </a:prstGeom>
              <a:grp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椭圆 2"/>
              <p:cNvSpPr/>
              <p:nvPr/>
            </p:nvSpPr>
            <p:spPr>
              <a:xfrm>
                <a:off x="-863600" y="7124700"/>
                <a:ext cx="165100" cy="165100"/>
              </a:xfrm>
              <a:prstGeom prst="ellipse">
                <a:avLst/>
              </a:prstGeom>
              <a:grp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5" name="组合 4"/>
            <p:cNvGrpSpPr/>
            <p:nvPr/>
          </p:nvGrpSpPr>
          <p:grpSpPr>
            <a:xfrm>
              <a:off x="12306300" y="-584200"/>
              <a:ext cx="165100" cy="7874000"/>
              <a:chOff x="-863600" y="-584200"/>
              <a:chExt cx="165100" cy="7874000"/>
            </a:xfrm>
            <a:grpFill/>
          </p:grpSpPr>
          <p:sp>
            <p:nvSpPr>
              <p:cNvPr id="6" name="椭圆 5"/>
              <p:cNvSpPr/>
              <p:nvPr/>
            </p:nvSpPr>
            <p:spPr>
              <a:xfrm>
                <a:off x="-863600" y="-584200"/>
                <a:ext cx="165100" cy="165100"/>
              </a:xfrm>
              <a:prstGeom prst="ellipse">
                <a:avLst/>
              </a:prstGeom>
              <a:grp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椭圆 6"/>
              <p:cNvSpPr/>
              <p:nvPr/>
            </p:nvSpPr>
            <p:spPr>
              <a:xfrm>
                <a:off x="-863600" y="7124700"/>
                <a:ext cx="165100" cy="165100"/>
              </a:xfrm>
              <a:prstGeom prst="ellipse">
                <a:avLst/>
              </a:prstGeom>
              <a:grp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pic>
        <p:nvPicPr>
          <p:cNvPr id="12" name="图片 11"/>
          <p:cNvPicPr>
            <a:picLocks noChangeAspect="1"/>
          </p:cNvPicPr>
          <p:nvPr/>
        </p:nvPicPr>
        <p:blipFill>
          <a:blip r:embed="rId1">
            <a:extLst>
              <a:ext uri="{28A0092B-C50C-407E-A947-70E740481C1C}">
                <a14:useLocalDpi xmlns:a14="http://schemas.microsoft.com/office/drawing/2010/main" val="0"/>
              </a:ext>
            </a:extLst>
          </a:blip>
          <a:srcRect l="5923" t="413" r="5923" b="413"/>
          <a:stretch>
            <a:fillRect/>
          </a:stretch>
        </p:blipFill>
        <p:spPr>
          <a:xfrm>
            <a:off x="0" y="0"/>
            <a:ext cx="12192000" cy="6858000"/>
          </a:xfrm>
          <a:custGeom>
            <a:avLst/>
            <a:gdLst>
              <a:gd name="connsiteX0" fmla="*/ 0 w 12192000"/>
              <a:gd name="connsiteY0" fmla="*/ 0 h 6858000"/>
              <a:gd name="connsiteX1" fmla="*/ 12192000 w 12192000"/>
              <a:gd name="connsiteY1" fmla="*/ 0 h 6858000"/>
              <a:gd name="connsiteX2" fmla="*/ 12192000 w 12192000"/>
              <a:gd name="connsiteY2" fmla="*/ 6858000 h 6858000"/>
              <a:gd name="connsiteX3" fmla="*/ 0 w 12192000"/>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12192000" h="6858000">
                <a:moveTo>
                  <a:pt x="0" y="0"/>
                </a:moveTo>
                <a:lnTo>
                  <a:pt x="12192000" y="0"/>
                </a:lnTo>
                <a:lnTo>
                  <a:pt x="12192000" y="6858000"/>
                </a:lnTo>
                <a:lnTo>
                  <a:pt x="0" y="6858000"/>
                </a:lnTo>
                <a:close/>
              </a:path>
            </a:pathLst>
          </a:custGeom>
        </p:spPr>
      </p:pic>
      <p:pic>
        <p:nvPicPr>
          <p:cNvPr id="14" name="图片 1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64243" y="1001486"/>
            <a:ext cx="5127172" cy="4942114"/>
          </a:xfrm>
          <a:prstGeom prst="rect">
            <a:avLst/>
          </a:prstGeom>
        </p:spPr>
      </p:pic>
      <p:pic>
        <p:nvPicPr>
          <p:cNvPr id="16" name="图片 15"/>
          <p:cNvPicPr>
            <a:picLocks noChangeAspect="1"/>
          </p:cNvPicPr>
          <p:nvPr/>
        </p:nvPicPr>
        <p:blipFill>
          <a:blip r:embed="rId3">
            <a:extLst>
              <a:ext uri="{BEBA8EAE-BF5A-486C-A8C5-ECC9F3942E4B}">
                <a14:imgProps xmlns:a14="http://schemas.microsoft.com/office/drawing/2010/main">
                  <a14:imgLayer r:embed="rId4">
                    <a14:imgEffect>
                      <a14:brightnessContrast bright="20000" contrast="40000"/>
                    </a14:imgEffect>
                  </a14:imgLayer>
                </a14:imgProps>
              </a:ext>
              <a:ext uri="{28A0092B-C50C-407E-A947-70E740481C1C}">
                <a14:useLocalDpi xmlns:a14="http://schemas.microsoft.com/office/drawing/2010/main" val="0"/>
              </a:ext>
            </a:extLst>
          </a:blip>
          <a:stretch>
            <a:fillRect/>
          </a:stretch>
        </p:blipFill>
        <p:spPr>
          <a:xfrm>
            <a:off x="564364" y="1621454"/>
            <a:ext cx="4683508" cy="3647750"/>
          </a:xfrm>
          <a:prstGeom prst="rect">
            <a:avLst/>
          </a:prstGeom>
        </p:spPr>
      </p:pic>
      <p:sp>
        <p:nvSpPr>
          <p:cNvPr id="17" name="矩形: 圆角 16"/>
          <p:cNvSpPr/>
          <p:nvPr/>
        </p:nvSpPr>
        <p:spPr>
          <a:xfrm>
            <a:off x="9215120" y="5048885"/>
            <a:ext cx="1385570" cy="382905"/>
          </a:xfrm>
          <a:prstGeom prst="roundRect">
            <a:avLst>
              <a:gd name="adj" fmla="val 50000"/>
            </a:avLst>
          </a:prstGeom>
          <a:gradFill flip="none" rotWithShape="1">
            <a:gsLst>
              <a:gs pos="0">
                <a:srgbClr val="41EEFE"/>
              </a:gs>
              <a:gs pos="70000">
                <a:srgbClr val="23EFFE"/>
              </a:gs>
            </a:gsLst>
            <a:lin ang="54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200" dirty="0">
                <a:solidFill>
                  <a:schemeClr val="tx1">
                    <a:lumMod val="85000"/>
                    <a:lumOff val="15000"/>
                  </a:schemeClr>
                </a:solidFill>
                <a:latin typeface="思源黑体 CN Bold" panose="020B0800000000000000" pitchFamily="34" charset="-122"/>
                <a:ea typeface="思源黑体 CN Bold" panose="020B0800000000000000" pitchFamily="34" charset="-122"/>
                <a:cs typeface="+mn-ea"/>
                <a:sym typeface="+mn-lt"/>
              </a:rPr>
              <a:t>汇报：</a:t>
            </a:r>
            <a:r>
              <a:rPr lang="zh-CN" altLang="en-US" sz="1200" dirty="0">
                <a:solidFill>
                  <a:schemeClr val="tx1">
                    <a:lumMod val="85000"/>
                    <a:lumOff val="15000"/>
                  </a:schemeClr>
                </a:solidFill>
                <a:latin typeface="思源黑体 CN Bold" panose="020B0800000000000000" pitchFamily="34" charset="-122"/>
                <a:ea typeface="思源黑体 CN Bold" panose="020B0800000000000000" pitchFamily="34" charset="-122"/>
                <a:cs typeface="+mn-ea"/>
                <a:sym typeface="+mn-lt"/>
              </a:rPr>
              <a:t>刘永恒</a:t>
            </a:r>
            <a:endParaRPr lang="zh-CN" altLang="en-US" sz="1200" dirty="0">
              <a:solidFill>
                <a:schemeClr val="tx1">
                  <a:lumMod val="85000"/>
                  <a:lumOff val="15000"/>
                </a:schemeClr>
              </a:solidFill>
              <a:latin typeface="思源黑体 CN Bold" panose="020B0800000000000000" pitchFamily="34" charset="-122"/>
              <a:ea typeface="思源黑体 CN Bold" panose="020B0800000000000000" pitchFamily="34" charset="-122"/>
              <a:cs typeface="+mn-ea"/>
              <a:sym typeface="+mn-lt"/>
            </a:endParaRPr>
          </a:p>
        </p:txBody>
      </p:sp>
      <p:sp>
        <p:nvSpPr>
          <p:cNvPr id="18" name="矩形: 圆角 17"/>
          <p:cNvSpPr/>
          <p:nvPr/>
        </p:nvSpPr>
        <p:spPr>
          <a:xfrm>
            <a:off x="6177915" y="5055235"/>
            <a:ext cx="1471295" cy="382905"/>
          </a:xfrm>
          <a:prstGeom prst="roundRect">
            <a:avLst>
              <a:gd name="adj" fmla="val 50000"/>
            </a:avLst>
          </a:prstGeom>
          <a:gradFill flip="none" rotWithShape="1">
            <a:gsLst>
              <a:gs pos="0">
                <a:srgbClr val="41EEFE"/>
              </a:gs>
              <a:gs pos="70000">
                <a:srgbClr val="23EFFE"/>
              </a:gs>
            </a:gsLst>
            <a:lin ang="54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200" dirty="0">
                <a:solidFill>
                  <a:schemeClr val="tx1">
                    <a:lumMod val="85000"/>
                    <a:lumOff val="15000"/>
                  </a:schemeClr>
                </a:solidFill>
                <a:latin typeface="思源黑体 CN Bold" panose="020B0800000000000000" pitchFamily="34" charset="-122"/>
                <a:ea typeface="思源黑体 CN Bold" panose="020B0800000000000000" pitchFamily="34" charset="-122"/>
                <a:cs typeface="+mn-ea"/>
                <a:sym typeface="+mn-lt"/>
              </a:rPr>
              <a:t>队名：怎么</a:t>
            </a:r>
            <a:r>
              <a:rPr lang="zh-CN" altLang="en-US" sz="1200" dirty="0">
                <a:solidFill>
                  <a:schemeClr val="tx1">
                    <a:lumMod val="85000"/>
                    <a:lumOff val="15000"/>
                  </a:schemeClr>
                </a:solidFill>
                <a:latin typeface="思源黑体 CN Bold" panose="020B0800000000000000" pitchFamily="34" charset="-122"/>
                <a:ea typeface="思源黑体 CN Bold" panose="020B0800000000000000" pitchFamily="34" charset="-122"/>
                <a:cs typeface="+mn-ea"/>
                <a:sym typeface="+mn-lt"/>
              </a:rPr>
              <a:t>码</a:t>
            </a:r>
            <a:endParaRPr lang="zh-CN" altLang="en-US" sz="1200" dirty="0">
              <a:solidFill>
                <a:schemeClr val="tx1">
                  <a:lumMod val="85000"/>
                  <a:lumOff val="15000"/>
                </a:schemeClr>
              </a:solidFill>
              <a:latin typeface="思源黑体 CN Bold" panose="020B0800000000000000" pitchFamily="34" charset="-122"/>
              <a:ea typeface="思源黑体 CN Bold" panose="020B0800000000000000" pitchFamily="34" charset="-122"/>
              <a:cs typeface="+mn-ea"/>
              <a:sym typeface="+mn-lt"/>
            </a:endParaRPr>
          </a:p>
        </p:txBody>
      </p:sp>
      <p:sp>
        <p:nvSpPr>
          <p:cNvPr id="20" name="文本框 19"/>
          <p:cNvSpPr txBox="1"/>
          <p:nvPr/>
        </p:nvSpPr>
        <p:spPr>
          <a:xfrm>
            <a:off x="6147906" y="1621389"/>
            <a:ext cx="5222404" cy="523220"/>
          </a:xfrm>
          <a:prstGeom prst="rect">
            <a:avLst/>
          </a:prstGeom>
          <a:noFill/>
        </p:spPr>
        <p:txBody>
          <a:bodyPr wrap="square" rtlCol="0">
            <a:spAutoFit/>
          </a:bodyPr>
          <a:lstStyle/>
          <a:p>
            <a:r>
              <a:rPr lang="en-US" altLang="zh-CN" sz="2800" dirty="0">
                <a:solidFill>
                  <a:schemeClr val="bg1"/>
                </a:solidFill>
                <a:latin typeface="三极正智黑简体" panose="00000500000000000000" pitchFamily="2" charset="-122"/>
                <a:ea typeface="三极正智黑简体" panose="00000500000000000000" pitchFamily="2" charset="-122"/>
                <a:cs typeface="+mn-ea"/>
                <a:sym typeface="+mn-lt"/>
              </a:rPr>
              <a:t>DATA  ANALYSIS  REPORT </a:t>
            </a:r>
            <a:endParaRPr lang="en-US" altLang="zh-CN" sz="2800" dirty="0">
              <a:solidFill>
                <a:schemeClr val="bg1"/>
              </a:solidFill>
              <a:latin typeface="三极正智黑简体" panose="00000500000000000000" pitchFamily="2" charset="-122"/>
              <a:ea typeface="三极正智黑简体" panose="00000500000000000000" pitchFamily="2" charset="-122"/>
              <a:cs typeface="+mn-ea"/>
              <a:sym typeface="+mn-lt"/>
            </a:endParaRPr>
          </a:p>
        </p:txBody>
      </p:sp>
      <p:sp>
        <p:nvSpPr>
          <p:cNvPr id="21" name="文本框 20"/>
          <p:cNvSpPr txBox="1"/>
          <p:nvPr/>
        </p:nvSpPr>
        <p:spPr>
          <a:xfrm>
            <a:off x="5580348" y="1924647"/>
            <a:ext cx="5644374" cy="1986280"/>
          </a:xfrm>
          <a:prstGeom prst="rect">
            <a:avLst/>
          </a:prstGeom>
          <a:noFill/>
        </p:spPr>
        <p:txBody>
          <a:bodyPr wrap="square" rtlCol="0">
            <a:spAutoFit/>
          </a:bodyPr>
          <a:lstStyle/>
          <a:p>
            <a:pPr marL="0" marR="0" lvl="0" indent="0" algn="ctr" defTabSz="914400" rtl="0" eaLnBrk="1" fontAlgn="auto" latinLnBrk="0" hangingPunct="1">
              <a:lnSpc>
                <a:spcPct val="140000"/>
              </a:lnSpc>
              <a:spcBef>
                <a:spcPts val="0"/>
              </a:spcBef>
              <a:spcAft>
                <a:spcPts val="0"/>
              </a:spcAft>
              <a:buClrTx/>
              <a:buSzTx/>
              <a:buFontTx/>
              <a:buNone/>
              <a:defRPr/>
            </a:pPr>
            <a:r>
              <a:rPr lang="zh-CN" altLang="en-US" sz="4400" b="1" dirty="0">
                <a:solidFill>
                  <a:schemeClr val="bg1"/>
                </a:solidFill>
                <a:latin typeface="华文楷体" panose="02010600040101010101" charset="-122"/>
                <a:ea typeface="华文楷体" panose="02010600040101010101" charset="-122"/>
                <a:cs typeface="华文楷体" panose="02010600040101010101" charset="-122"/>
                <a:sym typeface="Arial" panose="020B0604020202020204" pitchFamily="34" charset="0"/>
              </a:rPr>
              <a:t>基于谷歌技术下的</a:t>
            </a:r>
            <a:endParaRPr kumimoji="0" lang="zh-CN" altLang="en-US" sz="4400" b="1" i="0" u="none" strike="noStrike" kern="1200" cap="none" spc="0" normalizeH="0" baseline="0" dirty="0">
              <a:solidFill>
                <a:schemeClr val="bg1"/>
              </a:solidFill>
              <a:latin typeface="华文楷体" panose="02010600040101010101" charset="-122"/>
              <a:ea typeface="华文楷体" panose="02010600040101010101" charset="-122"/>
              <a:cs typeface="华文楷体" panose="02010600040101010101" charset="-122"/>
              <a:sym typeface="Arial" panose="020B0604020202020204" pitchFamily="34" charset="0"/>
            </a:endParaRPr>
          </a:p>
          <a:p>
            <a:pPr marL="0" marR="0" lvl="0" indent="0" algn="ctr" defTabSz="914400" rtl="0" eaLnBrk="1" fontAlgn="auto" latinLnBrk="0" hangingPunct="1">
              <a:lnSpc>
                <a:spcPct val="140000"/>
              </a:lnSpc>
              <a:spcBef>
                <a:spcPts val="0"/>
              </a:spcBef>
              <a:spcAft>
                <a:spcPts val="0"/>
              </a:spcAft>
              <a:buClrTx/>
              <a:buSzTx/>
              <a:buFontTx/>
              <a:buNone/>
              <a:defRPr/>
            </a:pPr>
            <a:r>
              <a:rPr lang="zh-CN" altLang="en-US" sz="4400" b="1" dirty="0">
                <a:solidFill>
                  <a:schemeClr val="bg1"/>
                </a:solidFill>
                <a:latin typeface="Al Bayan Bold" charset="0"/>
                <a:ea typeface="华文楷体" panose="02010600040101010101" charset="-122"/>
                <a:cs typeface="Al Bayan Bold" charset="0"/>
                <a:sym typeface="Arial" panose="020B0604020202020204" pitchFamily="34" charset="0"/>
              </a:rPr>
              <a:t>VTE</a:t>
            </a:r>
            <a:r>
              <a:rPr lang="zh-CN" altLang="en-US" sz="4400" b="1" dirty="0">
                <a:solidFill>
                  <a:schemeClr val="bg1"/>
                </a:solidFill>
                <a:latin typeface="华文楷体" panose="02010600040101010101" charset="-122"/>
                <a:ea typeface="华文楷体" panose="02010600040101010101" charset="-122"/>
                <a:cs typeface="华文楷体" panose="02010600040101010101" charset="-122"/>
                <a:sym typeface="Arial" panose="020B0604020202020204" pitchFamily="34" charset="0"/>
              </a:rPr>
              <a:t>风险精准预测</a:t>
            </a:r>
            <a:endParaRPr lang="zh-CN" altLang="en-US" sz="6400" dirty="0">
              <a:solidFill>
                <a:schemeClr val="bg1"/>
              </a:solidFill>
              <a:latin typeface="三极正智黑简体" panose="00000500000000000000" pitchFamily="2" charset="-122"/>
              <a:ea typeface="三极正智黑简体" panose="00000500000000000000" pitchFamily="2" charset="-122"/>
              <a:cs typeface="+mn-ea"/>
              <a:sym typeface="+mn-lt"/>
            </a:endParaRPr>
          </a:p>
        </p:txBody>
      </p:sp>
      <p:sp>
        <p:nvSpPr>
          <p:cNvPr id="23" name="PA-文本框 88"/>
          <p:cNvSpPr txBox="1"/>
          <p:nvPr>
            <p:custDataLst>
              <p:tags r:id="rId5"/>
            </p:custDataLst>
          </p:nvPr>
        </p:nvSpPr>
        <p:spPr>
          <a:xfrm>
            <a:off x="6177280" y="3910965"/>
            <a:ext cx="4505960" cy="923290"/>
          </a:xfrm>
          <a:prstGeom prst="rect">
            <a:avLst/>
          </a:prstGeom>
          <a:noFill/>
        </p:spPr>
        <p:txBody>
          <a:bodyPr wrap="square" lIns="0" tIns="0" rIns="0" bIns="0" rtlCol="0">
            <a:spAutoFit/>
          </a:bodyPr>
          <a:lstStyle/>
          <a:p>
            <a:pPr hangingPunct="0">
              <a:lnSpc>
                <a:spcPct val="150000"/>
              </a:lnSpc>
            </a:pPr>
            <a:r>
              <a:rPr lang="en-US" altLang="zh-CN" sz="2000" dirty="0">
                <a:solidFill>
                  <a:schemeClr val="bg1">
                    <a:alpha val="80000"/>
                  </a:schemeClr>
                </a:solidFill>
                <a:cs typeface="+mn-ea"/>
                <a:sym typeface="+mn-lt"/>
              </a:rPr>
              <a:t>Based on Google technology accurate risk prediction of VTE</a:t>
            </a:r>
            <a:endParaRPr lang="en-US" altLang="zh-CN" sz="2000" dirty="0">
              <a:solidFill>
                <a:schemeClr val="bg1">
                  <a:alpha val="80000"/>
                </a:schemeClr>
              </a:solidFill>
              <a:cs typeface="+mn-ea"/>
              <a:sym typeface="+mn-lt"/>
            </a:endParaRPr>
          </a:p>
        </p:txBody>
      </p:sp>
      <p:sp>
        <p:nvSpPr>
          <p:cNvPr id="25" name="任意多边形: 形状 24"/>
          <p:cNvSpPr/>
          <p:nvPr/>
        </p:nvSpPr>
        <p:spPr>
          <a:xfrm>
            <a:off x="11328401" y="5067300"/>
            <a:ext cx="396593" cy="816428"/>
          </a:xfrm>
          <a:custGeom>
            <a:avLst/>
            <a:gdLst>
              <a:gd name="connsiteX0" fmla="*/ 452944 w 477264"/>
              <a:gd name="connsiteY0" fmla="*/ 933858 h 982498"/>
              <a:gd name="connsiteX1" fmla="*/ 477264 w 477264"/>
              <a:gd name="connsiteY1" fmla="*/ 958178 h 982498"/>
              <a:gd name="connsiteX2" fmla="*/ 452944 w 477264"/>
              <a:gd name="connsiteY2" fmla="*/ 982498 h 982498"/>
              <a:gd name="connsiteX3" fmla="*/ 428624 w 477264"/>
              <a:gd name="connsiteY3" fmla="*/ 958178 h 982498"/>
              <a:gd name="connsiteX4" fmla="*/ 452944 w 477264"/>
              <a:gd name="connsiteY4" fmla="*/ 933858 h 982498"/>
              <a:gd name="connsiteX5" fmla="*/ 345788 w 477264"/>
              <a:gd name="connsiteY5" fmla="*/ 933858 h 982498"/>
              <a:gd name="connsiteX6" fmla="*/ 370108 w 477264"/>
              <a:gd name="connsiteY6" fmla="*/ 958178 h 982498"/>
              <a:gd name="connsiteX7" fmla="*/ 345788 w 477264"/>
              <a:gd name="connsiteY7" fmla="*/ 982498 h 982498"/>
              <a:gd name="connsiteX8" fmla="*/ 321468 w 477264"/>
              <a:gd name="connsiteY8" fmla="*/ 958178 h 982498"/>
              <a:gd name="connsiteX9" fmla="*/ 345788 w 477264"/>
              <a:gd name="connsiteY9" fmla="*/ 933858 h 982498"/>
              <a:gd name="connsiteX10" fmla="*/ 238632 w 477264"/>
              <a:gd name="connsiteY10" fmla="*/ 933858 h 982498"/>
              <a:gd name="connsiteX11" fmla="*/ 262952 w 477264"/>
              <a:gd name="connsiteY11" fmla="*/ 958178 h 982498"/>
              <a:gd name="connsiteX12" fmla="*/ 238632 w 477264"/>
              <a:gd name="connsiteY12" fmla="*/ 982498 h 982498"/>
              <a:gd name="connsiteX13" fmla="*/ 214312 w 477264"/>
              <a:gd name="connsiteY13" fmla="*/ 958178 h 982498"/>
              <a:gd name="connsiteX14" fmla="*/ 238632 w 477264"/>
              <a:gd name="connsiteY14" fmla="*/ 933858 h 982498"/>
              <a:gd name="connsiteX15" fmla="*/ 131476 w 477264"/>
              <a:gd name="connsiteY15" fmla="*/ 933858 h 982498"/>
              <a:gd name="connsiteX16" fmla="*/ 155796 w 477264"/>
              <a:gd name="connsiteY16" fmla="*/ 958178 h 982498"/>
              <a:gd name="connsiteX17" fmla="*/ 131476 w 477264"/>
              <a:gd name="connsiteY17" fmla="*/ 982498 h 982498"/>
              <a:gd name="connsiteX18" fmla="*/ 107156 w 477264"/>
              <a:gd name="connsiteY18" fmla="*/ 958178 h 982498"/>
              <a:gd name="connsiteX19" fmla="*/ 131476 w 477264"/>
              <a:gd name="connsiteY19" fmla="*/ 933858 h 982498"/>
              <a:gd name="connsiteX20" fmla="*/ 24320 w 477264"/>
              <a:gd name="connsiteY20" fmla="*/ 933858 h 982498"/>
              <a:gd name="connsiteX21" fmla="*/ 48640 w 477264"/>
              <a:gd name="connsiteY21" fmla="*/ 958178 h 982498"/>
              <a:gd name="connsiteX22" fmla="*/ 24320 w 477264"/>
              <a:gd name="connsiteY22" fmla="*/ 982498 h 982498"/>
              <a:gd name="connsiteX23" fmla="*/ 0 w 477264"/>
              <a:gd name="connsiteY23" fmla="*/ 958178 h 982498"/>
              <a:gd name="connsiteX24" fmla="*/ 24320 w 477264"/>
              <a:gd name="connsiteY24" fmla="*/ 933858 h 982498"/>
              <a:gd name="connsiteX25" fmla="*/ 452944 w 477264"/>
              <a:gd name="connsiteY25" fmla="*/ 778215 h 982498"/>
              <a:gd name="connsiteX26" fmla="*/ 477264 w 477264"/>
              <a:gd name="connsiteY26" fmla="*/ 802535 h 982498"/>
              <a:gd name="connsiteX27" fmla="*/ 452944 w 477264"/>
              <a:gd name="connsiteY27" fmla="*/ 826855 h 982498"/>
              <a:gd name="connsiteX28" fmla="*/ 428624 w 477264"/>
              <a:gd name="connsiteY28" fmla="*/ 802535 h 982498"/>
              <a:gd name="connsiteX29" fmla="*/ 452944 w 477264"/>
              <a:gd name="connsiteY29" fmla="*/ 778215 h 982498"/>
              <a:gd name="connsiteX30" fmla="*/ 345788 w 477264"/>
              <a:gd name="connsiteY30" fmla="*/ 778215 h 982498"/>
              <a:gd name="connsiteX31" fmla="*/ 370108 w 477264"/>
              <a:gd name="connsiteY31" fmla="*/ 802535 h 982498"/>
              <a:gd name="connsiteX32" fmla="*/ 345788 w 477264"/>
              <a:gd name="connsiteY32" fmla="*/ 826855 h 982498"/>
              <a:gd name="connsiteX33" fmla="*/ 321468 w 477264"/>
              <a:gd name="connsiteY33" fmla="*/ 802535 h 982498"/>
              <a:gd name="connsiteX34" fmla="*/ 345788 w 477264"/>
              <a:gd name="connsiteY34" fmla="*/ 778215 h 982498"/>
              <a:gd name="connsiteX35" fmla="*/ 238632 w 477264"/>
              <a:gd name="connsiteY35" fmla="*/ 778215 h 982498"/>
              <a:gd name="connsiteX36" fmla="*/ 262952 w 477264"/>
              <a:gd name="connsiteY36" fmla="*/ 802535 h 982498"/>
              <a:gd name="connsiteX37" fmla="*/ 238632 w 477264"/>
              <a:gd name="connsiteY37" fmla="*/ 826855 h 982498"/>
              <a:gd name="connsiteX38" fmla="*/ 214312 w 477264"/>
              <a:gd name="connsiteY38" fmla="*/ 802535 h 982498"/>
              <a:gd name="connsiteX39" fmla="*/ 238632 w 477264"/>
              <a:gd name="connsiteY39" fmla="*/ 778215 h 982498"/>
              <a:gd name="connsiteX40" fmla="*/ 131476 w 477264"/>
              <a:gd name="connsiteY40" fmla="*/ 778215 h 982498"/>
              <a:gd name="connsiteX41" fmla="*/ 155796 w 477264"/>
              <a:gd name="connsiteY41" fmla="*/ 802535 h 982498"/>
              <a:gd name="connsiteX42" fmla="*/ 131476 w 477264"/>
              <a:gd name="connsiteY42" fmla="*/ 826855 h 982498"/>
              <a:gd name="connsiteX43" fmla="*/ 107156 w 477264"/>
              <a:gd name="connsiteY43" fmla="*/ 802535 h 982498"/>
              <a:gd name="connsiteX44" fmla="*/ 131476 w 477264"/>
              <a:gd name="connsiteY44" fmla="*/ 778215 h 982498"/>
              <a:gd name="connsiteX45" fmla="*/ 24320 w 477264"/>
              <a:gd name="connsiteY45" fmla="*/ 778215 h 982498"/>
              <a:gd name="connsiteX46" fmla="*/ 48640 w 477264"/>
              <a:gd name="connsiteY46" fmla="*/ 802535 h 982498"/>
              <a:gd name="connsiteX47" fmla="*/ 24320 w 477264"/>
              <a:gd name="connsiteY47" fmla="*/ 826855 h 982498"/>
              <a:gd name="connsiteX48" fmla="*/ 0 w 477264"/>
              <a:gd name="connsiteY48" fmla="*/ 802535 h 982498"/>
              <a:gd name="connsiteX49" fmla="*/ 24320 w 477264"/>
              <a:gd name="connsiteY49" fmla="*/ 778215 h 982498"/>
              <a:gd name="connsiteX50" fmla="*/ 452944 w 477264"/>
              <a:gd name="connsiteY50" fmla="*/ 622572 h 982498"/>
              <a:gd name="connsiteX51" fmla="*/ 477264 w 477264"/>
              <a:gd name="connsiteY51" fmla="*/ 646892 h 982498"/>
              <a:gd name="connsiteX52" fmla="*/ 452944 w 477264"/>
              <a:gd name="connsiteY52" fmla="*/ 671212 h 982498"/>
              <a:gd name="connsiteX53" fmla="*/ 428624 w 477264"/>
              <a:gd name="connsiteY53" fmla="*/ 646892 h 982498"/>
              <a:gd name="connsiteX54" fmla="*/ 452944 w 477264"/>
              <a:gd name="connsiteY54" fmla="*/ 622572 h 982498"/>
              <a:gd name="connsiteX55" fmla="*/ 345788 w 477264"/>
              <a:gd name="connsiteY55" fmla="*/ 622572 h 982498"/>
              <a:gd name="connsiteX56" fmla="*/ 370108 w 477264"/>
              <a:gd name="connsiteY56" fmla="*/ 646892 h 982498"/>
              <a:gd name="connsiteX57" fmla="*/ 345788 w 477264"/>
              <a:gd name="connsiteY57" fmla="*/ 671212 h 982498"/>
              <a:gd name="connsiteX58" fmla="*/ 321468 w 477264"/>
              <a:gd name="connsiteY58" fmla="*/ 646892 h 982498"/>
              <a:gd name="connsiteX59" fmla="*/ 345788 w 477264"/>
              <a:gd name="connsiteY59" fmla="*/ 622572 h 982498"/>
              <a:gd name="connsiteX60" fmla="*/ 238632 w 477264"/>
              <a:gd name="connsiteY60" fmla="*/ 622572 h 982498"/>
              <a:gd name="connsiteX61" fmla="*/ 262952 w 477264"/>
              <a:gd name="connsiteY61" fmla="*/ 646892 h 982498"/>
              <a:gd name="connsiteX62" fmla="*/ 238632 w 477264"/>
              <a:gd name="connsiteY62" fmla="*/ 671212 h 982498"/>
              <a:gd name="connsiteX63" fmla="*/ 214312 w 477264"/>
              <a:gd name="connsiteY63" fmla="*/ 646892 h 982498"/>
              <a:gd name="connsiteX64" fmla="*/ 238632 w 477264"/>
              <a:gd name="connsiteY64" fmla="*/ 622572 h 982498"/>
              <a:gd name="connsiteX65" fmla="*/ 131476 w 477264"/>
              <a:gd name="connsiteY65" fmla="*/ 622572 h 982498"/>
              <a:gd name="connsiteX66" fmla="*/ 155796 w 477264"/>
              <a:gd name="connsiteY66" fmla="*/ 646892 h 982498"/>
              <a:gd name="connsiteX67" fmla="*/ 131476 w 477264"/>
              <a:gd name="connsiteY67" fmla="*/ 671212 h 982498"/>
              <a:gd name="connsiteX68" fmla="*/ 107156 w 477264"/>
              <a:gd name="connsiteY68" fmla="*/ 646892 h 982498"/>
              <a:gd name="connsiteX69" fmla="*/ 131476 w 477264"/>
              <a:gd name="connsiteY69" fmla="*/ 622572 h 982498"/>
              <a:gd name="connsiteX70" fmla="*/ 24320 w 477264"/>
              <a:gd name="connsiteY70" fmla="*/ 622572 h 982498"/>
              <a:gd name="connsiteX71" fmla="*/ 48640 w 477264"/>
              <a:gd name="connsiteY71" fmla="*/ 646892 h 982498"/>
              <a:gd name="connsiteX72" fmla="*/ 24320 w 477264"/>
              <a:gd name="connsiteY72" fmla="*/ 671212 h 982498"/>
              <a:gd name="connsiteX73" fmla="*/ 0 w 477264"/>
              <a:gd name="connsiteY73" fmla="*/ 646892 h 982498"/>
              <a:gd name="connsiteX74" fmla="*/ 24320 w 477264"/>
              <a:gd name="connsiteY74" fmla="*/ 622572 h 982498"/>
              <a:gd name="connsiteX75" fmla="*/ 24320 w 477264"/>
              <a:gd name="connsiteY75" fmla="*/ 466929 h 982498"/>
              <a:gd name="connsiteX76" fmla="*/ 48640 w 477264"/>
              <a:gd name="connsiteY76" fmla="*/ 491249 h 982498"/>
              <a:gd name="connsiteX77" fmla="*/ 24320 w 477264"/>
              <a:gd name="connsiteY77" fmla="*/ 515569 h 982498"/>
              <a:gd name="connsiteX78" fmla="*/ 0 w 477264"/>
              <a:gd name="connsiteY78" fmla="*/ 491249 h 982498"/>
              <a:gd name="connsiteX79" fmla="*/ 24320 w 477264"/>
              <a:gd name="connsiteY79" fmla="*/ 466929 h 982498"/>
              <a:gd name="connsiteX80" fmla="*/ 131476 w 477264"/>
              <a:gd name="connsiteY80" fmla="*/ 466929 h 982498"/>
              <a:gd name="connsiteX81" fmla="*/ 155796 w 477264"/>
              <a:gd name="connsiteY81" fmla="*/ 491249 h 982498"/>
              <a:gd name="connsiteX82" fmla="*/ 131476 w 477264"/>
              <a:gd name="connsiteY82" fmla="*/ 515569 h 982498"/>
              <a:gd name="connsiteX83" fmla="*/ 107156 w 477264"/>
              <a:gd name="connsiteY83" fmla="*/ 491249 h 982498"/>
              <a:gd name="connsiteX84" fmla="*/ 131476 w 477264"/>
              <a:gd name="connsiteY84" fmla="*/ 466929 h 982498"/>
              <a:gd name="connsiteX85" fmla="*/ 238632 w 477264"/>
              <a:gd name="connsiteY85" fmla="*/ 466929 h 982498"/>
              <a:gd name="connsiteX86" fmla="*/ 262952 w 477264"/>
              <a:gd name="connsiteY86" fmla="*/ 491249 h 982498"/>
              <a:gd name="connsiteX87" fmla="*/ 238632 w 477264"/>
              <a:gd name="connsiteY87" fmla="*/ 515569 h 982498"/>
              <a:gd name="connsiteX88" fmla="*/ 214312 w 477264"/>
              <a:gd name="connsiteY88" fmla="*/ 491249 h 982498"/>
              <a:gd name="connsiteX89" fmla="*/ 238632 w 477264"/>
              <a:gd name="connsiteY89" fmla="*/ 466929 h 982498"/>
              <a:gd name="connsiteX90" fmla="*/ 345788 w 477264"/>
              <a:gd name="connsiteY90" fmla="*/ 466929 h 982498"/>
              <a:gd name="connsiteX91" fmla="*/ 370108 w 477264"/>
              <a:gd name="connsiteY91" fmla="*/ 491249 h 982498"/>
              <a:gd name="connsiteX92" fmla="*/ 345788 w 477264"/>
              <a:gd name="connsiteY92" fmla="*/ 515569 h 982498"/>
              <a:gd name="connsiteX93" fmla="*/ 321468 w 477264"/>
              <a:gd name="connsiteY93" fmla="*/ 491249 h 982498"/>
              <a:gd name="connsiteX94" fmla="*/ 345788 w 477264"/>
              <a:gd name="connsiteY94" fmla="*/ 466929 h 982498"/>
              <a:gd name="connsiteX95" fmla="*/ 452944 w 477264"/>
              <a:gd name="connsiteY95" fmla="*/ 466929 h 982498"/>
              <a:gd name="connsiteX96" fmla="*/ 477264 w 477264"/>
              <a:gd name="connsiteY96" fmla="*/ 491249 h 982498"/>
              <a:gd name="connsiteX97" fmla="*/ 452944 w 477264"/>
              <a:gd name="connsiteY97" fmla="*/ 515569 h 982498"/>
              <a:gd name="connsiteX98" fmla="*/ 428624 w 477264"/>
              <a:gd name="connsiteY98" fmla="*/ 491249 h 982498"/>
              <a:gd name="connsiteX99" fmla="*/ 452944 w 477264"/>
              <a:gd name="connsiteY99" fmla="*/ 466929 h 982498"/>
              <a:gd name="connsiteX100" fmla="*/ 24320 w 477264"/>
              <a:gd name="connsiteY100" fmla="*/ 311287 h 982498"/>
              <a:gd name="connsiteX101" fmla="*/ 48640 w 477264"/>
              <a:gd name="connsiteY101" fmla="*/ 335607 h 982498"/>
              <a:gd name="connsiteX102" fmla="*/ 24320 w 477264"/>
              <a:gd name="connsiteY102" fmla="*/ 359926 h 982498"/>
              <a:gd name="connsiteX103" fmla="*/ 0 w 477264"/>
              <a:gd name="connsiteY103" fmla="*/ 335607 h 982498"/>
              <a:gd name="connsiteX104" fmla="*/ 24320 w 477264"/>
              <a:gd name="connsiteY104" fmla="*/ 311287 h 982498"/>
              <a:gd name="connsiteX105" fmla="*/ 131476 w 477264"/>
              <a:gd name="connsiteY105" fmla="*/ 311286 h 982498"/>
              <a:gd name="connsiteX106" fmla="*/ 155796 w 477264"/>
              <a:gd name="connsiteY106" fmla="*/ 335606 h 982498"/>
              <a:gd name="connsiteX107" fmla="*/ 131476 w 477264"/>
              <a:gd name="connsiteY107" fmla="*/ 359926 h 982498"/>
              <a:gd name="connsiteX108" fmla="*/ 107156 w 477264"/>
              <a:gd name="connsiteY108" fmla="*/ 335606 h 982498"/>
              <a:gd name="connsiteX109" fmla="*/ 131476 w 477264"/>
              <a:gd name="connsiteY109" fmla="*/ 311286 h 982498"/>
              <a:gd name="connsiteX110" fmla="*/ 238632 w 477264"/>
              <a:gd name="connsiteY110" fmla="*/ 311286 h 982498"/>
              <a:gd name="connsiteX111" fmla="*/ 262952 w 477264"/>
              <a:gd name="connsiteY111" fmla="*/ 335606 h 982498"/>
              <a:gd name="connsiteX112" fmla="*/ 238632 w 477264"/>
              <a:gd name="connsiteY112" fmla="*/ 359926 h 982498"/>
              <a:gd name="connsiteX113" fmla="*/ 214312 w 477264"/>
              <a:gd name="connsiteY113" fmla="*/ 335606 h 982498"/>
              <a:gd name="connsiteX114" fmla="*/ 238632 w 477264"/>
              <a:gd name="connsiteY114" fmla="*/ 311286 h 982498"/>
              <a:gd name="connsiteX115" fmla="*/ 345788 w 477264"/>
              <a:gd name="connsiteY115" fmla="*/ 311286 h 982498"/>
              <a:gd name="connsiteX116" fmla="*/ 370108 w 477264"/>
              <a:gd name="connsiteY116" fmla="*/ 335606 h 982498"/>
              <a:gd name="connsiteX117" fmla="*/ 345788 w 477264"/>
              <a:gd name="connsiteY117" fmla="*/ 359926 h 982498"/>
              <a:gd name="connsiteX118" fmla="*/ 321468 w 477264"/>
              <a:gd name="connsiteY118" fmla="*/ 335606 h 982498"/>
              <a:gd name="connsiteX119" fmla="*/ 345788 w 477264"/>
              <a:gd name="connsiteY119" fmla="*/ 311286 h 982498"/>
              <a:gd name="connsiteX120" fmla="*/ 452944 w 477264"/>
              <a:gd name="connsiteY120" fmla="*/ 311286 h 982498"/>
              <a:gd name="connsiteX121" fmla="*/ 477264 w 477264"/>
              <a:gd name="connsiteY121" fmla="*/ 335606 h 982498"/>
              <a:gd name="connsiteX122" fmla="*/ 452944 w 477264"/>
              <a:gd name="connsiteY122" fmla="*/ 359926 h 982498"/>
              <a:gd name="connsiteX123" fmla="*/ 428624 w 477264"/>
              <a:gd name="connsiteY123" fmla="*/ 335606 h 982498"/>
              <a:gd name="connsiteX124" fmla="*/ 452944 w 477264"/>
              <a:gd name="connsiteY124" fmla="*/ 311286 h 982498"/>
              <a:gd name="connsiteX125" fmla="*/ 24320 w 477264"/>
              <a:gd name="connsiteY125" fmla="*/ 155643 h 982498"/>
              <a:gd name="connsiteX126" fmla="*/ 48640 w 477264"/>
              <a:gd name="connsiteY126" fmla="*/ 179963 h 982498"/>
              <a:gd name="connsiteX127" fmla="*/ 24320 w 477264"/>
              <a:gd name="connsiteY127" fmla="*/ 204283 h 982498"/>
              <a:gd name="connsiteX128" fmla="*/ 0 w 477264"/>
              <a:gd name="connsiteY128" fmla="*/ 179963 h 982498"/>
              <a:gd name="connsiteX129" fmla="*/ 24320 w 477264"/>
              <a:gd name="connsiteY129" fmla="*/ 155643 h 982498"/>
              <a:gd name="connsiteX130" fmla="*/ 131476 w 477264"/>
              <a:gd name="connsiteY130" fmla="*/ 155643 h 982498"/>
              <a:gd name="connsiteX131" fmla="*/ 155796 w 477264"/>
              <a:gd name="connsiteY131" fmla="*/ 179963 h 982498"/>
              <a:gd name="connsiteX132" fmla="*/ 131476 w 477264"/>
              <a:gd name="connsiteY132" fmla="*/ 204283 h 982498"/>
              <a:gd name="connsiteX133" fmla="*/ 107156 w 477264"/>
              <a:gd name="connsiteY133" fmla="*/ 179963 h 982498"/>
              <a:gd name="connsiteX134" fmla="*/ 131476 w 477264"/>
              <a:gd name="connsiteY134" fmla="*/ 155643 h 982498"/>
              <a:gd name="connsiteX135" fmla="*/ 238632 w 477264"/>
              <a:gd name="connsiteY135" fmla="*/ 155643 h 982498"/>
              <a:gd name="connsiteX136" fmla="*/ 262952 w 477264"/>
              <a:gd name="connsiteY136" fmla="*/ 179963 h 982498"/>
              <a:gd name="connsiteX137" fmla="*/ 238632 w 477264"/>
              <a:gd name="connsiteY137" fmla="*/ 204283 h 982498"/>
              <a:gd name="connsiteX138" fmla="*/ 214312 w 477264"/>
              <a:gd name="connsiteY138" fmla="*/ 179963 h 982498"/>
              <a:gd name="connsiteX139" fmla="*/ 238632 w 477264"/>
              <a:gd name="connsiteY139" fmla="*/ 155643 h 982498"/>
              <a:gd name="connsiteX140" fmla="*/ 345788 w 477264"/>
              <a:gd name="connsiteY140" fmla="*/ 155643 h 982498"/>
              <a:gd name="connsiteX141" fmla="*/ 370108 w 477264"/>
              <a:gd name="connsiteY141" fmla="*/ 179963 h 982498"/>
              <a:gd name="connsiteX142" fmla="*/ 345788 w 477264"/>
              <a:gd name="connsiteY142" fmla="*/ 204283 h 982498"/>
              <a:gd name="connsiteX143" fmla="*/ 321468 w 477264"/>
              <a:gd name="connsiteY143" fmla="*/ 179963 h 982498"/>
              <a:gd name="connsiteX144" fmla="*/ 345788 w 477264"/>
              <a:gd name="connsiteY144" fmla="*/ 155643 h 982498"/>
              <a:gd name="connsiteX145" fmla="*/ 452944 w 477264"/>
              <a:gd name="connsiteY145" fmla="*/ 155643 h 982498"/>
              <a:gd name="connsiteX146" fmla="*/ 477264 w 477264"/>
              <a:gd name="connsiteY146" fmla="*/ 179963 h 982498"/>
              <a:gd name="connsiteX147" fmla="*/ 452944 w 477264"/>
              <a:gd name="connsiteY147" fmla="*/ 204283 h 982498"/>
              <a:gd name="connsiteX148" fmla="*/ 428624 w 477264"/>
              <a:gd name="connsiteY148" fmla="*/ 179963 h 982498"/>
              <a:gd name="connsiteX149" fmla="*/ 452944 w 477264"/>
              <a:gd name="connsiteY149" fmla="*/ 155643 h 982498"/>
              <a:gd name="connsiteX150" fmla="*/ 452944 w 477264"/>
              <a:gd name="connsiteY150" fmla="*/ 0 h 982498"/>
              <a:gd name="connsiteX151" fmla="*/ 477264 w 477264"/>
              <a:gd name="connsiteY151" fmla="*/ 24320 h 982498"/>
              <a:gd name="connsiteX152" fmla="*/ 452944 w 477264"/>
              <a:gd name="connsiteY152" fmla="*/ 48640 h 982498"/>
              <a:gd name="connsiteX153" fmla="*/ 428624 w 477264"/>
              <a:gd name="connsiteY153" fmla="*/ 24320 h 982498"/>
              <a:gd name="connsiteX154" fmla="*/ 452944 w 477264"/>
              <a:gd name="connsiteY154" fmla="*/ 0 h 982498"/>
              <a:gd name="connsiteX155" fmla="*/ 345788 w 477264"/>
              <a:gd name="connsiteY155" fmla="*/ 0 h 982498"/>
              <a:gd name="connsiteX156" fmla="*/ 370108 w 477264"/>
              <a:gd name="connsiteY156" fmla="*/ 24320 h 982498"/>
              <a:gd name="connsiteX157" fmla="*/ 345788 w 477264"/>
              <a:gd name="connsiteY157" fmla="*/ 48640 h 982498"/>
              <a:gd name="connsiteX158" fmla="*/ 321468 w 477264"/>
              <a:gd name="connsiteY158" fmla="*/ 24320 h 982498"/>
              <a:gd name="connsiteX159" fmla="*/ 345788 w 477264"/>
              <a:gd name="connsiteY159" fmla="*/ 0 h 982498"/>
              <a:gd name="connsiteX160" fmla="*/ 238632 w 477264"/>
              <a:gd name="connsiteY160" fmla="*/ 0 h 982498"/>
              <a:gd name="connsiteX161" fmla="*/ 262952 w 477264"/>
              <a:gd name="connsiteY161" fmla="*/ 24320 h 982498"/>
              <a:gd name="connsiteX162" fmla="*/ 238632 w 477264"/>
              <a:gd name="connsiteY162" fmla="*/ 48640 h 982498"/>
              <a:gd name="connsiteX163" fmla="*/ 214312 w 477264"/>
              <a:gd name="connsiteY163" fmla="*/ 24320 h 982498"/>
              <a:gd name="connsiteX164" fmla="*/ 238632 w 477264"/>
              <a:gd name="connsiteY164" fmla="*/ 0 h 982498"/>
              <a:gd name="connsiteX165" fmla="*/ 131476 w 477264"/>
              <a:gd name="connsiteY165" fmla="*/ 0 h 982498"/>
              <a:gd name="connsiteX166" fmla="*/ 155796 w 477264"/>
              <a:gd name="connsiteY166" fmla="*/ 24320 h 982498"/>
              <a:gd name="connsiteX167" fmla="*/ 131476 w 477264"/>
              <a:gd name="connsiteY167" fmla="*/ 48640 h 982498"/>
              <a:gd name="connsiteX168" fmla="*/ 107156 w 477264"/>
              <a:gd name="connsiteY168" fmla="*/ 24320 h 982498"/>
              <a:gd name="connsiteX169" fmla="*/ 131476 w 477264"/>
              <a:gd name="connsiteY169" fmla="*/ 0 h 982498"/>
              <a:gd name="connsiteX170" fmla="*/ 24320 w 477264"/>
              <a:gd name="connsiteY170" fmla="*/ 0 h 982498"/>
              <a:gd name="connsiteX171" fmla="*/ 48640 w 477264"/>
              <a:gd name="connsiteY171" fmla="*/ 24320 h 982498"/>
              <a:gd name="connsiteX172" fmla="*/ 24320 w 477264"/>
              <a:gd name="connsiteY172" fmla="*/ 48640 h 982498"/>
              <a:gd name="connsiteX173" fmla="*/ 0 w 477264"/>
              <a:gd name="connsiteY173" fmla="*/ 24320 h 982498"/>
              <a:gd name="connsiteX174" fmla="*/ 24320 w 477264"/>
              <a:gd name="connsiteY174" fmla="*/ 0 h 9824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Lst>
            <a:rect l="l" t="t" r="r" b="b"/>
            <a:pathLst>
              <a:path w="477264" h="982498">
                <a:moveTo>
                  <a:pt x="452944" y="933858"/>
                </a:moveTo>
                <a:cubicBezTo>
                  <a:pt x="466376" y="933858"/>
                  <a:pt x="477264" y="944746"/>
                  <a:pt x="477264" y="958178"/>
                </a:cubicBezTo>
                <a:cubicBezTo>
                  <a:pt x="477264" y="971610"/>
                  <a:pt x="466376" y="982498"/>
                  <a:pt x="452944" y="982498"/>
                </a:cubicBezTo>
                <a:cubicBezTo>
                  <a:pt x="439512" y="982498"/>
                  <a:pt x="428624" y="971610"/>
                  <a:pt x="428624" y="958178"/>
                </a:cubicBezTo>
                <a:cubicBezTo>
                  <a:pt x="428624" y="944746"/>
                  <a:pt x="439512" y="933858"/>
                  <a:pt x="452944" y="933858"/>
                </a:cubicBezTo>
                <a:close/>
                <a:moveTo>
                  <a:pt x="345788" y="933858"/>
                </a:moveTo>
                <a:cubicBezTo>
                  <a:pt x="359220" y="933858"/>
                  <a:pt x="370108" y="944746"/>
                  <a:pt x="370108" y="958178"/>
                </a:cubicBezTo>
                <a:cubicBezTo>
                  <a:pt x="370108" y="971610"/>
                  <a:pt x="359220" y="982498"/>
                  <a:pt x="345788" y="982498"/>
                </a:cubicBezTo>
                <a:cubicBezTo>
                  <a:pt x="332356" y="982498"/>
                  <a:pt x="321468" y="971610"/>
                  <a:pt x="321468" y="958178"/>
                </a:cubicBezTo>
                <a:cubicBezTo>
                  <a:pt x="321468" y="944746"/>
                  <a:pt x="332356" y="933858"/>
                  <a:pt x="345788" y="933858"/>
                </a:cubicBezTo>
                <a:close/>
                <a:moveTo>
                  <a:pt x="238632" y="933858"/>
                </a:moveTo>
                <a:cubicBezTo>
                  <a:pt x="252064" y="933858"/>
                  <a:pt x="262952" y="944746"/>
                  <a:pt x="262952" y="958178"/>
                </a:cubicBezTo>
                <a:cubicBezTo>
                  <a:pt x="262952" y="971610"/>
                  <a:pt x="252064" y="982498"/>
                  <a:pt x="238632" y="982498"/>
                </a:cubicBezTo>
                <a:cubicBezTo>
                  <a:pt x="225200" y="982498"/>
                  <a:pt x="214312" y="971610"/>
                  <a:pt x="214312" y="958178"/>
                </a:cubicBezTo>
                <a:cubicBezTo>
                  <a:pt x="214312" y="944746"/>
                  <a:pt x="225200" y="933858"/>
                  <a:pt x="238632" y="933858"/>
                </a:cubicBezTo>
                <a:close/>
                <a:moveTo>
                  <a:pt x="131476" y="933858"/>
                </a:moveTo>
                <a:cubicBezTo>
                  <a:pt x="144908" y="933858"/>
                  <a:pt x="155796" y="944746"/>
                  <a:pt x="155796" y="958178"/>
                </a:cubicBezTo>
                <a:cubicBezTo>
                  <a:pt x="155796" y="971610"/>
                  <a:pt x="144908" y="982498"/>
                  <a:pt x="131476" y="982498"/>
                </a:cubicBezTo>
                <a:cubicBezTo>
                  <a:pt x="118044" y="982498"/>
                  <a:pt x="107156" y="971610"/>
                  <a:pt x="107156" y="958178"/>
                </a:cubicBezTo>
                <a:cubicBezTo>
                  <a:pt x="107156" y="944746"/>
                  <a:pt x="118044" y="933858"/>
                  <a:pt x="131476" y="933858"/>
                </a:cubicBezTo>
                <a:close/>
                <a:moveTo>
                  <a:pt x="24320" y="933858"/>
                </a:moveTo>
                <a:cubicBezTo>
                  <a:pt x="37752" y="933858"/>
                  <a:pt x="48640" y="944746"/>
                  <a:pt x="48640" y="958178"/>
                </a:cubicBezTo>
                <a:cubicBezTo>
                  <a:pt x="48640" y="971610"/>
                  <a:pt x="37752" y="982498"/>
                  <a:pt x="24320" y="982498"/>
                </a:cubicBezTo>
                <a:cubicBezTo>
                  <a:pt x="10888" y="982498"/>
                  <a:pt x="0" y="971610"/>
                  <a:pt x="0" y="958178"/>
                </a:cubicBezTo>
                <a:cubicBezTo>
                  <a:pt x="0" y="944746"/>
                  <a:pt x="10888" y="933858"/>
                  <a:pt x="24320" y="933858"/>
                </a:cubicBezTo>
                <a:close/>
                <a:moveTo>
                  <a:pt x="452944" y="778215"/>
                </a:moveTo>
                <a:cubicBezTo>
                  <a:pt x="466376" y="778215"/>
                  <a:pt x="477264" y="789103"/>
                  <a:pt x="477264" y="802535"/>
                </a:cubicBezTo>
                <a:cubicBezTo>
                  <a:pt x="477264" y="815967"/>
                  <a:pt x="466376" y="826855"/>
                  <a:pt x="452944" y="826855"/>
                </a:cubicBezTo>
                <a:cubicBezTo>
                  <a:pt x="439512" y="826855"/>
                  <a:pt x="428624" y="815967"/>
                  <a:pt x="428624" y="802535"/>
                </a:cubicBezTo>
                <a:cubicBezTo>
                  <a:pt x="428624" y="789103"/>
                  <a:pt x="439512" y="778215"/>
                  <a:pt x="452944" y="778215"/>
                </a:cubicBezTo>
                <a:close/>
                <a:moveTo>
                  <a:pt x="345788" y="778215"/>
                </a:moveTo>
                <a:cubicBezTo>
                  <a:pt x="359220" y="778215"/>
                  <a:pt x="370108" y="789103"/>
                  <a:pt x="370108" y="802535"/>
                </a:cubicBezTo>
                <a:cubicBezTo>
                  <a:pt x="370108" y="815967"/>
                  <a:pt x="359220" y="826855"/>
                  <a:pt x="345788" y="826855"/>
                </a:cubicBezTo>
                <a:cubicBezTo>
                  <a:pt x="332356" y="826855"/>
                  <a:pt x="321468" y="815967"/>
                  <a:pt x="321468" y="802535"/>
                </a:cubicBezTo>
                <a:cubicBezTo>
                  <a:pt x="321468" y="789103"/>
                  <a:pt x="332356" y="778215"/>
                  <a:pt x="345788" y="778215"/>
                </a:cubicBezTo>
                <a:close/>
                <a:moveTo>
                  <a:pt x="238632" y="778215"/>
                </a:moveTo>
                <a:cubicBezTo>
                  <a:pt x="252064" y="778215"/>
                  <a:pt x="262952" y="789103"/>
                  <a:pt x="262952" y="802535"/>
                </a:cubicBezTo>
                <a:cubicBezTo>
                  <a:pt x="262952" y="815967"/>
                  <a:pt x="252064" y="826855"/>
                  <a:pt x="238632" y="826855"/>
                </a:cubicBezTo>
                <a:cubicBezTo>
                  <a:pt x="225200" y="826855"/>
                  <a:pt x="214312" y="815967"/>
                  <a:pt x="214312" y="802535"/>
                </a:cubicBezTo>
                <a:cubicBezTo>
                  <a:pt x="214312" y="789103"/>
                  <a:pt x="225200" y="778215"/>
                  <a:pt x="238632" y="778215"/>
                </a:cubicBezTo>
                <a:close/>
                <a:moveTo>
                  <a:pt x="131476" y="778215"/>
                </a:moveTo>
                <a:cubicBezTo>
                  <a:pt x="144908" y="778215"/>
                  <a:pt x="155796" y="789103"/>
                  <a:pt x="155796" y="802535"/>
                </a:cubicBezTo>
                <a:cubicBezTo>
                  <a:pt x="155796" y="815967"/>
                  <a:pt x="144908" y="826855"/>
                  <a:pt x="131476" y="826855"/>
                </a:cubicBezTo>
                <a:cubicBezTo>
                  <a:pt x="118044" y="826855"/>
                  <a:pt x="107156" y="815967"/>
                  <a:pt x="107156" y="802535"/>
                </a:cubicBezTo>
                <a:cubicBezTo>
                  <a:pt x="107156" y="789103"/>
                  <a:pt x="118044" y="778215"/>
                  <a:pt x="131476" y="778215"/>
                </a:cubicBezTo>
                <a:close/>
                <a:moveTo>
                  <a:pt x="24320" y="778215"/>
                </a:moveTo>
                <a:cubicBezTo>
                  <a:pt x="37752" y="778215"/>
                  <a:pt x="48640" y="789103"/>
                  <a:pt x="48640" y="802535"/>
                </a:cubicBezTo>
                <a:cubicBezTo>
                  <a:pt x="48640" y="815967"/>
                  <a:pt x="37752" y="826855"/>
                  <a:pt x="24320" y="826855"/>
                </a:cubicBezTo>
                <a:cubicBezTo>
                  <a:pt x="10888" y="826855"/>
                  <a:pt x="0" y="815967"/>
                  <a:pt x="0" y="802535"/>
                </a:cubicBezTo>
                <a:cubicBezTo>
                  <a:pt x="0" y="789103"/>
                  <a:pt x="10888" y="778215"/>
                  <a:pt x="24320" y="778215"/>
                </a:cubicBezTo>
                <a:close/>
                <a:moveTo>
                  <a:pt x="452944" y="622572"/>
                </a:moveTo>
                <a:cubicBezTo>
                  <a:pt x="466376" y="622572"/>
                  <a:pt x="477264" y="633460"/>
                  <a:pt x="477264" y="646892"/>
                </a:cubicBezTo>
                <a:cubicBezTo>
                  <a:pt x="477264" y="660324"/>
                  <a:pt x="466376" y="671212"/>
                  <a:pt x="452944" y="671212"/>
                </a:cubicBezTo>
                <a:cubicBezTo>
                  <a:pt x="439512" y="671212"/>
                  <a:pt x="428624" y="660324"/>
                  <a:pt x="428624" y="646892"/>
                </a:cubicBezTo>
                <a:cubicBezTo>
                  <a:pt x="428624" y="633460"/>
                  <a:pt x="439512" y="622572"/>
                  <a:pt x="452944" y="622572"/>
                </a:cubicBezTo>
                <a:close/>
                <a:moveTo>
                  <a:pt x="345788" y="622572"/>
                </a:moveTo>
                <a:cubicBezTo>
                  <a:pt x="359220" y="622572"/>
                  <a:pt x="370108" y="633460"/>
                  <a:pt x="370108" y="646892"/>
                </a:cubicBezTo>
                <a:cubicBezTo>
                  <a:pt x="370108" y="660324"/>
                  <a:pt x="359220" y="671212"/>
                  <a:pt x="345788" y="671212"/>
                </a:cubicBezTo>
                <a:cubicBezTo>
                  <a:pt x="332356" y="671212"/>
                  <a:pt x="321468" y="660324"/>
                  <a:pt x="321468" y="646892"/>
                </a:cubicBezTo>
                <a:cubicBezTo>
                  <a:pt x="321468" y="633460"/>
                  <a:pt x="332356" y="622572"/>
                  <a:pt x="345788" y="622572"/>
                </a:cubicBezTo>
                <a:close/>
                <a:moveTo>
                  <a:pt x="238632" y="622572"/>
                </a:moveTo>
                <a:cubicBezTo>
                  <a:pt x="252064" y="622572"/>
                  <a:pt x="262952" y="633460"/>
                  <a:pt x="262952" y="646892"/>
                </a:cubicBezTo>
                <a:cubicBezTo>
                  <a:pt x="262952" y="660324"/>
                  <a:pt x="252064" y="671212"/>
                  <a:pt x="238632" y="671212"/>
                </a:cubicBezTo>
                <a:cubicBezTo>
                  <a:pt x="225200" y="671212"/>
                  <a:pt x="214312" y="660324"/>
                  <a:pt x="214312" y="646892"/>
                </a:cubicBezTo>
                <a:cubicBezTo>
                  <a:pt x="214312" y="633460"/>
                  <a:pt x="225200" y="622572"/>
                  <a:pt x="238632" y="622572"/>
                </a:cubicBezTo>
                <a:close/>
                <a:moveTo>
                  <a:pt x="131476" y="622572"/>
                </a:moveTo>
                <a:cubicBezTo>
                  <a:pt x="144908" y="622572"/>
                  <a:pt x="155796" y="633460"/>
                  <a:pt x="155796" y="646892"/>
                </a:cubicBezTo>
                <a:cubicBezTo>
                  <a:pt x="155796" y="660324"/>
                  <a:pt x="144908" y="671212"/>
                  <a:pt x="131476" y="671212"/>
                </a:cubicBezTo>
                <a:cubicBezTo>
                  <a:pt x="118044" y="671212"/>
                  <a:pt x="107156" y="660324"/>
                  <a:pt x="107156" y="646892"/>
                </a:cubicBezTo>
                <a:cubicBezTo>
                  <a:pt x="107156" y="633460"/>
                  <a:pt x="118044" y="622572"/>
                  <a:pt x="131476" y="622572"/>
                </a:cubicBezTo>
                <a:close/>
                <a:moveTo>
                  <a:pt x="24320" y="622572"/>
                </a:moveTo>
                <a:cubicBezTo>
                  <a:pt x="37752" y="622572"/>
                  <a:pt x="48640" y="633460"/>
                  <a:pt x="48640" y="646892"/>
                </a:cubicBezTo>
                <a:cubicBezTo>
                  <a:pt x="48640" y="660324"/>
                  <a:pt x="37752" y="671212"/>
                  <a:pt x="24320" y="671212"/>
                </a:cubicBezTo>
                <a:cubicBezTo>
                  <a:pt x="10888" y="671212"/>
                  <a:pt x="0" y="660324"/>
                  <a:pt x="0" y="646892"/>
                </a:cubicBezTo>
                <a:cubicBezTo>
                  <a:pt x="0" y="633460"/>
                  <a:pt x="10888" y="622572"/>
                  <a:pt x="24320" y="622572"/>
                </a:cubicBezTo>
                <a:close/>
                <a:moveTo>
                  <a:pt x="24320" y="466929"/>
                </a:moveTo>
                <a:cubicBezTo>
                  <a:pt x="37752" y="466929"/>
                  <a:pt x="48640" y="477817"/>
                  <a:pt x="48640" y="491249"/>
                </a:cubicBezTo>
                <a:cubicBezTo>
                  <a:pt x="48640" y="504681"/>
                  <a:pt x="37752" y="515569"/>
                  <a:pt x="24320" y="515569"/>
                </a:cubicBezTo>
                <a:cubicBezTo>
                  <a:pt x="10888" y="515569"/>
                  <a:pt x="0" y="504681"/>
                  <a:pt x="0" y="491249"/>
                </a:cubicBezTo>
                <a:cubicBezTo>
                  <a:pt x="0" y="477817"/>
                  <a:pt x="10888" y="466929"/>
                  <a:pt x="24320" y="466929"/>
                </a:cubicBezTo>
                <a:close/>
                <a:moveTo>
                  <a:pt x="131476" y="466929"/>
                </a:moveTo>
                <a:cubicBezTo>
                  <a:pt x="144908" y="466929"/>
                  <a:pt x="155796" y="477817"/>
                  <a:pt x="155796" y="491249"/>
                </a:cubicBezTo>
                <a:cubicBezTo>
                  <a:pt x="155796" y="504681"/>
                  <a:pt x="144908" y="515569"/>
                  <a:pt x="131476" y="515569"/>
                </a:cubicBezTo>
                <a:cubicBezTo>
                  <a:pt x="118044" y="515569"/>
                  <a:pt x="107156" y="504681"/>
                  <a:pt x="107156" y="491249"/>
                </a:cubicBezTo>
                <a:cubicBezTo>
                  <a:pt x="107156" y="477817"/>
                  <a:pt x="118044" y="466929"/>
                  <a:pt x="131476" y="466929"/>
                </a:cubicBezTo>
                <a:close/>
                <a:moveTo>
                  <a:pt x="238632" y="466929"/>
                </a:moveTo>
                <a:cubicBezTo>
                  <a:pt x="252064" y="466929"/>
                  <a:pt x="262952" y="477817"/>
                  <a:pt x="262952" y="491249"/>
                </a:cubicBezTo>
                <a:cubicBezTo>
                  <a:pt x="262952" y="504681"/>
                  <a:pt x="252064" y="515569"/>
                  <a:pt x="238632" y="515569"/>
                </a:cubicBezTo>
                <a:cubicBezTo>
                  <a:pt x="225200" y="515569"/>
                  <a:pt x="214312" y="504681"/>
                  <a:pt x="214312" y="491249"/>
                </a:cubicBezTo>
                <a:cubicBezTo>
                  <a:pt x="214312" y="477817"/>
                  <a:pt x="225200" y="466929"/>
                  <a:pt x="238632" y="466929"/>
                </a:cubicBezTo>
                <a:close/>
                <a:moveTo>
                  <a:pt x="345788" y="466929"/>
                </a:moveTo>
                <a:cubicBezTo>
                  <a:pt x="359220" y="466929"/>
                  <a:pt x="370108" y="477817"/>
                  <a:pt x="370108" y="491249"/>
                </a:cubicBezTo>
                <a:cubicBezTo>
                  <a:pt x="370108" y="504681"/>
                  <a:pt x="359220" y="515569"/>
                  <a:pt x="345788" y="515569"/>
                </a:cubicBezTo>
                <a:cubicBezTo>
                  <a:pt x="332356" y="515569"/>
                  <a:pt x="321468" y="504681"/>
                  <a:pt x="321468" y="491249"/>
                </a:cubicBezTo>
                <a:cubicBezTo>
                  <a:pt x="321468" y="477817"/>
                  <a:pt x="332356" y="466929"/>
                  <a:pt x="345788" y="466929"/>
                </a:cubicBezTo>
                <a:close/>
                <a:moveTo>
                  <a:pt x="452944" y="466929"/>
                </a:moveTo>
                <a:cubicBezTo>
                  <a:pt x="466376" y="466929"/>
                  <a:pt x="477264" y="477817"/>
                  <a:pt x="477264" y="491249"/>
                </a:cubicBezTo>
                <a:cubicBezTo>
                  <a:pt x="477264" y="504681"/>
                  <a:pt x="466376" y="515569"/>
                  <a:pt x="452944" y="515569"/>
                </a:cubicBezTo>
                <a:cubicBezTo>
                  <a:pt x="439512" y="515569"/>
                  <a:pt x="428624" y="504681"/>
                  <a:pt x="428624" y="491249"/>
                </a:cubicBezTo>
                <a:cubicBezTo>
                  <a:pt x="428624" y="477817"/>
                  <a:pt x="439512" y="466929"/>
                  <a:pt x="452944" y="466929"/>
                </a:cubicBezTo>
                <a:close/>
                <a:moveTo>
                  <a:pt x="24320" y="311287"/>
                </a:moveTo>
                <a:cubicBezTo>
                  <a:pt x="37752" y="311287"/>
                  <a:pt x="48640" y="322175"/>
                  <a:pt x="48640" y="335607"/>
                </a:cubicBezTo>
                <a:cubicBezTo>
                  <a:pt x="48640" y="349038"/>
                  <a:pt x="37752" y="359926"/>
                  <a:pt x="24320" y="359926"/>
                </a:cubicBezTo>
                <a:cubicBezTo>
                  <a:pt x="10888" y="359926"/>
                  <a:pt x="0" y="349038"/>
                  <a:pt x="0" y="335607"/>
                </a:cubicBezTo>
                <a:cubicBezTo>
                  <a:pt x="0" y="322175"/>
                  <a:pt x="10888" y="311287"/>
                  <a:pt x="24320" y="311287"/>
                </a:cubicBezTo>
                <a:close/>
                <a:moveTo>
                  <a:pt x="131476" y="311286"/>
                </a:moveTo>
                <a:cubicBezTo>
                  <a:pt x="144908" y="311286"/>
                  <a:pt x="155796" y="322174"/>
                  <a:pt x="155796" y="335606"/>
                </a:cubicBezTo>
                <a:cubicBezTo>
                  <a:pt x="155796" y="349038"/>
                  <a:pt x="144908" y="359926"/>
                  <a:pt x="131476" y="359926"/>
                </a:cubicBezTo>
                <a:cubicBezTo>
                  <a:pt x="118044" y="359926"/>
                  <a:pt x="107156" y="349038"/>
                  <a:pt x="107156" y="335606"/>
                </a:cubicBezTo>
                <a:cubicBezTo>
                  <a:pt x="107156" y="322174"/>
                  <a:pt x="118044" y="311286"/>
                  <a:pt x="131476" y="311286"/>
                </a:cubicBezTo>
                <a:close/>
                <a:moveTo>
                  <a:pt x="238632" y="311286"/>
                </a:moveTo>
                <a:cubicBezTo>
                  <a:pt x="252064" y="311286"/>
                  <a:pt x="262952" y="322174"/>
                  <a:pt x="262952" y="335606"/>
                </a:cubicBezTo>
                <a:cubicBezTo>
                  <a:pt x="262952" y="349038"/>
                  <a:pt x="252064" y="359926"/>
                  <a:pt x="238632" y="359926"/>
                </a:cubicBezTo>
                <a:cubicBezTo>
                  <a:pt x="225200" y="359926"/>
                  <a:pt x="214312" y="349038"/>
                  <a:pt x="214312" y="335606"/>
                </a:cubicBezTo>
                <a:cubicBezTo>
                  <a:pt x="214312" y="322174"/>
                  <a:pt x="225200" y="311286"/>
                  <a:pt x="238632" y="311286"/>
                </a:cubicBezTo>
                <a:close/>
                <a:moveTo>
                  <a:pt x="345788" y="311286"/>
                </a:moveTo>
                <a:cubicBezTo>
                  <a:pt x="359220" y="311286"/>
                  <a:pt x="370108" y="322174"/>
                  <a:pt x="370108" y="335606"/>
                </a:cubicBezTo>
                <a:cubicBezTo>
                  <a:pt x="370108" y="349038"/>
                  <a:pt x="359220" y="359926"/>
                  <a:pt x="345788" y="359926"/>
                </a:cubicBezTo>
                <a:cubicBezTo>
                  <a:pt x="332356" y="359926"/>
                  <a:pt x="321468" y="349038"/>
                  <a:pt x="321468" y="335606"/>
                </a:cubicBezTo>
                <a:cubicBezTo>
                  <a:pt x="321468" y="322174"/>
                  <a:pt x="332356" y="311286"/>
                  <a:pt x="345788" y="311286"/>
                </a:cubicBezTo>
                <a:close/>
                <a:moveTo>
                  <a:pt x="452944" y="311286"/>
                </a:moveTo>
                <a:cubicBezTo>
                  <a:pt x="466376" y="311286"/>
                  <a:pt x="477264" y="322174"/>
                  <a:pt x="477264" y="335606"/>
                </a:cubicBezTo>
                <a:cubicBezTo>
                  <a:pt x="477264" y="349038"/>
                  <a:pt x="466376" y="359926"/>
                  <a:pt x="452944" y="359926"/>
                </a:cubicBezTo>
                <a:cubicBezTo>
                  <a:pt x="439512" y="359926"/>
                  <a:pt x="428624" y="349038"/>
                  <a:pt x="428624" y="335606"/>
                </a:cubicBezTo>
                <a:cubicBezTo>
                  <a:pt x="428624" y="322174"/>
                  <a:pt x="439512" y="311286"/>
                  <a:pt x="452944" y="311286"/>
                </a:cubicBezTo>
                <a:close/>
                <a:moveTo>
                  <a:pt x="24320" y="155643"/>
                </a:moveTo>
                <a:cubicBezTo>
                  <a:pt x="37752" y="155643"/>
                  <a:pt x="48640" y="166531"/>
                  <a:pt x="48640" y="179963"/>
                </a:cubicBezTo>
                <a:cubicBezTo>
                  <a:pt x="48640" y="193395"/>
                  <a:pt x="37752" y="204283"/>
                  <a:pt x="24320" y="204283"/>
                </a:cubicBezTo>
                <a:cubicBezTo>
                  <a:pt x="10888" y="204283"/>
                  <a:pt x="0" y="193395"/>
                  <a:pt x="0" y="179963"/>
                </a:cubicBezTo>
                <a:cubicBezTo>
                  <a:pt x="0" y="166531"/>
                  <a:pt x="10888" y="155643"/>
                  <a:pt x="24320" y="155643"/>
                </a:cubicBezTo>
                <a:close/>
                <a:moveTo>
                  <a:pt x="131476" y="155643"/>
                </a:moveTo>
                <a:cubicBezTo>
                  <a:pt x="144908" y="155643"/>
                  <a:pt x="155796" y="166531"/>
                  <a:pt x="155796" y="179963"/>
                </a:cubicBezTo>
                <a:cubicBezTo>
                  <a:pt x="155796" y="193395"/>
                  <a:pt x="144908" y="204283"/>
                  <a:pt x="131476" y="204283"/>
                </a:cubicBezTo>
                <a:cubicBezTo>
                  <a:pt x="118044" y="204283"/>
                  <a:pt x="107156" y="193395"/>
                  <a:pt x="107156" y="179963"/>
                </a:cubicBezTo>
                <a:cubicBezTo>
                  <a:pt x="107156" y="166531"/>
                  <a:pt x="118044" y="155643"/>
                  <a:pt x="131476" y="155643"/>
                </a:cubicBezTo>
                <a:close/>
                <a:moveTo>
                  <a:pt x="238632" y="155643"/>
                </a:moveTo>
                <a:cubicBezTo>
                  <a:pt x="252064" y="155643"/>
                  <a:pt x="262952" y="166531"/>
                  <a:pt x="262952" y="179963"/>
                </a:cubicBezTo>
                <a:cubicBezTo>
                  <a:pt x="262952" y="193395"/>
                  <a:pt x="252064" y="204283"/>
                  <a:pt x="238632" y="204283"/>
                </a:cubicBezTo>
                <a:cubicBezTo>
                  <a:pt x="225200" y="204283"/>
                  <a:pt x="214312" y="193395"/>
                  <a:pt x="214312" y="179963"/>
                </a:cubicBezTo>
                <a:cubicBezTo>
                  <a:pt x="214312" y="166531"/>
                  <a:pt x="225200" y="155643"/>
                  <a:pt x="238632" y="155643"/>
                </a:cubicBezTo>
                <a:close/>
                <a:moveTo>
                  <a:pt x="345788" y="155643"/>
                </a:moveTo>
                <a:cubicBezTo>
                  <a:pt x="359220" y="155643"/>
                  <a:pt x="370108" y="166531"/>
                  <a:pt x="370108" y="179963"/>
                </a:cubicBezTo>
                <a:cubicBezTo>
                  <a:pt x="370108" y="193395"/>
                  <a:pt x="359220" y="204283"/>
                  <a:pt x="345788" y="204283"/>
                </a:cubicBezTo>
                <a:cubicBezTo>
                  <a:pt x="332356" y="204283"/>
                  <a:pt x="321468" y="193395"/>
                  <a:pt x="321468" y="179963"/>
                </a:cubicBezTo>
                <a:cubicBezTo>
                  <a:pt x="321468" y="166531"/>
                  <a:pt x="332356" y="155643"/>
                  <a:pt x="345788" y="155643"/>
                </a:cubicBezTo>
                <a:close/>
                <a:moveTo>
                  <a:pt x="452944" y="155643"/>
                </a:moveTo>
                <a:cubicBezTo>
                  <a:pt x="466376" y="155643"/>
                  <a:pt x="477264" y="166531"/>
                  <a:pt x="477264" y="179963"/>
                </a:cubicBezTo>
                <a:cubicBezTo>
                  <a:pt x="477264" y="193395"/>
                  <a:pt x="466376" y="204283"/>
                  <a:pt x="452944" y="204283"/>
                </a:cubicBezTo>
                <a:cubicBezTo>
                  <a:pt x="439512" y="204283"/>
                  <a:pt x="428624" y="193395"/>
                  <a:pt x="428624" y="179963"/>
                </a:cubicBezTo>
                <a:cubicBezTo>
                  <a:pt x="428624" y="166531"/>
                  <a:pt x="439512" y="155643"/>
                  <a:pt x="452944" y="155643"/>
                </a:cubicBezTo>
                <a:close/>
                <a:moveTo>
                  <a:pt x="452944" y="0"/>
                </a:moveTo>
                <a:cubicBezTo>
                  <a:pt x="466376" y="0"/>
                  <a:pt x="477264" y="10888"/>
                  <a:pt x="477264" y="24320"/>
                </a:cubicBezTo>
                <a:cubicBezTo>
                  <a:pt x="477264" y="37752"/>
                  <a:pt x="466376" y="48640"/>
                  <a:pt x="452944" y="48640"/>
                </a:cubicBezTo>
                <a:cubicBezTo>
                  <a:pt x="439512" y="48640"/>
                  <a:pt x="428624" y="37752"/>
                  <a:pt x="428624" y="24320"/>
                </a:cubicBezTo>
                <a:cubicBezTo>
                  <a:pt x="428624" y="10888"/>
                  <a:pt x="439512" y="0"/>
                  <a:pt x="452944" y="0"/>
                </a:cubicBezTo>
                <a:close/>
                <a:moveTo>
                  <a:pt x="345788" y="0"/>
                </a:moveTo>
                <a:cubicBezTo>
                  <a:pt x="359220" y="0"/>
                  <a:pt x="370108" y="10888"/>
                  <a:pt x="370108" y="24320"/>
                </a:cubicBezTo>
                <a:cubicBezTo>
                  <a:pt x="370108" y="37752"/>
                  <a:pt x="359220" y="48640"/>
                  <a:pt x="345788" y="48640"/>
                </a:cubicBezTo>
                <a:cubicBezTo>
                  <a:pt x="332356" y="48640"/>
                  <a:pt x="321468" y="37752"/>
                  <a:pt x="321468" y="24320"/>
                </a:cubicBezTo>
                <a:cubicBezTo>
                  <a:pt x="321468" y="10888"/>
                  <a:pt x="332356" y="0"/>
                  <a:pt x="345788" y="0"/>
                </a:cubicBezTo>
                <a:close/>
                <a:moveTo>
                  <a:pt x="238632" y="0"/>
                </a:moveTo>
                <a:cubicBezTo>
                  <a:pt x="252064" y="0"/>
                  <a:pt x="262952" y="10888"/>
                  <a:pt x="262952" y="24320"/>
                </a:cubicBezTo>
                <a:cubicBezTo>
                  <a:pt x="262952" y="37752"/>
                  <a:pt x="252064" y="48640"/>
                  <a:pt x="238632" y="48640"/>
                </a:cubicBezTo>
                <a:cubicBezTo>
                  <a:pt x="225200" y="48640"/>
                  <a:pt x="214312" y="37752"/>
                  <a:pt x="214312" y="24320"/>
                </a:cubicBezTo>
                <a:cubicBezTo>
                  <a:pt x="214312" y="10888"/>
                  <a:pt x="225200" y="0"/>
                  <a:pt x="238632" y="0"/>
                </a:cubicBezTo>
                <a:close/>
                <a:moveTo>
                  <a:pt x="131476" y="0"/>
                </a:moveTo>
                <a:cubicBezTo>
                  <a:pt x="144908" y="0"/>
                  <a:pt x="155796" y="10888"/>
                  <a:pt x="155796" y="24320"/>
                </a:cubicBezTo>
                <a:cubicBezTo>
                  <a:pt x="155796" y="37752"/>
                  <a:pt x="144908" y="48640"/>
                  <a:pt x="131476" y="48640"/>
                </a:cubicBezTo>
                <a:cubicBezTo>
                  <a:pt x="118044" y="48640"/>
                  <a:pt x="107156" y="37752"/>
                  <a:pt x="107156" y="24320"/>
                </a:cubicBezTo>
                <a:cubicBezTo>
                  <a:pt x="107156" y="10888"/>
                  <a:pt x="118044" y="0"/>
                  <a:pt x="131476" y="0"/>
                </a:cubicBezTo>
                <a:close/>
                <a:moveTo>
                  <a:pt x="24320" y="0"/>
                </a:moveTo>
                <a:cubicBezTo>
                  <a:pt x="37752" y="0"/>
                  <a:pt x="48640" y="10888"/>
                  <a:pt x="48640" y="24320"/>
                </a:cubicBezTo>
                <a:cubicBezTo>
                  <a:pt x="48640" y="37752"/>
                  <a:pt x="37752" y="48640"/>
                  <a:pt x="24320" y="48640"/>
                </a:cubicBezTo>
                <a:cubicBezTo>
                  <a:pt x="10888" y="48640"/>
                  <a:pt x="0" y="37752"/>
                  <a:pt x="0" y="24320"/>
                </a:cubicBezTo>
                <a:cubicBezTo>
                  <a:pt x="0" y="10888"/>
                  <a:pt x="10888" y="0"/>
                  <a:pt x="24320" y="0"/>
                </a:cubicBezTo>
                <a:close/>
              </a:path>
            </a:pathLst>
          </a:custGeom>
          <a:gradFill flip="none" rotWithShape="1">
            <a:gsLst>
              <a:gs pos="0">
                <a:srgbClr val="FFFFFF"/>
              </a:gs>
              <a:gs pos="100000">
                <a:srgbClr val="FFFFFF">
                  <a:alpha val="0"/>
                </a:srgbClr>
              </a:gs>
            </a:gsLst>
            <a:lin ang="54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sp>
        <p:nvSpPr>
          <p:cNvPr id="26" name="任意多边形: 形状 25"/>
          <p:cNvSpPr/>
          <p:nvPr/>
        </p:nvSpPr>
        <p:spPr>
          <a:xfrm rot="16200000">
            <a:off x="761999" y="275919"/>
            <a:ext cx="344335" cy="708849"/>
          </a:xfrm>
          <a:custGeom>
            <a:avLst/>
            <a:gdLst>
              <a:gd name="connsiteX0" fmla="*/ 452944 w 477264"/>
              <a:gd name="connsiteY0" fmla="*/ 933858 h 982498"/>
              <a:gd name="connsiteX1" fmla="*/ 477264 w 477264"/>
              <a:gd name="connsiteY1" fmla="*/ 958178 h 982498"/>
              <a:gd name="connsiteX2" fmla="*/ 452944 w 477264"/>
              <a:gd name="connsiteY2" fmla="*/ 982498 h 982498"/>
              <a:gd name="connsiteX3" fmla="*/ 428624 w 477264"/>
              <a:gd name="connsiteY3" fmla="*/ 958178 h 982498"/>
              <a:gd name="connsiteX4" fmla="*/ 452944 w 477264"/>
              <a:gd name="connsiteY4" fmla="*/ 933858 h 982498"/>
              <a:gd name="connsiteX5" fmla="*/ 345788 w 477264"/>
              <a:gd name="connsiteY5" fmla="*/ 933858 h 982498"/>
              <a:gd name="connsiteX6" fmla="*/ 370108 w 477264"/>
              <a:gd name="connsiteY6" fmla="*/ 958178 h 982498"/>
              <a:gd name="connsiteX7" fmla="*/ 345788 w 477264"/>
              <a:gd name="connsiteY7" fmla="*/ 982498 h 982498"/>
              <a:gd name="connsiteX8" fmla="*/ 321468 w 477264"/>
              <a:gd name="connsiteY8" fmla="*/ 958178 h 982498"/>
              <a:gd name="connsiteX9" fmla="*/ 345788 w 477264"/>
              <a:gd name="connsiteY9" fmla="*/ 933858 h 982498"/>
              <a:gd name="connsiteX10" fmla="*/ 238632 w 477264"/>
              <a:gd name="connsiteY10" fmla="*/ 933858 h 982498"/>
              <a:gd name="connsiteX11" fmla="*/ 262952 w 477264"/>
              <a:gd name="connsiteY11" fmla="*/ 958178 h 982498"/>
              <a:gd name="connsiteX12" fmla="*/ 238632 w 477264"/>
              <a:gd name="connsiteY12" fmla="*/ 982498 h 982498"/>
              <a:gd name="connsiteX13" fmla="*/ 214312 w 477264"/>
              <a:gd name="connsiteY13" fmla="*/ 958178 h 982498"/>
              <a:gd name="connsiteX14" fmla="*/ 238632 w 477264"/>
              <a:gd name="connsiteY14" fmla="*/ 933858 h 982498"/>
              <a:gd name="connsiteX15" fmla="*/ 131476 w 477264"/>
              <a:gd name="connsiteY15" fmla="*/ 933858 h 982498"/>
              <a:gd name="connsiteX16" fmla="*/ 155796 w 477264"/>
              <a:gd name="connsiteY16" fmla="*/ 958178 h 982498"/>
              <a:gd name="connsiteX17" fmla="*/ 131476 w 477264"/>
              <a:gd name="connsiteY17" fmla="*/ 982498 h 982498"/>
              <a:gd name="connsiteX18" fmla="*/ 107156 w 477264"/>
              <a:gd name="connsiteY18" fmla="*/ 958178 h 982498"/>
              <a:gd name="connsiteX19" fmla="*/ 131476 w 477264"/>
              <a:gd name="connsiteY19" fmla="*/ 933858 h 982498"/>
              <a:gd name="connsiteX20" fmla="*/ 24320 w 477264"/>
              <a:gd name="connsiteY20" fmla="*/ 933858 h 982498"/>
              <a:gd name="connsiteX21" fmla="*/ 48640 w 477264"/>
              <a:gd name="connsiteY21" fmla="*/ 958178 h 982498"/>
              <a:gd name="connsiteX22" fmla="*/ 24320 w 477264"/>
              <a:gd name="connsiteY22" fmla="*/ 982498 h 982498"/>
              <a:gd name="connsiteX23" fmla="*/ 0 w 477264"/>
              <a:gd name="connsiteY23" fmla="*/ 958178 h 982498"/>
              <a:gd name="connsiteX24" fmla="*/ 24320 w 477264"/>
              <a:gd name="connsiteY24" fmla="*/ 933858 h 982498"/>
              <a:gd name="connsiteX25" fmla="*/ 452944 w 477264"/>
              <a:gd name="connsiteY25" fmla="*/ 778215 h 982498"/>
              <a:gd name="connsiteX26" fmla="*/ 477264 w 477264"/>
              <a:gd name="connsiteY26" fmla="*/ 802535 h 982498"/>
              <a:gd name="connsiteX27" fmla="*/ 452944 w 477264"/>
              <a:gd name="connsiteY27" fmla="*/ 826855 h 982498"/>
              <a:gd name="connsiteX28" fmla="*/ 428624 w 477264"/>
              <a:gd name="connsiteY28" fmla="*/ 802535 h 982498"/>
              <a:gd name="connsiteX29" fmla="*/ 452944 w 477264"/>
              <a:gd name="connsiteY29" fmla="*/ 778215 h 982498"/>
              <a:gd name="connsiteX30" fmla="*/ 345788 w 477264"/>
              <a:gd name="connsiteY30" fmla="*/ 778215 h 982498"/>
              <a:gd name="connsiteX31" fmla="*/ 370108 w 477264"/>
              <a:gd name="connsiteY31" fmla="*/ 802535 h 982498"/>
              <a:gd name="connsiteX32" fmla="*/ 345788 w 477264"/>
              <a:gd name="connsiteY32" fmla="*/ 826855 h 982498"/>
              <a:gd name="connsiteX33" fmla="*/ 321468 w 477264"/>
              <a:gd name="connsiteY33" fmla="*/ 802535 h 982498"/>
              <a:gd name="connsiteX34" fmla="*/ 345788 w 477264"/>
              <a:gd name="connsiteY34" fmla="*/ 778215 h 982498"/>
              <a:gd name="connsiteX35" fmla="*/ 238632 w 477264"/>
              <a:gd name="connsiteY35" fmla="*/ 778215 h 982498"/>
              <a:gd name="connsiteX36" fmla="*/ 262952 w 477264"/>
              <a:gd name="connsiteY36" fmla="*/ 802535 h 982498"/>
              <a:gd name="connsiteX37" fmla="*/ 238632 w 477264"/>
              <a:gd name="connsiteY37" fmla="*/ 826855 h 982498"/>
              <a:gd name="connsiteX38" fmla="*/ 214312 w 477264"/>
              <a:gd name="connsiteY38" fmla="*/ 802535 h 982498"/>
              <a:gd name="connsiteX39" fmla="*/ 238632 w 477264"/>
              <a:gd name="connsiteY39" fmla="*/ 778215 h 982498"/>
              <a:gd name="connsiteX40" fmla="*/ 131476 w 477264"/>
              <a:gd name="connsiteY40" fmla="*/ 778215 h 982498"/>
              <a:gd name="connsiteX41" fmla="*/ 155796 w 477264"/>
              <a:gd name="connsiteY41" fmla="*/ 802535 h 982498"/>
              <a:gd name="connsiteX42" fmla="*/ 131476 w 477264"/>
              <a:gd name="connsiteY42" fmla="*/ 826855 h 982498"/>
              <a:gd name="connsiteX43" fmla="*/ 107156 w 477264"/>
              <a:gd name="connsiteY43" fmla="*/ 802535 h 982498"/>
              <a:gd name="connsiteX44" fmla="*/ 131476 w 477264"/>
              <a:gd name="connsiteY44" fmla="*/ 778215 h 982498"/>
              <a:gd name="connsiteX45" fmla="*/ 24320 w 477264"/>
              <a:gd name="connsiteY45" fmla="*/ 778215 h 982498"/>
              <a:gd name="connsiteX46" fmla="*/ 48640 w 477264"/>
              <a:gd name="connsiteY46" fmla="*/ 802535 h 982498"/>
              <a:gd name="connsiteX47" fmla="*/ 24320 w 477264"/>
              <a:gd name="connsiteY47" fmla="*/ 826855 h 982498"/>
              <a:gd name="connsiteX48" fmla="*/ 0 w 477264"/>
              <a:gd name="connsiteY48" fmla="*/ 802535 h 982498"/>
              <a:gd name="connsiteX49" fmla="*/ 24320 w 477264"/>
              <a:gd name="connsiteY49" fmla="*/ 778215 h 982498"/>
              <a:gd name="connsiteX50" fmla="*/ 452944 w 477264"/>
              <a:gd name="connsiteY50" fmla="*/ 622572 h 982498"/>
              <a:gd name="connsiteX51" fmla="*/ 477264 w 477264"/>
              <a:gd name="connsiteY51" fmla="*/ 646892 h 982498"/>
              <a:gd name="connsiteX52" fmla="*/ 452944 w 477264"/>
              <a:gd name="connsiteY52" fmla="*/ 671212 h 982498"/>
              <a:gd name="connsiteX53" fmla="*/ 428624 w 477264"/>
              <a:gd name="connsiteY53" fmla="*/ 646892 h 982498"/>
              <a:gd name="connsiteX54" fmla="*/ 452944 w 477264"/>
              <a:gd name="connsiteY54" fmla="*/ 622572 h 982498"/>
              <a:gd name="connsiteX55" fmla="*/ 345788 w 477264"/>
              <a:gd name="connsiteY55" fmla="*/ 622572 h 982498"/>
              <a:gd name="connsiteX56" fmla="*/ 370108 w 477264"/>
              <a:gd name="connsiteY56" fmla="*/ 646892 h 982498"/>
              <a:gd name="connsiteX57" fmla="*/ 345788 w 477264"/>
              <a:gd name="connsiteY57" fmla="*/ 671212 h 982498"/>
              <a:gd name="connsiteX58" fmla="*/ 321468 w 477264"/>
              <a:gd name="connsiteY58" fmla="*/ 646892 h 982498"/>
              <a:gd name="connsiteX59" fmla="*/ 345788 w 477264"/>
              <a:gd name="connsiteY59" fmla="*/ 622572 h 982498"/>
              <a:gd name="connsiteX60" fmla="*/ 238632 w 477264"/>
              <a:gd name="connsiteY60" fmla="*/ 622572 h 982498"/>
              <a:gd name="connsiteX61" fmla="*/ 262952 w 477264"/>
              <a:gd name="connsiteY61" fmla="*/ 646892 h 982498"/>
              <a:gd name="connsiteX62" fmla="*/ 238632 w 477264"/>
              <a:gd name="connsiteY62" fmla="*/ 671212 h 982498"/>
              <a:gd name="connsiteX63" fmla="*/ 214312 w 477264"/>
              <a:gd name="connsiteY63" fmla="*/ 646892 h 982498"/>
              <a:gd name="connsiteX64" fmla="*/ 238632 w 477264"/>
              <a:gd name="connsiteY64" fmla="*/ 622572 h 982498"/>
              <a:gd name="connsiteX65" fmla="*/ 131476 w 477264"/>
              <a:gd name="connsiteY65" fmla="*/ 622572 h 982498"/>
              <a:gd name="connsiteX66" fmla="*/ 155796 w 477264"/>
              <a:gd name="connsiteY66" fmla="*/ 646892 h 982498"/>
              <a:gd name="connsiteX67" fmla="*/ 131476 w 477264"/>
              <a:gd name="connsiteY67" fmla="*/ 671212 h 982498"/>
              <a:gd name="connsiteX68" fmla="*/ 107156 w 477264"/>
              <a:gd name="connsiteY68" fmla="*/ 646892 h 982498"/>
              <a:gd name="connsiteX69" fmla="*/ 131476 w 477264"/>
              <a:gd name="connsiteY69" fmla="*/ 622572 h 982498"/>
              <a:gd name="connsiteX70" fmla="*/ 24320 w 477264"/>
              <a:gd name="connsiteY70" fmla="*/ 622572 h 982498"/>
              <a:gd name="connsiteX71" fmla="*/ 48640 w 477264"/>
              <a:gd name="connsiteY71" fmla="*/ 646892 h 982498"/>
              <a:gd name="connsiteX72" fmla="*/ 24320 w 477264"/>
              <a:gd name="connsiteY72" fmla="*/ 671212 h 982498"/>
              <a:gd name="connsiteX73" fmla="*/ 0 w 477264"/>
              <a:gd name="connsiteY73" fmla="*/ 646892 h 982498"/>
              <a:gd name="connsiteX74" fmla="*/ 24320 w 477264"/>
              <a:gd name="connsiteY74" fmla="*/ 622572 h 982498"/>
              <a:gd name="connsiteX75" fmla="*/ 24320 w 477264"/>
              <a:gd name="connsiteY75" fmla="*/ 466929 h 982498"/>
              <a:gd name="connsiteX76" fmla="*/ 48640 w 477264"/>
              <a:gd name="connsiteY76" fmla="*/ 491249 h 982498"/>
              <a:gd name="connsiteX77" fmla="*/ 24320 w 477264"/>
              <a:gd name="connsiteY77" fmla="*/ 515569 h 982498"/>
              <a:gd name="connsiteX78" fmla="*/ 0 w 477264"/>
              <a:gd name="connsiteY78" fmla="*/ 491249 h 982498"/>
              <a:gd name="connsiteX79" fmla="*/ 24320 w 477264"/>
              <a:gd name="connsiteY79" fmla="*/ 466929 h 982498"/>
              <a:gd name="connsiteX80" fmla="*/ 131476 w 477264"/>
              <a:gd name="connsiteY80" fmla="*/ 466929 h 982498"/>
              <a:gd name="connsiteX81" fmla="*/ 155796 w 477264"/>
              <a:gd name="connsiteY81" fmla="*/ 491249 h 982498"/>
              <a:gd name="connsiteX82" fmla="*/ 131476 w 477264"/>
              <a:gd name="connsiteY82" fmla="*/ 515569 h 982498"/>
              <a:gd name="connsiteX83" fmla="*/ 107156 w 477264"/>
              <a:gd name="connsiteY83" fmla="*/ 491249 h 982498"/>
              <a:gd name="connsiteX84" fmla="*/ 131476 w 477264"/>
              <a:gd name="connsiteY84" fmla="*/ 466929 h 982498"/>
              <a:gd name="connsiteX85" fmla="*/ 238632 w 477264"/>
              <a:gd name="connsiteY85" fmla="*/ 466929 h 982498"/>
              <a:gd name="connsiteX86" fmla="*/ 262952 w 477264"/>
              <a:gd name="connsiteY86" fmla="*/ 491249 h 982498"/>
              <a:gd name="connsiteX87" fmla="*/ 238632 w 477264"/>
              <a:gd name="connsiteY87" fmla="*/ 515569 h 982498"/>
              <a:gd name="connsiteX88" fmla="*/ 214312 w 477264"/>
              <a:gd name="connsiteY88" fmla="*/ 491249 h 982498"/>
              <a:gd name="connsiteX89" fmla="*/ 238632 w 477264"/>
              <a:gd name="connsiteY89" fmla="*/ 466929 h 982498"/>
              <a:gd name="connsiteX90" fmla="*/ 345788 w 477264"/>
              <a:gd name="connsiteY90" fmla="*/ 466929 h 982498"/>
              <a:gd name="connsiteX91" fmla="*/ 370108 w 477264"/>
              <a:gd name="connsiteY91" fmla="*/ 491249 h 982498"/>
              <a:gd name="connsiteX92" fmla="*/ 345788 w 477264"/>
              <a:gd name="connsiteY92" fmla="*/ 515569 h 982498"/>
              <a:gd name="connsiteX93" fmla="*/ 321468 w 477264"/>
              <a:gd name="connsiteY93" fmla="*/ 491249 h 982498"/>
              <a:gd name="connsiteX94" fmla="*/ 345788 w 477264"/>
              <a:gd name="connsiteY94" fmla="*/ 466929 h 982498"/>
              <a:gd name="connsiteX95" fmla="*/ 452944 w 477264"/>
              <a:gd name="connsiteY95" fmla="*/ 466929 h 982498"/>
              <a:gd name="connsiteX96" fmla="*/ 477264 w 477264"/>
              <a:gd name="connsiteY96" fmla="*/ 491249 h 982498"/>
              <a:gd name="connsiteX97" fmla="*/ 452944 w 477264"/>
              <a:gd name="connsiteY97" fmla="*/ 515569 h 982498"/>
              <a:gd name="connsiteX98" fmla="*/ 428624 w 477264"/>
              <a:gd name="connsiteY98" fmla="*/ 491249 h 982498"/>
              <a:gd name="connsiteX99" fmla="*/ 452944 w 477264"/>
              <a:gd name="connsiteY99" fmla="*/ 466929 h 982498"/>
              <a:gd name="connsiteX100" fmla="*/ 24320 w 477264"/>
              <a:gd name="connsiteY100" fmla="*/ 311287 h 982498"/>
              <a:gd name="connsiteX101" fmla="*/ 48640 w 477264"/>
              <a:gd name="connsiteY101" fmla="*/ 335607 h 982498"/>
              <a:gd name="connsiteX102" fmla="*/ 24320 w 477264"/>
              <a:gd name="connsiteY102" fmla="*/ 359926 h 982498"/>
              <a:gd name="connsiteX103" fmla="*/ 0 w 477264"/>
              <a:gd name="connsiteY103" fmla="*/ 335607 h 982498"/>
              <a:gd name="connsiteX104" fmla="*/ 24320 w 477264"/>
              <a:gd name="connsiteY104" fmla="*/ 311287 h 982498"/>
              <a:gd name="connsiteX105" fmla="*/ 131476 w 477264"/>
              <a:gd name="connsiteY105" fmla="*/ 311286 h 982498"/>
              <a:gd name="connsiteX106" fmla="*/ 155796 w 477264"/>
              <a:gd name="connsiteY106" fmla="*/ 335606 h 982498"/>
              <a:gd name="connsiteX107" fmla="*/ 131476 w 477264"/>
              <a:gd name="connsiteY107" fmla="*/ 359926 h 982498"/>
              <a:gd name="connsiteX108" fmla="*/ 107156 w 477264"/>
              <a:gd name="connsiteY108" fmla="*/ 335606 h 982498"/>
              <a:gd name="connsiteX109" fmla="*/ 131476 w 477264"/>
              <a:gd name="connsiteY109" fmla="*/ 311286 h 982498"/>
              <a:gd name="connsiteX110" fmla="*/ 238632 w 477264"/>
              <a:gd name="connsiteY110" fmla="*/ 311286 h 982498"/>
              <a:gd name="connsiteX111" fmla="*/ 262952 w 477264"/>
              <a:gd name="connsiteY111" fmla="*/ 335606 h 982498"/>
              <a:gd name="connsiteX112" fmla="*/ 238632 w 477264"/>
              <a:gd name="connsiteY112" fmla="*/ 359926 h 982498"/>
              <a:gd name="connsiteX113" fmla="*/ 214312 w 477264"/>
              <a:gd name="connsiteY113" fmla="*/ 335606 h 982498"/>
              <a:gd name="connsiteX114" fmla="*/ 238632 w 477264"/>
              <a:gd name="connsiteY114" fmla="*/ 311286 h 982498"/>
              <a:gd name="connsiteX115" fmla="*/ 345788 w 477264"/>
              <a:gd name="connsiteY115" fmla="*/ 311286 h 982498"/>
              <a:gd name="connsiteX116" fmla="*/ 370108 w 477264"/>
              <a:gd name="connsiteY116" fmla="*/ 335606 h 982498"/>
              <a:gd name="connsiteX117" fmla="*/ 345788 w 477264"/>
              <a:gd name="connsiteY117" fmla="*/ 359926 h 982498"/>
              <a:gd name="connsiteX118" fmla="*/ 321468 w 477264"/>
              <a:gd name="connsiteY118" fmla="*/ 335606 h 982498"/>
              <a:gd name="connsiteX119" fmla="*/ 345788 w 477264"/>
              <a:gd name="connsiteY119" fmla="*/ 311286 h 982498"/>
              <a:gd name="connsiteX120" fmla="*/ 452944 w 477264"/>
              <a:gd name="connsiteY120" fmla="*/ 311286 h 982498"/>
              <a:gd name="connsiteX121" fmla="*/ 477264 w 477264"/>
              <a:gd name="connsiteY121" fmla="*/ 335606 h 982498"/>
              <a:gd name="connsiteX122" fmla="*/ 452944 w 477264"/>
              <a:gd name="connsiteY122" fmla="*/ 359926 h 982498"/>
              <a:gd name="connsiteX123" fmla="*/ 428624 w 477264"/>
              <a:gd name="connsiteY123" fmla="*/ 335606 h 982498"/>
              <a:gd name="connsiteX124" fmla="*/ 452944 w 477264"/>
              <a:gd name="connsiteY124" fmla="*/ 311286 h 982498"/>
              <a:gd name="connsiteX125" fmla="*/ 24320 w 477264"/>
              <a:gd name="connsiteY125" fmla="*/ 155643 h 982498"/>
              <a:gd name="connsiteX126" fmla="*/ 48640 w 477264"/>
              <a:gd name="connsiteY126" fmla="*/ 179963 h 982498"/>
              <a:gd name="connsiteX127" fmla="*/ 24320 w 477264"/>
              <a:gd name="connsiteY127" fmla="*/ 204283 h 982498"/>
              <a:gd name="connsiteX128" fmla="*/ 0 w 477264"/>
              <a:gd name="connsiteY128" fmla="*/ 179963 h 982498"/>
              <a:gd name="connsiteX129" fmla="*/ 24320 w 477264"/>
              <a:gd name="connsiteY129" fmla="*/ 155643 h 982498"/>
              <a:gd name="connsiteX130" fmla="*/ 131476 w 477264"/>
              <a:gd name="connsiteY130" fmla="*/ 155643 h 982498"/>
              <a:gd name="connsiteX131" fmla="*/ 155796 w 477264"/>
              <a:gd name="connsiteY131" fmla="*/ 179963 h 982498"/>
              <a:gd name="connsiteX132" fmla="*/ 131476 w 477264"/>
              <a:gd name="connsiteY132" fmla="*/ 204283 h 982498"/>
              <a:gd name="connsiteX133" fmla="*/ 107156 w 477264"/>
              <a:gd name="connsiteY133" fmla="*/ 179963 h 982498"/>
              <a:gd name="connsiteX134" fmla="*/ 131476 w 477264"/>
              <a:gd name="connsiteY134" fmla="*/ 155643 h 982498"/>
              <a:gd name="connsiteX135" fmla="*/ 238632 w 477264"/>
              <a:gd name="connsiteY135" fmla="*/ 155643 h 982498"/>
              <a:gd name="connsiteX136" fmla="*/ 262952 w 477264"/>
              <a:gd name="connsiteY136" fmla="*/ 179963 h 982498"/>
              <a:gd name="connsiteX137" fmla="*/ 238632 w 477264"/>
              <a:gd name="connsiteY137" fmla="*/ 204283 h 982498"/>
              <a:gd name="connsiteX138" fmla="*/ 214312 w 477264"/>
              <a:gd name="connsiteY138" fmla="*/ 179963 h 982498"/>
              <a:gd name="connsiteX139" fmla="*/ 238632 w 477264"/>
              <a:gd name="connsiteY139" fmla="*/ 155643 h 982498"/>
              <a:gd name="connsiteX140" fmla="*/ 345788 w 477264"/>
              <a:gd name="connsiteY140" fmla="*/ 155643 h 982498"/>
              <a:gd name="connsiteX141" fmla="*/ 370108 w 477264"/>
              <a:gd name="connsiteY141" fmla="*/ 179963 h 982498"/>
              <a:gd name="connsiteX142" fmla="*/ 345788 w 477264"/>
              <a:gd name="connsiteY142" fmla="*/ 204283 h 982498"/>
              <a:gd name="connsiteX143" fmla="*/ 321468 w 477264"/>
              <a:gd name="connsiteY143" fmla="*/ 179963 h 982498"/>
              <a:gd name="connsiteX144" fmla="*/ 345788 w 477264"/>
              <a:gd name="connsiteY144" fmla="*/ 155643 h 982498"/>
              <a:gd name="connsiteX145" fmla="*/ 452944 w 477264"/>
              <a:gd name="connsiteY145" fmla="*/ 155643 h 982498"/>
              <a:gd name="connsiteX146" fmla="*/ 477264 w 477264"/>
              <a:gd name="connsiteY146" fmla="*/ 179963 h 982498"/>
              <a:gd name="connsiteX147" fmla="*/ 452944 w 477264"/>
              <a:gd name="connsiteY147" fmla="*/ 204283 h 982498"/>
              <a:gd name="connsiteX148" fmla="*/ 428624 w 477264"/>
              <a:gd name="connsiteY148" fmla="*/ 179963 h 982498"/>
              <a:gd name="connsiteX149" fmla="*/ 452944 w 477264"/>
              <a:gd name="connsiteY149" fmla="*/ 155643 h 982498"/>
              <a:gd name="connsiteX150" fmla="*/ 452944 w 477264"/>
              <a:gd name="connsiteY150" fmla="*/ 0 h 982498"/>
              <a:gd name="connsiteX151" fmla="*/ 477264 w 477264"/>
              <a:gd name="connsiteY151" fmla="*/ 24320 h 982498"/>
              <a:gd name="connsiteX152" fmla="*/ 452944 w 477264"/>
              <a:gd name="connsiteY152" fmla="*/ 48640 h 982498"/>
              <a:gd name="connsiteX153" fmla="*/ 428624 w 477264"/>
              <a:gd name="connsiteY153" fmla="*/ 24320 h 982498"/>
              <a:gd name="connsiteX154" fmla="*/ 452944 w 477264"/>
              <a:gd name="connsiteY154" fmla="*/ 0 h 982498"/>
              <a:gd name="connsiteX155" fmla="*/ 345788 w 477264"/>
              <a:gd name="connsiteY155" fmla="*/ 0 h 982498"/>
              <a:gd name="connsiteX156" fmla="*/ 370108 w 477264"/>
              <a:gd name="connsiteY156" fmla="*/ 24320 h 982498"/>
              <a:gd name="connsiteX157" fmla="*/ 345788 w 477264"/>
              <a:gd name="connsiteY157" fmla="*/ 48640 h 982498"/>
              <a:gd name="connsiteX158" fmla="*/ 321468 w 477264"/>
              <a:gd name="connsiteY158" fmla="*/ 24320 h 982498"/>
              <a:gd name="connsiteX159" fmla="*/ 345788 w 477264"/>
              <a:gd name="connsiteY159" fmla="*/ 0 h 982498"/>
              <a:gd name="connsiteX160" fmla="*/ 238632 w 477264"/>
              <a:gd name="connsiteY160" fmla="*/ 0 h 982498"/>
              <a:gd name="connsiteX161" fmla="*/ 262952 w 477264"/>
              <a:gd name="connsiteY161" fmla="*/ 24320 h 982498"/>
              <a:gd name="connsiteX162" fmla="*/ 238632 w 477264"/>
              <a:gd name="connsiteY162" fmla="*/ 48640 h 982498"/>
              <a:gd name="connsiteX163" fmla="*/ 214312 w 477264"/>
              <a:gd name="connsiteY163" fmla="*/ 24320 h 982498"/>
              <a:gd name="connsiteX164" fmla="*/ 238632 w 477264"/>
              <a:gd name="connsiteY164" fmla="*/ 0 h 982498"/>
              <a:gd name="connsiteX165" fmla="*/ 131476 w 477264"/>
              <a:gd name="connsiteY165" fmla="*/ 0 h 982498"/>
              <a:gd name="connsiteX166" fmla="*/ 155796 w 477264"/>
              <a:gd name="connsiteY166" fmla="*/ 24320 h 982498"/>
              <a:gd name="connsiteX167" fmla="*/ 131476 w 477264"/>
              <a:gd name="connsiteY167" fmla="*/ 48640 h 982498"/>
              <a:gd name="connsiteX168" fmla="*/ 107156 w 477264"/>
              <a:gd name="connsiteY168" fmla="*/ 24320 h 982498"/>
              <a:gd name="connsiteX169" fmla="*/ 131476 w 477264"/>
              <a:gd name="connsiteY169" fmla="*/ 0 h 982498"/>
              <a:gd name="connsiteX170" fmla="*/ 24320 w 477264"/>
              <a:gd name="connsiteY170" fmla="*/ 0 h 982498"/>
              <a:gd name="connsiteX171" fmla="*/ 48640 w 477264"/>
              <a:gd name="connsiteY171" fmla="*/ 24320 h 982498"/>
              <a:gd name="connsiteX172" fmla="*/ 24320 w 477264"/>
              <a:gd name="connsiteY172" fmla="*/ 48640 h 982498"/>
              <a:gd name="connsiteX173" fmla="*/ 0 w 477264"/>
              <a:gd name="connsiteY173" fmla="*/ 24320 h 982498"/>
              <a:gd name="connsiteX174" fmla="*/ 24320 w 477264"/>
              <a:gd name="connsiteY174" fmla="*/ 0 h 9824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Lst>
            <a:rect l="l" t="t" r="r" b="b"/>
            <a:pathLst>
              <a:path w="477264" h="982498">
                <a:moveTo>
                  <a:pt x="452944" y="933858"/>
                </a:moveTo>
                <a:cubicBezTo>
                  <a:pt x="466376" y="933858"/>
                  <a:pt x="477264" y="944746"/>
                  <a:pt x="477264" y="958178"/>
                </a:cubicBezTo>
                <a:cubicBezTo>
                  <a:pt x="477264" y="971610"/>
                  <a:pt x="466376" y="982498"/>
                  <a:pt x="452944" y="982498"/>
                </a:cubicBezTo>
                <a:cubicBezTo>
                  <a:pt x="439512" y="982498"/>
                  <a:pt x="428624" y="971610"/>
                  <a:pt x="428624" y="958178"/>
                </a:cubicBezTo>
                <a:cubicBezTo>
                  <a:pt x="428624" y="944746"/>
                  <a:pt x="439512" y="933858"/>
                  <a:pt x="452944" y="933858"/>
                </a:cubicBezTo>
                <a:close/>
                <a:moveTo>
                  <a:pt x="345788" y="933858"/>
                </a:moveTo>
                <a:cubicBezTo>
                  <a:pt x="359220" y="933858"/>
                  <a:pt x="370108" y="944746"/>
                  <a:pt x="370108" y="958178"/>
                </a:cubicBezTo>
                <a:cubicBezTo>
                  <a:pt x="370108" y="971610"/>
                  <a:pt x="359220" y="982498"/>
                  <a:pt x="345788" y="982498"/>
                </a:cubicBezTo>
                <a:cubicBezTo>
                  <a:pt x="332356" y="982498"/>
                  <a:pt x="321468" y="971610"/>
                  <a:pt x="321468" y="958178"/>
                </a:cubicBezTo>
                <a:cubicBezTo>
                  <a:pt x="321468" y="944746"/>
                  <a:pt x="332356" y="933858"/>
                  <a:pt x="345788" y="933858"/>
                </a:cubicBezTo>
                <a:close/>
                <a:moveTo>
                  <a:pt x="238632" y="933858"/>
                </a:moveTo>
                <a:cubicBezTo>
                  <a:pt x="252064" y="933858"/>
                  <a:pt x="262952" y="944746"/>
                  <a:pt x="262952" y="958178"/>
                </a:cubicBezTo>
                <a:cubicBezTo>
                  <a:pt x="262952" y="971610"/>
                  <a:pt x="252064" y="982498"/>
                  <a:pt x="238632" y="982498"/>
                </a:cubicBezTo>
                <a:cubicBezTo>
                  <a:pt x="225200" y="982498"/>
                  <a:pt x="214312" y="971610"/>
                  <a:pt x="214312" y="958178"/>
                </a:cubicBezTo>
                <a:cubicBezTo>
                  <a:pt x="214312" y="944746"/>
                  <a:pt x="225200" y="933858"/>
                  <a:pt x="238632" y="933858"/>
                </a:cubicBezTo>
                <a:close/>
                <a:moveTo>
                  <a:pt x="131476" y="933858"/>
                </a:moveTo>
                <a:cubicBezTo>
                  <a:pt x="144908" y="933858"/>
                  <a:pt x="155796" y="944746"/>
                  <a:pt x="155796" y="958178"/>
                </a:cubicBezTo>
                <a:cubicBezTo>
                  <a:pt x="155796" y="971610"/>
                  <a:pt x="144908" y="982498"/>
                  <a:pt x="131476" y="982498"/>
                </a:cubicBezTo>
                <a:cubicBezTo>
                  <a:pt x="118044" y="982498"/>
                  <a:pt x="107156" y="971610"/>
                  <a:pt x="107156" y="958178"/>
                </a:cubicBezTo>
                <a:cubicBezTo>
                  <a:pt x="107156" y="944746"/>
                  <a:pt x="118044" y="933858"/>
                  <a:pt x="131476" y="933858"/>
                </a:cubicBezTo>
                <a:close/>
                <a:moveTo>
                  <a:pt x="24320" y="933858"/>
                </a:moveTo>
                <a:cubicBezTo>
                  <a:pt x="37752" y="933858"/>
                  <a:pt x="48640" y="944746"/>
                  <a:pt x="48640" y="958178"/>
                </a:cubicBezTo>
                <a:cubicBezTo>
                  <a:pt x="48640" y="971610"/>
                  <a:pt x="37752" y="982498"/>
                  <a:pt x="24320" y="982498"/>
                </a:cubicBezTo>
                <a:cubicBezTo>
                  <a:pt x="10888" y="982498"/>
                  <a:pt x="0" y="971610"/>
                  <a:pt x="0" y="958178"/>
                </a:cubicBezTo>
                <a:cubicBezTo>
                  <a:pt x="0" y="944746"/>
                  <a:pt x="10888" y="933858"/>
                  <a:pt x="24320" y="933858"/>
                </a:cubicBezTo>
                <a:close/>
                <a:moveTo>
                  <a:pt x="452944" y="778215"/>
                </a:moveTo>
                <a:cubicBezTo>
                  <a:pt x="466376" y="778215"/>
                  <a:pt x="477264" y="789103"/>
                  <a:pt x="477264" y="802535"/>
                </a:cubicBezTo>
                <a:cubicBezTo>
                  <a:pt x="477264" y="815967"/>
                  <a:pt x="466376" y="826855"/>
                  <a:pt x="452944" y="826855"/>
                </a:cubicBezTo>
                <a:cubicBezTo>
                  <a:pt x="439512" y="826855"/>
                  <a:pt x="428624" y="815967"/>
                  <a:pt x="428624" y="802535"/>
                </a:cubicBezTo>
                <a:cubicBezTo>
                  <a:pt x="428624" y="789103"/>
                  <a:pt x="439512" y="778215"/>
                  <a:pt x="452944" y="778215"/>
                </a:cubicBezTo>
                <a:close/>
                <a:moveTo>
                  <a:pt x="345788" y="778215"/>
                </a:moveTo>
                <a:cubicBezTo>
                  <a:pt x="359220" y="778215"/>
                  <a:pt x="370108" y="789103"/>
                  <a:pt x="370108" y="802535"/>
                </a:cubicBezTo>
                <a:cubicBezTo>
                  <a:pt x="370108" y="815967"/>
                  <a:pt x="359220" y="826855"/>
                  <a:pt x="345788" y="826855"/>
                </a:cubicBezTo>
                <a:cubicBezTo>
                  <a:pt x="332356" y="826855"/>
                  <a:pt x="321468" y="815967"/>
                  <a:pt x="321468" y="802535"/>
                </a:cubicBezTo>
                <a:cubicBezTo>
                  <a:pt x="321468" y="789103"/>
                  <a:pt x="332356" y="778215"/>
                  <a:pt x="345788" y="778215"/>
                </a:cubicBezTo>
                <a:close/>
                <a:moveTo>
                  <a:pt x="238632" y="778215"/>
                </a:moveTo>
                <a:cubicBezTo>
                  <a:pt x="252064" y="778215"/>
                  <a:pt x="262952" y="789103"/>
                  <a:pt x="262952" y="802535"/>
                </a:cubicBezTo>
                <a:cubicBezTo>
                  <a:pt x="262952" y="815967"/>
                  <a:pt x="252064" y="826855"/>
                  <a:pt x="238632" y="826855"/>
                </a:cubicBezTo>
                <a:cubicBezTo>
                  <a:pt x="225200" y="826855"/>
                  <a:pt x="214312" y="815967"/>
                  <a:pt x="214312" y="802535"/>
                </a:cubicBezTo>
                <a:cubicBezTo>
                  <a:pt x="214312" y="789103"/>
                  <a:pt x="225200" y="778215"/>
                  <a:pt x="238632" y="778215"/>
                </a:cubicBezTo>
                <a:close/>
                <a:moveTo>
                  <a:pt x="131476" y="778215"/>
                </a:moveTo>
                <a:cubicBezTo>
                  <a:pt x="144908" y="778215"/>
                  <a:pt x="155796" y="789103"/>
                  <a:pt x="155796" y="802535"/>
                </a:cubicBezTo>
                <a:cubicBezTo>
                  <a:pt x="155796" y="815967"/>
                  <a:pt x="144908" y="826855"/>
                  <a:pt x="131476" y="826855"/>
                </a:cubicBezTo>
                <a:cubicBezTo>
                  <a:pt x="118044" y="826855"/>
                  <a:pt x="107156" y="815967"/>
                  <a:pt x="107156" y="802535"/>
                </a:cubicBezTo>
                <a:cubicBezTo>
                  <a:pt x="107156" y="789103"/>
                  <a:pt x="118044" y="778215"/>
                  <a:pt x="131476" y="778215"/>
                </a:cubicBezTo>
                <a:close/>
                <a:moveTo>
                  <a:pt x="24320" y="778215"/>
                </a:moveTo>
                <a:cubicBezTo>
                  <a:pt x="37752" y="778215"/>
                  <a:pt x="48640" y="789103"/>
                  <a:pt x="48640" y="802535"/>
                </a:cubicBezTo>
                <a:cubicBezTo>
                  <a:pt x="48640" y="815967"/>
                  <a:pt x="37752" y="826855"/>
                  <a:pt x="24320" y="826855"/>
                </a:cubicBezTo>
                <a:cubicBezTo>
                  <a:pt x="10888" y="826855"/>
                  <a:pt x="0" y="815967"/>
                  <a:pt x="0" y="802535"/>
                </a:cubicBezTo>
                <a:cubicBezTo>
                  <a:pt x="0" y="789103"/>
                  <a:pt x="10888" y="778215"/>
                  <a:pt x="24320" y="778215"/>
                </a:cubicBezTo>
                <a:close/>
                <a:moveTo>
                  <a:pt x="452944" y="622572"/>
                </a:moveTo>
                <a:cubicBezTo>
                  <a:pt x="466376" y="622572"/>
                  <a:pt x="477264" y="633460"/>
                  <a:pt x="477264" y="646892"/>
                </a:cubicBezTo>
                <a:cubicBezTo>
                  <a:pt x="477264" y="660324"/>
                  <a:pt x="466376" y="671212"/>
                  <a:pt x="452944" y="671212"/>
                </a:cubicBezTo>
                <a:cubicBezTo>
                  <a:pt x="439512" y="671212"/>
                  <a:pt x="428624" y="660324"/>
                  <a:pt x="428624" y="646892"/>
                </a:cubicBezTo>
                <a:cubicBezTo>
                  <a:pt x="428624" y="633460"/>
                  <a:pt x="439512" y="622572"/>
                  <a:pt x="452944" y="622572"/>
                </a:cubicBezTo>
                <a:close/>
                <a:moveTo>
                  <a:pt x="345788" y="622572"/>
                </a:moveTo>
                <a:cubicBezTo>
                  <a:pt x="359220" y="622572"/>
                  <a:pt x="370108" y="633460"/>
                  <a:pt x="370108" y="646892"/>
                </a:cubicBezTo>
                <a:cubicBezTo>
                  <a:pt x="370108" y="660324"/>
                  <a:pt x="359220" y="671212"/>
                  <a:pt x="345788" y="671212"/>
                </a:cubicBezTo>
                <a:cubicBezTo>
                  <a:pt x="332356" y="671212"/>
                  <a:pt x="321468" y="660324"/>
                  <a:pt x="321468" y="646892"/>
                </a:cubicBezTo>
                <a:cubicBezTo>
                  <a:pt x="321468" y="633460"/>
                  <a:pt x="332356" y="622572"/>
                  <a:pt x="345788" y="622572"/>
                </a:cubicBezTo>
                <a:close/>
                <a:moveTo>
                  <a:pt x="238632" y="622572"/>
                </a:moveTo>
                <a:cubicBezTo>
                  <a:pt x="252064" y="622572"/>
                  <a:pt x="262952" y="633460"/>
                  <a:pt x="262952" y="646892"/>
                </a:cubicBezTo>
                <a:cubicBezTo>
                  <a:pt x="262952" y="660324"/>
                  <a:pt x="252064" y="671212"/>
                  <a:pt x="238632" y="671212"/>
                </a:cubicBezTo>
                <a:cubicBezTo>
                  <a:pt x="225200" y="671212"/>
                  <a:pt x="214312" y="660324"/>
                  <a:pt x="214312" y="646892"/>
                </a:cubicBezTo>
                <a:cubicBezTo>
                  <a:pt x="214312" y="633460"/>
                  <a:pt x="225200" y="622572"/>
                  <a:pt x="238632" y="622572"/>
                </a:cubicBezTo>
                <a:close/>
                <a:moveTo>
                  <a:pt x="131476" y="622572"/>
                </a:moveTo>
                <a:cubicBezTo>
                  <a:pt x="144908" y="622572"/>
                  <a:pt x="155796" y="633460"/>
                  <a:pt x="155796" y="646892"/>
                </a:cubicBezTo>
                <a:cubicBezTo>
                  <a:pt x="155796" y="660324"/>
                  <a:pt x="144908" y="671212"/>
                  <a:pt x="131476" y="671212"/>
                </a:cubicBezTo>
                <a:cubicBezTo>
                  <a:pt x="118044" y="671212"/>
                  <a:pt x="107156" y="660324"/>
                  <a:pt x="107156" y="646892"/>
                </a:cubicBezTo>
                <a:cubicBezTo>
                  <a:pt x="107156" y="633460"/>
                  <a:pt x="118044" y="622572"/>
                  <a:pt x="131476" y="622572"/>
                </a:cubicBezTo>
                <a:close/>
                <a:moveTo>
                  <a:pt x="24320" y="622572"/>
                </a:moveTo>
                <a:cubicBezTo>
                  <a:pt x="37752" y="622572"/>
                  <a:pt x="48640" y="633460"/>
                  <a:pt x="48640" y="646892"/>
                </a:cubicBezTo>
                <a:cubicBezTo>
                  <a:pt x="48640" y="660324"/>
                  <a:pt x="37752" y="671212"/>
                  <a:pt x="24320" y="671212"/>
                </a:cubicBezTo>
                <a:cubicBezTo>
                  <a:pt x="10888" y="671212"/>
                  <a:pt x="0" y="660324"/>
                  <a:pt x="0" y="646892"/>
                </a:cubicBezTo>
                <a:cubicBezTo>
                  <a:pt x="0" y="633460"/>
                  <a:pt x="10888" y="622572"/>
                  <a:pt x="24320" y="622572"/>
                </a:cubicBezTo>
                <a:close/>
                <a:moveTo>
                  <a:pt x="24320" y="466929"/>
                </a:moveTo>
                <a:cubicBezTo>
                  <a:pt x="37752" y="466929"/>
                  <a:pt x="48640" y="477817"/>
                  <a:pt x="48640" y="491249"/>
                </a:cubicBezTo>
                <a:cubicBezTo>
                  <a:pt x="48640" y="504681"/>
                  <a:pt x="37752" y="515569"/>
                  <a:pt x="24320" y="515569"/>
                </a:cubicBezTo>
                <a:cubicBezTo>
                  <a:pt x="10888" y="515569"/>
                  <a:pt x="0" y="504681"/>
                  <a:pt x="0" y="491249"/>
                </a:cubicBezTo>
                <a:cubicBezTo>
                  <a:pt x="0" y="477817"/>
                  <a:pt x="10888" y="466929"/>
                  <a:pt x="24320" y="466929"/>
                </a:cubicBezTo>
                <a:close/>
                <a:moveTo>
                  <a:pt x="131476" y="466929"/>
                </a:moveTo>
                <a:cubicBezTo>
                  <a:pt x="144908" y="466929"/>
                  <a:pt x="155796" y="477817"/>
                  <a:pt x="155796" y="491249"/>
                </a:cubicBezTo>
                <a:cubicBezTo>
                  <a:pt x="155796" y="504681"/>
                  <a:pt x="144908" y="515569"/>
                  <a:pt x="131476" y="515569"/>
                </a:cubicBezTo>
                <a:cubicBezTo>
                  <a:pt x="118044" y="515569"/>
                  <a:pt x="107156" y="504681"/>
                  <a:pt x="107156" y="491249"/>
                </a:cubicBezTo>
                <a:cubicBezTo>
                  <a:pt x="107156" y="477817"/>
                  <a:pt x="118044" y="466929"/>
                  <a:pt x="131476" y="466929"/>
                </a:cubicBezTo>
                <a:close/>
                <a:moveTo>
                  <a:pt x="238632" y="466929"/>
                </a:moveTo>
                <a:cubicBezTo>
                  <a:pt x="252064" y="466929"/>
                  <a:pt x="262952" y="477817"/>
                  <a:pt x="262952" y="491249"/>
                </a:cubicBezTo>
                <a:cubicBezTo>
                  <a:pt x="262952" y="504681"/>
                  <a:pt x="252064" y="515569"/>
                  <a:pt x="238632" y="515569"/>
                </a:cubicBezTo>
                <a:cubicBezTo>
                  <a:pt x="225200" y="515569"/>
                  <a:pt x="214312" y="504681"/>
                  <a:pt x="214312" y="491249"/>
                </a:cubicBezTo>
                <a:cubicBezTo>
                  <a:pt x="214312" y="477817"/>
                  <a:pt x="225200" y="466929"/>
                  <a:pt x="238632" y="466929"/>
                </a:cubicBezTo>
                <a:close/>
                <a:moveTo>
                  <a:pt x="345788" y="466929"/>
                </a:moveTo>
                <a:cubicBezTo>
                  <a:pt x="359220" y="466929"/>
                  <a:pt x="370108" y="477817"/>
                  <a:pt x="370108" y="491249"/>
                </a:cubicBezTo>
                <a:cubicBezTo>
                  <a:pt x="370108" y="504681"/>
                  <a:pt x="359220" y="515569"/>
                  <a:pt x="345788" y="515569"/>
                </a:cubicBezTo>
                <a:cubicBezTo>
                  <a:pt x="332356" y="515569"/>
                  <a:pt x="321468" y="504681"/>
                  <a:pt x="321468" y="491249"/>
                </a:cubicBezTo>
                <a:cubicBezTo>
                  <a:pt x="321468" y="477817"/>
                  <a:pt x="332356" y="466929"/>
                  <a:pt x="345788" y="466929"/>
                </a:cubicBezTo>
                <a:close/>
                <a:moveTo>
                  <a:pt x="452944" y="466929"/>
                </a:moveTo>
                <a:cubicBezTo>
                  <a:pt x="466376" y="466929"/>
                  <a:pt x="477264" y="477817"/>
                  <a:pt x="477264" y="491249"/>
                </a:cubicBezTo>
                <a:cubicBezTo>
                  <a:pt x="477264" y="504681"/>
                  <a:pt x="466376" y="515569"/>
                  <a:pt x="452944" y="515569"/>
                </a:cubicBezTo>
                <a:cubicBezTo>
                  <a:pt x="439512" y="515569"/>
                  <a:pt x="428624" y="504681"/>
                  <a:pt x="428624" y="491249"/>
                </a:cubicBezTo>
                <a:cubicBezTo>
                  <a:pt x="428624" y="477817"/>
                  <a:pt x="439512" y="466929"/>
                  <a:pt x="452944" y="466929"/>
                </a:cubicBezTo>
                <a:close/>
                <a:moveTo>
                  <a:pt x="24320" y="311287"/>
                </a:moveTo>
                <a:cubicBezTo>
                  <a:pt x="37752" y="311287"/>
                  <a:pt x="48640" y="322175"/>
                  <a:pt x="48640" y="335607"/>
                </a:cubicBezTo>
                <a:cubicBezTo>
                  <a:pt x="48640" y="349038"/>
                  <a:pt x="37752" y="359926"/>
                  <a:pt x="24320" y="359926"/>
                </a:cubicBezTo>
                <a:cubicBezTo>
                  <a:pt x="10888" y="359926"/>
                  <a:pt x="0" y="349038"/>
                  <a:pt x="0" y="335607"/>
                </a:cubicBezTo>
                <a:cubicBezTo>
                  <a:pt x="0" y="322175"/>
                  <a:pt x="10888" y="311287"/>
                  <a:pt x="24320" y="311287"/>
                </a:cubicBezTo>
                <a:close/>
                <a:moveTo>
                  <a:pt x="131476" y="311286"/>
                </a:moveTo>
                <a:cubicBezTo>
                  <a:pt x="144908" y="311286"/>
                  <a:pt x="155796" y="322174"/>
                  <a:pt x="155796" y="335606"/>
                </a:cubicBezTo>
                <a:cubicBezTo>
                  <a:pt x="155796" y="349038"/>
                  <a:pt x="144908" y="359926"/>
                  <a:pt x="131476" y="359926"/>
                </a:cubicBezTo>
                <a:cubicBezTo>
                  <a:pt x="118044" y="359926"/>
                  <a:pt x="107156" y="349038"/>
                  <a:pt x="107156" y="335606"/>
                </a:cubicBezTo>
                <a:cubicBezTo>
                  <a:pt x="107156" y="322174"/>
                  <a:pt x="118044" y="311286"/>
                  <a:pt x="131476" y="311286"/>
                </a:cubicBezTo>
                <a:close/>
                <a:moveTo>
                  <a:pt x="238632" y="311286"/>
                </a:moveTo>
                <a:cubicBezTo>
                  <a:pt x="252064" y="311286"/>
                  <a:pt x="262952" y="322174"/>
                  <a:pt x="262952" y="335606"/>
                </a:cubicBezTo>
                <a:cubicBezTo>
                  <a:pt x="262952" y="349038"/>
                  <a:pt x="252064" y="359926"/>
                  <a:pt x="238632" y="359926"/>
                </a:cubicBezTo>
                <a:cubicBezTo>
                  <a:pt x="225200" y="359926"/>
                  <a:pt x="214312" y="349038"/>
                  <a:pt x="214312" y="335606"/>
                </a:cubicBezTo>
                <a:cubicBezTo>
                  <a:pt x="214312" y="322174"/>
                  <a:pt x="225200" y="311286"/>
                  <a:pt x="238632" y="311286"/>
                </a:cubicBezTo>
                <a:close/>
                <a:moveTo>
                  <a:pt x="345788" y="311286"/>
                </a:moveTo>
                <a:cubicBezTo>
                  <a:pt x="359220" y="311286"/>
                  <a:pt x="370108" y="322174"/>
                  <a:pt x="370108" y="335606"/>
                </a:cubicBezTo>
                <a:cubicBezTo>
                  <a:pt x="370108" y="349038"/>
                  <a:pt x="359220" y="359926"/>
                  <a:pt x="345788" y="359926"/>
                </a:cubicBezTo>
                <a:cubicBezTo>
                  <a:pt x="332356" y="359926"/>
                  <a:pt x="321468" y="349038"/>
                  <a:pt x="321468" y="335606"/>
                </a:cubicBezTo>
                <a:cubicBezTo>
                  <a:pt x="321468" y="322174"/>
                  <a:pt x="332356" y="311286"/>
                  <a:pt x="345788" y="311286"/>
                </a:cubicBezTo>
                <a:close/>
                <a:moveTo>
                  <a:pt x="452944" y="311286"/>
                </a:moveTo>
                <a:cubicBezTo>
                  <a:pt x="466376" y="311286"/>
                  <a:pt x="477264" y="322174"/>
                  <a:pt x="477264" y="335606"/>
                </a:cubicBezTo>
                <a:cubicBezTo>
                  <a:pt x="477264" y="349038"/>
                  <a:pt x="466376" y="359926"/>
                  <a:pt x="452944" y="359926"/>
                </a:cubicBezTo>
                <a:cubicBezTo>
                  <a:pt x="439512" y="359926"/>
                  <a:pt x="428624" y="349038"/>
                  <a:pt x="428624" y="335606"/>
                </a:cubicBezTo>
                <a:cubicBezTo>
                  <a:pt x="428624" y="322174"/>
                  <a:pt x="439512" y="311286"/>
                  <a:pt x="452944" y="311286"/>
                </a:cubicBezTo>
                <a:close/>
                <a:moveTo>
                  <a:pt x="24320" y="155643"/>
                </a:moveTo>
                <a:cubicBezTo>
                  <a:pt x="37752" y="155643"/>
                  <a:pt x="48640" y="166531"/>
                  <a:pt x="48640" y="179963"/>
                </a:cubicBezTo>
                <a:cubicBezTo>
                  <a:pt x="48640" y="193395"/>
                  <a:pt x="37752" y="204283"/>
                  <a:pt x="24320" y="204283"/>
                </a:cubicBezTo>
                <a:cubicBezTo>
                  <a:pt x="10888" y="204283"/>
                  <a:pt x="0" y="193395"/>
                  <a:pt x="0" y="179963"/>
                </a:cubicBezTo>
                <a:cubicBezTo>
                  <a:pt x="0" y="166531"/>
                  <a:pt x="10888" y="155643"/>
                  <a:pt x="24320" y="155643"/>
                </a:cubicBezTo>
                <a:close/>
                <a:moveTo>
                  <a:pt x="131476" y="155643"/>
                </a:moveTo>
                <a:cubicBezTo>
                  <a:pt x="144908" y="155643"/>
                  <a:pt x="155796" y="166531"/>
                  <a:pt x="155796" y="179963"/>
                </a:cubicBezTo>
                <a:cubicBezTo>
                  <a:pt x="155796" y="193395"/>
                  <a:pt x="144908" y="204283"/>
                  <a:pt x="131476" y="204283"/>
                </a:cubicBezTo>
                <a:cubicBezTo>
                  <a:pt x="118044" y="204283"/>
                  <a:pt x="107156" y="193395"/>
                  <a:pt x="107156" y="179963"/>
                </a:cubicBezTo>
                <a:cubicBezTo>
                  <a:pt x="107156" y="166531"/>
                  <a:pt x="118044" y="155643"/>
                  <a:pt x="131476" y="155643"/>
                </a:cubicBezTo>
                <a:close/>
                <a:moveTo>
                  <a:pt x="238632" y="155643"/>
                </a:moveTo>
                <a:cubicBezTo>
                  <a:pt x="252064" y="155643"/>
                  <a:pt x="262952" y="166531"/>
                  <a:pt x="262952" y="179963"/>
                </a:cubicBezTo>
                <a:cubicBezTo>
                  <a:pt x="262952" y="193395"/>
                  <a:pt x="252064" y="204283"/>
                  <a:pt x="238632" y="204283"/>
                </a:cubicBezTo>
                <a:cubicBezTo>
                  <a:pt x="225200" y="204283"/>
                  <a:pt x="214312" y="193395"/>
                  <a:pt x="214312" y="179963"/>
                </a:cubicBezTo>
                <a:cubicBezTo>
                  <a:pt x="214312" y="166531"/>
                  <a:pt x="225200" y="155643"/>
                  <a:pt x="238632" y="155643"/>
                </a:cubicBezTo>
                <a:close/>
                <a:moveTo>
                  <a:pt x="345788" y="155643"/>
                </a:moveTo>
                <a:cubicBezTo>
                  <a:pt x="359220" y="155643"/>
                  <a:pt x="370108" y="166531"/>
                  <a:pt x="370108" y="179963"/>
                </a:cubicBezTo>
                <a:cubicBezTo>
                  <a:pt x="370108" y="193395"/>
                  <a:pt x="359220" y="204283"/>
                  <a:pt x="345788" y="204283"/>
                </a:cubicBezTo>
                <a:cubicBezTo>
                  <a:pt x="332356" y="204283"/>
                  <a:pt x="321468" y="193395"/>
                  <a:pt x="321468" y="179963"/>
                </a:cubicBezTo>
                <a:cubicBezTo>
                  <a:pt x="321468" y="166531"/>
                  <a:pt x="332356" y="155643"/>
                  <a:pt x="345788" y="155643"/>
                </a:cubicBezTo>
                <a:close/>
                <a:moveTo>
                  <a:pt x="452944" y="155643"/>
                </a:moveTo>
                <a:cubicBezTo>
                  <a:pt x="466376" y="155643"/>
                  <a:pt x="477264" y="166531"/>
                  <a:pt x="477264" y="179963"/>
                </a:cubicBezTo>
                <a:cubicBezTo>
                  <a:pt x="477264" y="193395"/>
                  <a:pt x="466376" y="204283"/>
                  <a:pt x="452944" y="204283"/>
                </a:cubicBezTo>
                <a:cubicBezTo>
                  <a:pt x="439512" y="204283"/>
                  <a:pt x="428624" y="193395"/>
                  <a:pt x="428624" y="179963"/>
                </a:cubicBezTo>
                <a:cubicBezTo>
                  <a:pt x="428624" y="166531"/>
                  <a:pt x="439512" y="155643"/>
                  <a:pt x="452944" y="155643"/>
                </a:cubicBezTo>
                <a:close/>
                <a:moveTo>
                  <a:pt x="452944" y="0"/>
                </a:moveTo>
                <a:cubicBezTo>
                  <a:pt x="466376" y="0"/>
                  <a:pt x="477264" y="10888"/>
                  <a:pt x="477264" y="24320"/>
                </a:cubicBezTo>
                <a:cubicBezTo>
                  <a:pt x="477264" y="37752"/>
                  <a:pt x="466376" y="48640"/>
                  <a:pt x="452944" y="48640"/>
                </a:cubicBezTo>
                <a:cubicBezTo>
                  <a:pt x="439512" y="48640"/>
                  <a:pt x="428624" y="37752"/>
                  <a:pt x="428624" y="24320"/>
                </a:cubicBezTo>
                <a:cubicBezTo>
                  <a:pt x="428624" y="10888"/>
                  <a:pt x="439512" y="0"/>
                  <a:pt x="452944" y="0"/>
                </a:cubicBezTo>
                <a:close/>
                <a:moveTo>
                  <a:pt x="345788" y="0"/>
                </a:moveTo>
                <a:cubicBezTo>
                  <a:pt x="359220" y="0"/>
                  <a:pt x="370108" y="10888"/>
                  <a:pt x="370108" y="24320"/>
                </a:cubicBezTo>
                <a:cubicBezTo>
                  <a:pt x="370108" y="37752"/>
                  <a:pt x="359220" y="48640"/>
                  <a:pt x="345788" y="48640"/>
                </a:cubicBezTo>
                <a:cubicBezTo>
                  <a:pt x="332356" y="48640"/>
                  <a:pt x="321468" y="37752"/>
                  <a:pt x="321468" y="24320"/>
                </a:cubicBezTo>
                <a:cubicBezTo>
                  <a:pt x="321468" y="10888"/>
                  <a:pt x="332356" y="0"/>
                  <a:pt x="345788" y="0"/>
                </a:cubicBezTo>
                <a:close/>
                <a:moveTo>
                  <a:pt x="238632" y="0"/>
                </a:moveTo>
                <a:cubicBezTo>
                  <a:pt x="252064" y="0"/>
                  <a:pt x="262952" y="10888"/>
                  <a:pt x="262952" y="24320"/>
                </a:cubicBezTo>
                <a:cubicBezTo>
                  <a:pt x="262952" y="37752"/>
                  <a:pt x="252064" y="48640"/>
                  <a:pt x="238632" y="48640"/>
                </a:cubicBezTo>
                <a:cubicBezTo>
                  <a:pt x="225200" y="48640"/>
                  <a:pt x="214312" y="37752"/>
                  <a:pt x="214312" y="24320"/>
                </a:cubicBezTo>
                <a:cubicBezTo>
                  <a:pt x="214312" y="10888"/>
                  <a:pt x="225200" y="0"/>
                  <a:pt x="238632" y="0"/>
                </a:cubicBezTo>
                <a:close/>
                <a:moveTo>
                  <a:pt x="131476" y="0"/>
                </a:moveTo>
                <a:cubicBezTo>
                  <a:pt x="144908" y="0"/>
                  <a:pt x="155796" y="10888"/>
                  <a:pt x="155796" y="24320"/>
                </a:cubicBezTo>
                <a:cubicBezTo>
                  <a:pt x="155796" y="37752"/>
                  <a:pt x="144908" y="48640"/>
                  <a:pt x="131476" y="48640"/>
                </a:cubicBezTo>
                <a:cubicBezTo>
                  <a:pt x="118044" y="48640"/>
                  <a:pt x="107156" y="37752"/>
                  <a:pt x="107156" y="24320"/>
                </a:cubicBezTo>
                <a:cubicBezTo>
                  <a:pt x="107156" y="10888"/>
                  <a:pt x="118044" y="0"/>
                  <a:pt x="131476" y="0"/>
                </a:cubicBezTo>
                <a:close/>
                <a:moveTo>
                  <a:pt x="24320" y="0"/>
                </a:moveTo>
                <a:cubicBezTo>
                  <a:pt x="37752" y="0"/>
                  <a:pt x="48640" y="10888"/>
                  <a:pt x="48640" y="24320"/>
                </a:cubicBezTo>
                <a:cubicBezTo>
                  <a:pt x="48640" y="37752"/>
                  <a:pt x="37752" y="48640"/>
                  <a:pt x="24320" y="48640"/>
                </a:cubicBezTo>
                <a:cubicBezTo>
                  <a:pt x="10888" y="48640"/>
                  <a:pt x="0" y="37752"/>
                  <a:pt x="0" y="24320"/>
                </a:cubicBezTo>
                <a:cubicBezTo>
                  <a:pt x="0" y="10888"/>
                  <a:pt x="10888" y="0"/>
                  <a:pt x="24320" y="0"/>
                </a:cubicBezTo>
                <a:close/>
              </a:path>
            </a:pathLst>
          </a:custGeom>
          <a:gradFill flip="none" rotWithShape="1">
            <a:gsLst>
              <a:gs pos="0">
                <a:srgbClr val="FFFFFF"/>
              </a:gs>
              <a:gs pos="100000">
                <a:srgbClr val="FFFFFF">
                  <a:alpha val="0"/>
                </a:srgbClr>
              </a:gs>
            </a:gsLst>
            <a:lin ang="54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grpSp>
        <p:nvGrpSpPr>
          <p:cNvPr id="29" name="组合 28"/>
          <p:cNvGrpSpPr/>
          <p:nvPr/>
        </p:nvGrpSpPr>
        <p:grpSpPr>
          <a:xfrm>
            <a:off x="9031605" y="543790"/>
            <a:ext cx="3160395" cy="362952"/>
            <a:chOff x="9031605" y="543790"/>
            <a:chExt cx="3160395" cy="362952"/>
          </a:xfrm>
        </p:grpSpPr>
        <p:sp>
          <p:nvSpPr>
            <p:cNvPr id="27" name="矩形 26"/>
            <p:cNvSpPr/>
            <p:nvPr/>
          </p:nvSpPr>
          <p:spPr>
            <a:xfrm>
              <a:off x="11933382" y="543790"/>
              <a:ext cx="258618" cy="11199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8" name="文本框 27"/>
            <p:cNvSpPr txBox="1"/>
            <p:nvPr/>
          </p:nvSpPr>
          <p:spPr>
            <a:xfrm>
              <a:off x="9031605" y="569557"/>
              <a:ext cx="2705562" cy="337185"/>
            </a:xfrm>
            <a:prstGeom prst="rect">
              <a:avLst/>
            </a:prstGeom>
            <a:noFill/>
          </p:spPr>
          <p:txBody>
            <a:bodyPr wrap="square" rtlCol="0">
              <a:spAutoFit/>
            </a:bodyPr>
            <a:lstStyle/>
            <a:p>
              <a:pPr algn="dist"/>
              <a:r>
                <a:rPr lang="en-US" altLang="zh-CN" sz="1600" b="1" dirty="0">
                  <a:solidFill>
                    <a:schemeClr val="bg1"/>
                  </a:solidFill>
                  <a:latin typeface="思源黑体 CN Normal" panose="020B0400000000000000" pitchFamily="34" charset="-122"/>
                  <a:ea typeface="思源黑体 CN Normal" panose="020B0400000000000000" pitchFamily="34" charset="-122"/>
                  <a:cs typeface="+mn-ea"/>
                  <a:sym typeface="+mn-lt"/>
                </a:rPr>
                <a:t>2023Google</a:t>
              </a:r>
              <a:r>
                <a:rPr lang="zh-CN" altLang="en-US" sz="1600" b="1" dirty="0">
                  <a:solidFill>
                    <a:schemeClr val="bg1"/>
                  </a:solidFill>
                  <a:latin typeface="思源黑体 CN Normal" panose="020B0400000000000000" pitchFamily="34" charset="-122"/>
                  <a:ea typeface="思源黑体 CN Normal" panose="020B0400000000000000" pitchFamily="34" charset="-122"/>
                  <a:cs typeface="+mn-ea"/>
                  <a:sym typeface="+mn-lt"/>
                </a:rPr>
                <a:t>开发者大会</a:t>
              </a:r>
              <a:endParaRPr lang="zh-CN" altLang="en-US" sz="1600" b="1" dirty="0">
                <a:solidFill>
                  <a:schemeClr val="bg1"/>
                </a:solidFill>
                <a:latin typeface="思源黑体 CN Normal" panose="020B0400000000000000" pitchFamily="34" charset="-122"/>
                <a:ea typeface="思源黑体 CN Normal" panose="020B0400000000000000" pitchFamily="34" charset="-122"/>
                <a:cs typeface="+mn-ea"/>
                <a:sym typeface="+mn-lt"/>
              </a:endParaRPr>
            </a:p>
          </p:txBody>
        </p:sp>
      </p:grpSp>
      <p:sp>
        <p:nvSpPr>
          <p:cNvPr id="30" name="椭圆 29"/>
          <p:cNvSpPr/>
          <p:nvPr/>
        </p:nvSpPr>
        <p:spPr>
          <a:xfrm>
            <a:off x="5627534" y="1216230"/>
            <a:ext cx="520700" cy="520700"/>
          </a:xfrm>
          <a:prstGeom prst="ellipse">
            <a:avLst/>
          </a:prstGeom>
          <a:gradFill flip="none" rotWithShape="1">
            <a:gsLst>
              <a:gs pos="0">
                <a:srgbClr val="41EEFE"/>
              </a:gs>
              <a:gs pos="70000">
                <a:srgbClr val="41EEFE">
                  <a:alpha val="0"/>
                </a:srgbClr>
              </a:gs>
            </a:gsLst>
            <a:lin ang="54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200">
              <a:solidFill>
                <a:schemeClr val="tx1">
                  <a:lumMod val="85000"/>
                  <a:lumOff val="15000"/>
                </a:schemeClr>
              </a:solidFill>
              <a:latin typeface="思源黑体 CN Bold" panose="020B0800000000000000" pitchFamily="34" charset="-122"/>
              <a:ea typeface="思源黑体 CN Bold" panose="020B0800000000000000" pitchFamily="34" charset="-122"/>
              <a:cs typeface="+mn-ea"/>
            </a:endParaRPr>
          </a:p>
        </p:txBody>
      </p:sp>
      <p:grpSp>
        <p:nvGrpSpPr>
          <p:cNvPr id="38" name="组合 37"/>
          <p:cNvGrpSpPr/>
          <p:nvPr/>
        </p:nvGrpSpPr>
        <p:grpSpPr>
          <a:xfrm>
            <a:off x="688974" y="6040437"/>
            <a:ext cx="434976" cy="63500"/>
            <a:chOff x="688974" y="6040437"/>
            <a:chExt cx="434976" cy="63500"/>
          </a:xfrm>
        </p:grpSpPr>
        <p:sp>
          <p:nvSpPr>
            <p:cNvPr id="31" name="椭圆 30"/>
            <p:cNvSpPr/>
            <p:nvPr/>
          </p:nvSpPr>
          <p:spPr>
            <a:xfrm>
              <a:off x="688974" y="6040437"/>
              <a:ext cx="63500" cy="63500"/>
            </a:xfrm>
            <a:prstGeom prst="ellipse">
              <a:avLst/>
            </a:prstGeom>
            <a:gradFill flip="none" rotWithShape="1">
              <a:gsLst>
                <a:gs pos="0">
                  <a:srgbClr val="41EEFE"/>
                </a:gs>
                <a:gs pos="70000">
                  <a:srgbClr val="41EEFE">
                    <a:alpha val="0"/>
                  </a:srgbClr>
                </a:gs>
              </a:gsLst>
              <a:lin ang="54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200">
                <a:solidFill>
                  <a:schemeClr val="tx1">
                    <a:lumMod val="85000"/>
                    <a:lumOff val="15000"/>
                  </a:schemeClr>
                </a:solidFill>
                <a:latin typeface="思源黑体 CN Bold" panose="020B0800000000000000" pitchFamily="34" charset="-122"/>
                <a:ea typeface="思源黑体 CN Bold" panose="020B0800000000000000" pitchFamily="34" charset="-122"/>
                <a:cs typeface="+mn-ea"/>
              </a:endParaRPr>
            </a:p>
          </p:txBody>
        </p:sp>
        <p:sp>
          <p:nvSpPr>
            <p:cNvPr id="33" name="椭圆 32"/>
            <p:cNvSpPr/>
            <p:nvPr/>
          </p:nvSpPr>
          <p:spPr>
            <a:xfrm>
              <a:off x="781843" y="6040437"/>
              <a:ext cx="63500" cy="63500"/>
            </a:xfrm>
            <a:prstGeom prst="ellipse">
              <a:avLst/>
            </a:prstGeom>
            <a:gradFill flip="none" rotWithShape="1">
              <a:gsLst>
                <a:gs pos="0">
                  <a:srgbClr val="41EEFE"/>
                </a:gs>
                <a:gs pos="70000">
                  <a:srgbClr val="41EEFE">
                    <a:alpha val="0"/>
                  </a:srgbClr>
                </a:gs>
              </a:gsLst>
              <a:lin ang="54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200">
                <a:solidFill>
                  <a:schemeClr val="tx1">
                    <a:lumMod val="85000"/>
                    <a:lumOff val="15000"/>
                  </a:schemeClr>
                </a:solidFill>
                <a:latin typeface="思源黑体 CN Bold" panose="020B0800000000000000" pitchFamily="34" charset="-122"/>
                <a:ea typeface="思源黑体 CN Bold" panose="020B0800000000000000" pitchFamily="34" charset="-122"/>
                <a:cs typeface="+mn-ea"/>
              </a:endParaRPr>
            </a:p>
          </p:txBody>
        </p:sp>
        <p:sp>
          <p:nvSpPr>
            <p:cNvPr id="34" name="椭圆 33"/>
            <p:cNvSpPr/>
            <p:nvPr/>
          </p:nvSpPr>
          <p:spPr>
            <a:xfrm>
              <a:off x="874712" y="6040437"/>
              <a:ext cx="63500" cy="63500"/>
            </a:xfrm>
            <a:prstGeom prst="ellipse">
              <a:avLst/>
            </a:prstGeom>
            <a:gradFill flip="none" rotWithShape="1">
              <a:gsLst>
                <a:gs pos="0">
                  <a:srgbClr val="41EEFE"/>
                </a:gs>
                <a:gs pos="70000">
                  <a:srgbClr val="41EEFE">
                    <a:alpha val="0"/>
                  </a:srgbClr>
                </a:gs>
              </a:gsLst>
              <a:lin ang="54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200">
                <a:solidFill>
                  <a:schemeClr val="tx1">
                    <a:lumMod val="85000"/>
                    <a:lumOff val="15000"/>
                  </a:schemeClr>
                </a:solidFill>
                <a:latin typeface="思源黑体 CN Bold" panose="020B0800000000000000" pitchFamily="34" charset="-122"/>
                <a:ea typeface="思源黑体 CN Bold" panose="020B0800000000000000" pitchFamily="34" charset="-122"/>
                <a:cs typeface="+mn-ea"/>
              </a:endParaRPr>
            </a:p>
          </p:txBody>
        </p:sp>
        <p:sp>
          <p:nvSpPr>
            <p:cNvPr id="35" name="椭圆 34"/>
            <p:cNvSpPr/>
            <p:nvPr/>
          </p:nvSpPr>
          <p:spPr>
            <a:xfrm>
              <a:off x="967581" y="6040437"/>
              <a:ext cx="63500" cy="63500"/>
            </a:xfrm>
            <a:prstGeom prst="ellipse">
              <a:avLst/>
            </a:prstGeom>
            <a:gradFill flip="none" rotWithShape="1">
              <a:gsLst>
                <a:gs pos="0">
                  <a:srgbClr val="41EEFE"/>
                </a:gs>
                <a:gs pos="70000">
                  <a:srgbClr val="41EEFE">
                    <a:alpha val="0"/>
                  </a:srgbClr>
                </a:gs>
              </a:gsLst>
              <a:lin ang="54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200">
                <a:solidFill>
                  <a:schemeClr val="tx1">
                    <a:lumMod val="85000"/>
                    <a:lumOff val="15000"/>
                  </a:schemeClr>
                </a:solidFill>
                <a:latin typeface="思源黑体 CN Bold" panose="020B0800000000000000" pitchFamily="34" charset="-122"/>
                <a:ea typeface="思源黑体 CN Bold" panose="020B0800000000000000" pitchFamily="34" charset="-122"/>
                <a:cs typeface="+mn-ea"/>
              </a:endParaRPr>
            </a:p>
          </p:txBody>
        </p:sp>
        <p:sp>
          <p:nvSpPr>
            <p:cNvPr id="36" name="椭圆 35"/>
            <p:cNvSpPr/>
            <p:nvPr/>
          </p:nvSpPr>
          <p:spPr>
            <a:xfrm>
              <a:off x="1060450" y="6040437"/>
              <a:ext cx="63500" cy="63500"/>
            </a:xfrm>
            <a:prstGeom prst="ellipse">
              <a:avLst/>
            </a:prstGeom>
            <a:gradFill flip="none" rotWithShape="1">
              <a:gsLst>
                <a:gs pos="0">
                  <a:srgbClr val="41EEFE"/>
                </a:gs>
                <a:gs pos="70000">
                  <a:srgbClr val="41EEFE">
                    <a:alpha val="0"/>
                  </a:srgbClr>
                </a:gs>
              </a:gsLst>
              <a:lin ang="54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200">
                <a:solidFill>
                  <a:schemeClr val="tx1">
                    <a:lumMod val="85000"/>
                    <a:lumOff val="15000"/>
                  </a:schemeClr>
                </a:solidFill>
                <a:latin typeface="思源黑体 CN Bold" panose="020B0800000000000000" pitchFamily="34" charset="-122"/>
                <a:ea typeface="思源黑体 CN Bold" panose="020B0800000000000000" pitchFamily="34" charset="-122"/>
                <a:cs typeface="+mn-ea"/>
              </a:endParaRPr>
            </a:p>
          </p:txBody>
        </p:sp>
      </p:grpSp>
      <p:pic>
        <p:nvPicPr>
          <p:cNvPr id="40" name="pd-5b768150cbb72419">
            <a:hlinkClick r:id="" action="ppaction://media"/>
          </p:cNvPr>
          <p:cNvPicPr>
            <a:picLocks noChangeAspect="1"/>
          </p:cNvPicPr>
          <p:nvPr>
            <a:audioFile r:link="rId6"/>
            <p:extLst>
              <p:ext uri="{DAA4B4D4-6D71-4841-9C94-3DE7FCFB9230}">
                <p14:media xmlns:p14="http://schemas.microsoft.com/office/powerpoint/2010/main" r:embed="rId7"/>
              </p:ext>
            </p:extLst>
          </p:nvPr>
        </p:nvPicPr>
        <p:blipFill>
          <a:blip r:embed="rId8"/>
          <a:stretch>
            <a:fillRect/>
          </a:stretch>
        </p:blipFill>
        <p:spPr>
          <a:xfrm>
            <a:off x="10991850" y="-909638"/>
            <a:ext cx="609600" cy="609600"/>
          </a:xfrm>
          <a:prstGeom prst="rect">
            <a:avLst/>
          </a:prstGeom>
        </p:spPr>
      </p:pic>
      <p:sp>
        <p:nvSpPr>
          <p:cNvPr id="9" name="矩形: 圆角 16"/>
          <p:cNvSpPr/>
          <p:nvPr/>
        </p:nvSpPr>
        <p:spPr>
          <a:xfrm>
            <a:off x="7766050" y="5055235"/>
            <a:ext cx="1385570" cy="382905"/>
          </a:xfrm>
          <a:prstGeom prst="roundRect">
            <a:avLst>
              <a:gd name="adj" fmla="val 50000"/>
            </a:avLst>
          </a:prstGeom>
          <a:gradFill flip="none" rotWithShape="1">
            <a:gsLst>
              <a:gs pos="0">
                <a:srgbClr val="41EEFE"/>
              </a:gs>
              <a:gs pos="70000">
                <a:srgbClr val="23EFFE"/>
              </a:gs>
            </a:gsLst>
            <a:lin ang="54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r>
              <a:rPr lang="zh-CN" altLang="en-US" sz="1200" dirty="0">
                <a:solidFill>
                  <a:schemeClr val="tx1">
                    <a:lumMod val="85000"/>
                    <a:lumOff val="15000"/>
                  </a:schemeClr>
                </a:solidFill>
                <a:latin typeface="思源黑体 CN Bold" panose="020B0800000000000000" pitchFamily="34" charset="-122"/>
                <a:ea typeface="思源黑体 CN Bold" panose="020B0800000000000000" pitchFamily="34" charset="-122"/>
                <a:cs typeface="+mn-ea"/>
                <a:sym typeface="+mn-lt"/>
              </a:rPr>
              <a:t>队长：水广山</a:t>
            </a:r>
            <a:endParaRPr lang="zh-CN" altLang="en-US" sz="1200" dirty="0">
              <a:solidFill>
                <a:schemeClr val="tx1">
                  <a:lumMod val="85000"/>
                  <a:lumOff val="15000"/>
                </a:schemeClr>
              </a:solidFill>
              <a:latin typeface="思源黑体 CN Bold" panose="020B0800000000000000" pitchFamily="34" charset="-122"/>
              <a:ea typeface="思源黑体 CN Bold" panose="020B0800000000000000" pitchFamily="34" charset="-122"/>
              <a:cs typeface="+mn-ea"/>
              <a:sym typeface="+mn-lt"/>
            </a:endParaRPr>
          </a:p>
        </p:txBody>
      </p:sp>
    </p:spTree>
  </p:cSld>
  <p:clrMapOvr>
    <a:masterClrMapping/>
  </p:clrMapOvr>
  <mc:AlternateContent xmlns:mc="http://schemas.openxmlformats.org/markup-compatibility/2006">
    <mc:Choice xmlns:p14="http://schemas.microsoft.com/office/powerpoint/2010/main" Requires="p14">
      <p:transition p14:dur="0" advTm="5000"/>
    </mc:Choice>
    <mc:Fallback>
      <p:transition advTm="5000"/>
    </mc:Fallback>
  </mc:AlternateContent>
  <p:timing>
    <p:tnLst>
      <p:par>
        <p:cTn id="1" dur="indefinite" restart="never" nodeType="tmRoot">
          <p:childTnLst>
            <p:audio>
              <p:cMediaNode vol="80000" numSld="999" showWhenStopped="0">
                <p:cTn id="2" repeatCount="indefinite" fill="hold" display="0">
                  <p:stCondLst>
                    <p:cond delay="indefinite"/>
                  </p:stCondLst>
                  <p:endCondLst>
                    <p:cond evt="onStopAudio" delay="0">
                      <p:tgtEl>
                        <p:sldTgt/>
                      </p:tgtEl>
                    </p:cond>
                  </p:endCondLst>
                </p:cTn>
                <p:tgtEl>
                  <p:spTgt spid="40"/>
                </p:tgtEl>
              </p:cMediaNode>
            </p:audio>
          </p:childTnLst>
        </p:cTn>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8" name="组合 7"/>
          <p:cNvGrpSpPr/>
          <p:nvPr/>
        </p:nvGrpSpPr>
        <p:grpSpPr>
          <a:xfrm>
            <a:off x="-698500" y="-582990"/>
            <a:ext cx="13589000" cy="8023980"/>
            <a:chOff x="-863600" y="-584200"/>
            <a:chExt cx="13335000" cy="7874000"/>
          </a:xfrm>
          <a:solidFill>
            <a:srgbClr val="E6E6E6"/>
          </a:solidFill>
        </p:grpSpPr>
        <p:grpSp>
          <p:nvGrpSpPr>
            <p:cNvPr id="4" name="组合 3"/>
            <p:cNvGrpSpPr/>
            <p:nvPr/>
          </p:nvGrpSpPr>
          <p:grpSpPr>
            <a:xfrm>
              <a:off x="-863600" y="-584200"/>
              <a:ext cx="165100" cy="7874000"/>
              <a:chOff x="-863600" y="-584200"/>
              <a:chExt cx="165100" cy="7874000"/>
            </a:xfrm>
            <a:grpFill/>
          </p:grpSpPr>
          <p:sp>
            <p:nvSpPr>
              <p:cNvPr id="2" name="椭圆 1"/>
              <p:cNvSpPr/>
              <p:nvPr/>
            </p:nvSpPr>
            <p:spPr>
              <a:xfrm>
                <a:off x="-863600" y="-584200"/>
                <a:ext cx="165100" cy="165100"/>
              </a:xfrm>
              <a:prstGeom prst="ellipse">
                <a:avLst/>
              </a:prstGeom>
              <a:grp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椭圆 2"/>
              <p:cNvSpPr/>
              <p:nvPr/>
            </p:nvSpPr>
            <p:spPr>
              <a:xfrm>
                <a:off x="-863600" y="7124700"/>
                <a:ext cx="165100" cy="165100"/>
              </a:xfrm>
              <a:prstGeom prst="ellipse">
                <a:avLst/>
              </a:prstGeom>
              <a:grp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5" name="组合 4"/>
            <p:cNvGrpSpPr/>
            <p:nvPr/>
          </p:nvGrpSpPr>
          <p:grpSpPr>
            <a:xfrm>
              <a:off x="12306300" y="-584200"/>
              <a:ext cx="165100" cy="7874000"/>
              <a:chOff x="-863600" y="-584200"/>
              <a:chExt cx="165100" cy="7874000"/>
            </a:xfrm>
            <a:grpFill/>
          </p:grpSpPr>
          <p:sp>
            <p:nvSpPr>
              <p:cNvPr id="6" name="椭圆 5"/>
              <p:cNvSpPr/>
              <p:nvPr/>
            </p:nvSpPr>
            <p:spPr>
              <a:xfrm>
                <a:off x="-863600" y="-584200"/>
                <a:ext cx="165100" cy="165100"/>
              </a:xfrm>
              <a:prstGeom prst="ellipse">
                <a:avLst/>
              </a:prstGeom>
              <a:grp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椭圆 6"/>
              <p:cNvSpPr/>
              <p:nvPr/>
            </p:nvSpPr>
            <p:spPr>
              <a:xfrm>
                <a:off x="-863600" y="7124700"/>
                <a:ext cx="165100" cy="165100"/>
              </a:xfrm>
              <a:prstGeom prst="ellipse">
                <a:avLst/>
              </a:prstGeom>
              <a:grp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pic>
        <p:nvPicPr>
          <p:cNvPr id="12" name="图片 11"/>
          <p:cNvPicPr>
            <a:picLocks noChangeAspect="1"/>
          </p:cNvPicPr>
          <p:nvPr/>
        </p:nvPicPr>
        <p:blipFill>
          <a:blip r:embed="rId1">
            <a:extLst>
              <a:ext uri="{28A0092B-C50C-407E-A947-70E740481C1C}">
                <a14:useLocalDpi xmlns:a14="http://schemas.microsoft.com/office/drawing/2010/main" val="0"/>
              </a:ext>
            </a:extLst>
          </a:blip>
          <a:srcRect l="5923" t="413" r="5923" b="413"/>
          <a:stretch>
            <a:fillRect/>
          </a:stretch>
        </p:blipFill>
        <p:spPr>
          <a:xfrm>
            <a:off x="0" y="0"/>
            <a:ext cx="12192000" cy="6858000"/>
          </a:xfrm>
          <a:custGeom>
            <a:avLst/>
            <a:gdLst>
              <a:gd name="connsiteX0" fmla="*/ 0 w 12192000"/>
              <a:gd name="connsiteY0" fmla="*/ 0 h 6858000"/>
              <a:gd name="connsiteX1" fmla="*/ 12192000 w 12192000"/>
              <a:gd name="connsiteY1" fmla="*/ 0 h 6858000"/>
              <a:gd name="connsiteX2" fmla="*/ 12192000 w 12192000"/>
              <a:gd name="connsiteY2" fmla="*/ 6858000 h 6858000"/>
              <a:gd name="connsiteX3" fmla="*/ 0 w 12192000"/>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12192000" h="6858000">
                <a:moveTo>
                  <a:pt x="0" y="0"/>
                </a:moveTo>
                <a:lnTo>
                  <a:pt x="12192000" y="0"/>
                </a:lnTo>
                <a:lnTo>
                  <a:pt x="12192000" y="6858000"/>
                </a:lnTo>
                <a:lnTo>
                  <a:pt x="0" y="6858000"/>
                </a:lnTo>
                <a:close/>
              </a:path>
            </a:pathLst>
          </a:custGeom>
        </p:spPr>
      </p:pic>
      <p:sp>
        <p:nvSpPr>
          <p:cNvPr id="21" name="文本框 20"/>
          <p:cNvSpPr txBox="1"/>
          <p:nvPr/>
        </p:nvSpPr>
        <p:spPr>
          <a:xfrm>
            <a:off x="3273813" y="518213"/>
            <a:ext cx="5644374" cy="923330"/>
          </a:xfrm>
          <a:prstGeom prst="rect">
            <a:avLst/>
          </a:prstGeom>
          <a:noFill/>
        </p:spPr>
        <p:txBody>
          <a:bodyPr wrap="square" rtlCol="0">
            <a:spAutoFit/>
          </a:bodyPr>
          <a:lstStyle/>
          <a:p>
            <a:pPr algn="ctr"/>
            <a:r>
              <a:rPr lang="zh-CN" altLang="en-US" sz="5400" dirty="0">
                <a:solidFill>
                  <a:schemeClr val="bg1"/>
                </a:solidFill>
                <a:latin typeface="三极正智黑简体" panose="00000500000000000000" pitchFamily="2" charset="-122"/>
                <a:ea typeface="三极正智黑简体" panose="00000500000000000000" pitchFamily="2" charset="-122"/>
                <a:cs typeface="+mn-ea"/>
                <a:sym typeface="+mn-lt"/>
              </a:rPr>
              <a:t>目录</a:t>
            </a:r>
            <a:endParaRPr lang="zh-CN" altLang="en-US" sz="5400" dirty="0">
              <a:solidFill>
                <a:schemeClr val="bg1"/>
              </a:solidFill>
              <a:latin typeface="三极正智黑简体" panose="00000500000000000000" pitchFamily="2" charset="-122"/>
              <a:ea typeface="三极正智黑简体" panose="00000500000000000000" pitchFamily="2" charset="-122"/>
              <a:cs typeface="+mn-ea"/>
              <a:sym typeface="+mn-lt"/>
            </a:endParaRPr>
          </a:p>
        </p:txBody>
      </p:sp>
      <p:sp>
        <p:nvSpPr>
          <p:cNvPr id="25" name="任意多边形: 形状 24"/>
          <p:cNvSpPr/>
          <p:nvPr/>
        </p:nvSpPr>
        <p:spPr>
          <a:xfrm>
            <a:off x="11328401" y="5067300"/>
            <a:ext cx="396593" cy="816428"/>
          </a:xfrm>
          <a:custGeom>
            <a:avLst/>
            <a:gdLst>
              <a:gd name="connsiteX0" fmla="*/ 452944 w 477264"/>
              <a:gd name="connsiteY0" fmla="*/ 933858 h 982498"/>
              <a:gd name="connsiteX1" fmla="*/ 477264 w 477264"/>
              <a:gd name="connsiteY1" fmla="*/ 958178 h 982498"/>
              <a:gd name="connsiteX2" fmla="*/ 452944 w 477264"/>
              <a:gd name="connsiteY2" fmla="*/ 982498 h 982498"/>
              <a:gd name="connsiteX3" fmla="*/ 428624 w 477264"/>
              <a:gd name="connsiteY3" fmla="*/ 958178 h 982498"/>
              <a:gd name="connsiteX4" fmla="*/ 452944 w 477264"/>
              <a:gd name="connsiteY4" fmla="*/ 933858 h 982498"/>
              <a:gd name="connsiteX5" fmla="*/ 345788 w 477264"/>
              <a:gd name="connsiteY5" fmla="*/ 933858 h 982498"/>
              <a:gd name="connsiteX6" fmla="*/ 370108 w 477264"/>
              <a:gd name="connsiteY6" fmla="*/ 958178 h 982498"/>
              <a:gd name="connsiteX7" fmla="*/ 345788 w 477264"/>
              <a:gd name="connsiteY7" fmla="*/ 982498 h 982498"/>
              <a:gd name="connsiteX8" fmla="*/ 321468 w 477264"/>
              <a:gd name="connsiteY8" fmla="*/ 958178 h 982498"/>
              <a:gd name="connsiteX9" fmla="*/ 345788 w 477264"/>
              <a:gd name="connsiteY9" fmla="*/ 933858 h 982498"/>
              <a:gd name="connsiteX10" fmla="*/ 238632 w 477264"/>
              <a:gd name="connsiteY10" fmla="*/ 933858 h 982498"/>
              <a:gd name="connsiteX11" fmla="*/ 262952 w 477264"/>
              <a:gd name="connsiteY11" fmla="*/ 958178 h 982498"/>
              <a:gd name="connsiteX12" fmla="*/ 238632 w 477264"/>
              <a:gd name="connsiteY12" fmla="*/ 982498 h 982498"/>
              <a:gd name="connsiteX13" fmla="*/ 214312 w 477264"/>
              <a:gd name="connsiteY13" fmla="*/ 958178 h 982498"/>
              <a:gd name="connsiteX14" fmla="*/ 238632 w 477264"/>
              <a:gd name="connsiteY14" fmla="*/ 933858 h 982498"/>
              <a:gd name="connsiteX15" fmla="*/ 131476 w 477264"/>
              <a:gd name="connsiteY15" fmla="*/ 933858 h 982498"/>
              <a:gd name="connsiteX16" fmla="*/ 155796 w 477264"/>
              <a:gd name="connsiteY16" fmla="*/ 958178 h 982498"/>
              <a:gd name="connsiteX17" fmla="*/ 131476 w 477264"/>
              <a:gd name="connsiteY17" fmla="*/ 982498 h 982498"/>
              <a:gd name="connsiteX18" fmla="*/ 107156 w 477264"/>
              <a:gd name="connsiteY18" fmla="*/ 958178 h 982498"/>
              <a:gd name="connsiteX19" fmla="*/ 131476 w 477264"/>
              <a:gd name="connsiteY19" fmla="*/ 933858 h 982498"/>
              <a:gd name="connsiteX20" fmla="*/ 24320 w 477264"/>
              <a:gd name="connsiteY20" fmla="*/ 933858 h 982498"/>
              <a:gd name="connsiteX21" fmla="*/ 48640 w 477264"/>
              <a:gd name="connsiteY21" fmla="*/ 958178 h 982498"/>
              <a:gd name="connsiteX22" fmla="*/ 24320 w 477264"/>
              <a:gd name="connsiteY22" fmla="*/ 982498 h 982498"/>
              <a:gd name="connsiteX23" fmla="*/ 0 w 477264"/>
              <a:gd name="connsiteY23" fmla="*/ 958178 h 982498"/>
              <a:gd name="connsiteX24" fmla="*/ 24320 w 477264"/>
              <a:gd name="connsiteY24" fmla="*/ 933858 h 982498"/>
              <a:gd name="connsiteX25" fmla="*/ 452944 w 477264"/>
              <a:gd name="connsiteY25" fmla="*/ 778215 h 982498"/>
              <a:gd name="connsiteX26" fmla="*/ 477264 w 477264"/>
              <a:gd name="connsiteY26" fmla="*/ 802535 h 982498"/>
              <a:gd name="connsiteX27" fmla="*/ 452944 w 477264"/>
              <a:gd name="connsiteY27" fmla="*/ 826855 h 982498"/>
              <a:gd name="connsiteX28" fmla="*/ 428624 w 477264"/>
              <a:gd name="connsiteY28" fmla="*/ 802535 h 982498"/>
              <a:gd name="connsiteX29" fmla="*/ 452944 w 477264"/>
              <a:gd name="connsiteY29" fmla="*/ 778215 h 982498"/>
              <a:gd name="connsiteX30" fmla="*/ 345788 w 477264"/>
              <a:gd name="connsiteY30" fmla="*/ 778215 h 982498"/>
              <a:gd name="connsiteX31" fmla="*/ 370108 w 477264"/>
              <a:gd name="connsiteY31" fmla="*/ 802535 h 982498"/>
              <a:gd name="connsiteX32" fmla="*/ 345788 w 477264"/>
              <a:gd name="connsiteY32" fmla="*/ 826855 h 982498"/>
              <a:gd name="connsiteX33" fmla="*/ 321468 w 477264"/>
              <a:gd name="connsiteY33" fmla="*/ 802535 h 982498"/>
              <a:gd name="connsiteX34" fmla="*/ 345788 w 477264"/>
              <a:gd name="connsiteY34" fmla="*/ 778215 h 982498"/>
              <a:gd name="connsiteX35" fmla="*/ 238632 w 477264"/>
              <a:gd name="connsiteY35" fmla="*/ 778215 h 982498"/>
              <a:gd name="connsiteX36" fmla="*/ 262952 w 477264"/>
              <a:gd name="connsiteY36" fmla="*/ 802535 h 982498"/>
              <a:gd name="connsiteX37" fmla="*/ 238632 w 477264"/>
              <a:gd name="connsiteY37" fmla="*/ 826855 h 982498"/>
              <a:gd name="connsiteX38" fmla="*/ 214312 w 477264"/>
              <a:gd name="connsiteY38" fmla="*/ 802535 h 982498"/>
              <a:gd name="connsiteX39" fmla="*/ 238632 w 477264"/>
              <a:gd name="connsiteY39" fmla="*/ 778215 h 982498"/>
              <a:gd name="connsiteX40" fmla="*/ 131476 w 477264"/>
              <a:gd name="connsiteY40" fmla="*/ 778215 h 982498"/>
              <a:gd name="connsiteX41" fmla="*/ 155796 w 477264"/>
              <a:gd name="connsiteY41" fmla="*/ 802535 h 982498"/>
              <a:gd name="connsiteX42" fmla="*/ 131476 w 477264"/>
              <a:gd name="connsiteY42" fmla="*/ 826855 h 982498"/>
              <a:gd name="connsiteX43" fmla="*/ 107156 w 477264"/>
              <a:gd name="connsiteY43" fmla="*/ 802535 h 982498"/>
              <a:gd name="connsiteX44" fmla="*/ 131476 w 477264"/>
              <a:gd name="connsiteY44" fmla="*/ 778215 h 982498"/>
              <a:gd name="connsiteX45" fmla="*/ 24320 w 477264"/>
              <a:gd name="connsiteY45" fmla="*/ 778215 h 982498"/>
              <a:gd name="connsiteX46" fmla="*/ 48640 w 477264"/>
              <a:gd name="connsiteY46" fmla="*/ 802535 h 982498"/>
              <a:gd name="connsiteX47" fmla="*/ 24320 w 477264"/>
              <a:gd name="connsiteY47" fmla="*/ 826855 h 982498"/>
              <a:gd name="connsiteX48" fmla="*/ 0 w 477264"/>
              <a:gd name="connsiteY48" fmla="*/ 802535 h 982498"/>
              <a:gd name="connsiteX49" fmla="*/ 24320 w 477264"/>
              <a:gd name="connsiteY49" fmla="*/ 778215 h 982498"/>
              <a:gd name="connsiteX50" fmla="*/ 452944 w 477264"/>
              <a:gd name="connsiteY50" fmla="*/ 622572 h 982498"/>
              <a:gd name="connsiteX51" fmla="*/ 477264 w 477264"/>
              <a:gd name="connsiteY51" fmla="*/ 646892 h 982498"/>
              <a:gd name="connsiteX52" fmla="*/ 452944 w 477264"/>
              <a:gd name="connsiteY52" fmla="*/ 671212 h 982498"/>
              <a:gd name="connsiteX53" fmla="*/ 428624 w 477264"/>
              <a:gd name="connsiteY53" fmla="*/ 646892 h 982498"/>
              <a:gd name="connsiteX54" fmla="*/ 452944 w 477264"/>
              <a:gd name="connsiteY54" fmla="*/ 622572 h 982498"/>
              <a:gd name="connsiteX55" fmla="*/ 345788 w 477264"/>
              <a:gd name="connsiteY55" fmla="*/ 622572 h 982498"/>
              <a:gd name="connsiteX56" fmla="*/ 370108 w 477264"/>
              <a:gd name="connsiteY56" fmla="*/ 646892 h 982498"/>
              <a:gd name="connsiteX57" fmla="*/ 345788 w 477264"/>
              <a:gd name="connsiteY57" fmla="*/ 671212 h 982498"/>
              <a:gd name="connsiteX58" fmla="*/ 321468 w 477264"/>
              <a:gd name="connsiteY58" fmla="*/ 646892 h 982498"/>
              <a:gd name="connsiteX59" fmla="*/ 345788 w 477264"/>
              <a:gd name="connsiteY59" fmla="*/ 622572 h 982498"/>
              <a:gd name="connsiteX60" fmla="*/ 238632 w 477264"/>
              <a:gd name="connsiteY60" fmla="*/ 622572 h 982498"/>
              <a:gd name="connsiteX61" fmla="*/ 262952 w 477264"/>
              <a:gd name="connsiteY61" fmla="*/ 646892 h 982498"/>
              <a:gd name="connsiteX62" fmla="*/ 238632 w 477264"/>
              <a:gd name="connsiteY62" fmla="*/ 671212 h 982498"/>
              <a:gd name="connsiteX63" fmla="*/ 214312 w 477264"/>
              <a:gd name="connsiteY63" fmla="*/ 646892 h 982498"/>
              <a:gd name="connsiteX64" fmla="*/ 238632 w 477264"/>
              <a:gd name="connsiteY64" fmla="*/ 622572 h 982498"/>
              <a:gd name="connsiteX65" fmla="*/ 131476 w 477264"/>
              <a:gd name="connsiteY65" fmla="*/ 622572 h 982498"/>
              <a:gd name="connsiteX66" fmla="*/ 155796 w 477264"/>
              <a:gd name="connsiteY66" fmla="*/ 646892 h 982498"/>
              <a:gd name="connsiteX67" fmla="*/ 131476 w 477264"/>
              <a:gd name="connsiteY67" fmla="*/ 671212 h 982498"/>
              <a:gd name="connsiteX68" fmla="*/ 107156 w 477264"/>
              <a:gd name="connsiteY68" fmla="*/ 646892 h 982498"/>
              <a:gd name="connsiteX69" fmla="*/ 131476 w 477264"/>
              <a:gd name="connsiteY69" fmla="*/ 622572 h 982498"/>
              <a:gd name="connsiteX70" fmla="*/ 24320 w 477264"/>
              <a:gd name="connsiteY70" fmla="*/ 622572 h 982498"/>
              <a:gd name="connsiteX71" fmla="*/ 48640 w 477264"/>
              <a:gd name="connsiteY71" fmla="*/ 646892 h 982498"/>
              <a:gd name="connsiteX72" fmla="*/ 24320 w 477264"/>
              <a:gd name="connsiteY72" fmla="*/ 671212 h 982498"/>
              <a:gd name="connsiteX73" fmla="*/ 0 w 477264"/>
              <a:gd name="connsiteY73" fmla="*/ 646892 h 982498"/>
              <a:gd name="connsiteX74" fmla="*/ 24320 w 477264"/>
              <a:gd name="connsiteY74" fmla="*/ 622572 h 982498"/>
              <a:gd name="connsiteX75" fmla="*/ 24320 w 477264"/>
              <a:gd name="connsiteY75" fmla="*/ 466929 h 982498"/>
              <a:gd name="connsiteX76" fmla="*/ 48640 w 477264"/>
              <a:gd name="connsiteY76" fmla="*/ 491249 h 982498"/>
              <a:gd name="connsiteX77" fmla="*/ 24320 w 477264"/>
              <a:gd name="connsiteY77" fmla="*/ 515569 h 982498"/>
              <a:gd name="connsiteX78" fmla="*/ 0 w 477264"/>
              <a:gd name="connsiteY78" fmla="*/ 491249 h 982498"/>
              <a:gd name="connsiteX79" fmla="*/ 24320 w 477264"/>
              <a:gd name="connsiteY79" fmla="*/ 466929 h 982498"/>
              <a:gd name="connsiteX80" fmla="*/ 131476 w 477264"/>
              <a:gd name="connsiteY80" fmla="*/ 466929 h 982498"/>
              <a:gd name="connsiteX81" fmla="*/ 155796 w 477264"/>
              <a:gd name="connsiteY81" fmla="*/ 491249 h 982498"/>
              <a:gd name="connsiteX82" fmla="*/ 131476 w 477264"/>
              <a:gd name="connsiteY82" fmla="*/ 515569 h 982498"/>
              <a:gd name="connsiteX83" fmla="*/ 107156 w 477264"/>
              <a:gd name="connsiteY83" fmla="*/ 491249 h 982498"/>
              <a:gd name="connsiteX84" fmla="*/ 131476 w 477264"/>
              <a:gd name="connsiteY84" fmla="*/ 466929 h 982498"/>
              <a:gd name="connsiteX85" fmla="*/ 238632 w 477264"/>
              <a:gd name="connsiteY85" fmla="*/ 466929 h 982498"/>
              <a:gd name="connsiteX86" fmla="*/ 262952 w 477264"/>
              <a:gd name="connsiteY86" fmla="*/ 491249 h 982498"/>
              <a:gd name="connsiteX87" fmla="*/ 238632 w 477264"/>
              <a:gd name="connsiteY87" fmla="*/ 515569 h 982498"/>
              <a:gd name="connsiteX88" fmla="*/ 214312 w 477264"/>
              <a:gd name="connsiteY88" fmla="*/ 491249 h 982498"/>
              <a:gd name="connsiteX89" fmla="*/ 238632 w 477264"/>
              <a:gd name="connsiteY89" fmla="*/ 466929 h 982498"/>
              <a:gd name="connsiteX90" fmla="*/ 345788 w 477264"/>
              <a:gd name="connsiteY90" fmla="*/ 466929 h 982498"/>
              <a:gd name="connsiteX91" fmla="*/ 370108 w 477264"/>
              <a:gd name="connsiteY91" fmla="*/ 491249 h 982498"/>
              <a:gd name="connsiteX92" fmla="*/ 345788 w 477264"/>
              <a:gd name="connsiteY92" fmla="*/ 515569 h 982498"/>
              <a:gd name="connsiteX93" fmla="*/ 321468 w 477264"/>
              <a:gd name="connsiteY93" fmla="*/ 491249 h 982498"/>
              <a:gd name="connsiteX94" fmla="*/ 345788 w 477264"/>
              <a:gd name="connsiteY94" fmla="*/ 466929 h 982498"/>
              <a:gd name="connsiteX95" fmla="*/ 452944 w 477264"/>
              <a:gd name="connsiteY95" fmla="*/ 466929 h 982498"/>
              <a:gd name="connsiteX96" fmla="*/ 477264 w 477264"/>
              <a:gd name="connsiteY96" fmla="*/ 491249 h 982498"/>
              <a:gd name="connsiteX97" fmla="*/ 452944 w 477264"/>
              <a:gd name="connsiteY97" fmla="*/ 515569 h 982498"/>
              <a:gd name="connsiteX98" fmla="*/ 428624 w 477264"/>
              <a:gd name="connsiteY98" fmla="*/ 491249 h 982498"/>
              <a:gd name="connsiteX99" fmla="*/ 452944 w 477264"/>
              <a:gd name="connsiteY99" fmla="*/ 466929 h 982498"/>
              <a:gd name="connsiteX100" fmla="*/ 24320 w 477264"/>
              <a:gd name="connsiteY100" fmla="*/ 311287 h 982498"/>
              <a:gd name="connsiteX101" fmla="*/ 48640 w 477264"/>
              <a:gd name="connsiteY101" fmla="*/ 335607 h 982498"/>
              <a:gd name="connsiteX102" fmla="*/ 24320 w 477264"/>
              <a:gd name="connsiteY102" fmla="*/ 359926 h 982498"/>
              <a:gd name="connsiteX103" fmla="*/ 0 w 477264"/>
              <a:gd name="connsiteY103" fmla="*/ 335607 h 982498"/>
              <a:gd name="connsiteX104" fmla="*/ 24320 w 477264"/>
              <a:gd name="connsiteY104" fmla="*/ 311287 h 982498"/>
              <a:gd name="connsiteX105" fmla="*/ 131476 w 477264"/>
              <a:gd name="connsiteY105" fmla="*/ 311286 h 982498"/>
              <a:gd name="connsiteX106" fmla="*/ 155796 w 477264"/>
              <a:gd name="connsiteY106" fmla="*/ 335606 h 982498"/>
              <a:gd name="connsiteX107" fmla="*/ 131476 w 477264"/>
              <a:gd name="connsiteY107" fmla="*/ 359926 h 982498"/>
              <a:gd name="connsiteX108" fmla="*/ 107156 w 477264"/>
              <a:gd name="connsiteY108" fmla="*/ 335606 h 982498"/>
              <a:gd name="connsiteX109" fmla="*/ 131476 w 477264"/>
              <a:gd name="connsiteY109" fmla="*/ 311286 h 982498"/>
              <a:gd name="connsiteX110" fmla="*/ 238632 w 477264"/>
              <a:gd name="connsiteY110" fmla="*/ 311286 h 982498"/>
              <a:gd name="connsiteX111" fmla="*/ 262952 w 477264"/>
              <a:gd name="connsiteY111" fmla="*/ 335606 h 982498"/>
              <a:gd name="connsiteX112" fmla="*/ 238632 w 477264"/>
              <a:gd name="connsiteY112" fmla="*/ 359926 h 982498"/>
              <a:gd name="connsiteX113" fmla="*/ 214312 w 477264"/>
              <a:gd name="connsiteY113" fmla="*/ 335606 h 982498"/>
              <a:gd name="connsiteX114" fmla="*/ 238632 w 477264"/>
              <a:gd name="connsiteY114" fmla="*/ 311286 h 982498"/>
              <a:gd name="connsiteX115" fmla="*/ 345788 w 477264"/>
              <a:gd name="connsiteY115" fmla="*/ 311286 h 982498"/>
              <a:gd name="connsiteX116" fmla="*/ 370108 w 477264"/>
              <a:gd name="connsiteY116" fmla="*/ 335606 h 982498"/>
              <a:gd name="connsiteX117" fmla="*/ 345788 w 477264"/>
              <a:gd name="connsiteY117" fmla="*/ 359926 h 982498"/>
              <a:gd name="connsiteX118" fmla="*/ 321468 w 477264"/>
              <a:gd name="connsiteY118" fmla="*/ 335606 h 982498"/>
              <a:gd name="connsiteX119" fmla="*/ 345788 w 477264"/>
              <a:gd name="connsiteY119" fmla="*/ 311286 h 982498"/>
              <a:gd name="connsiteX120" fmla="*/ 452944 w 477264"/>
              <a:gd name="connsiteY120" fmla="*/ 311286 h 982498"/>
              <a:gd name="connsiteX121" fmla="*/ 477264 w 477264"/>
              <a:gd name="connsiteY121" fmla="*/ 335606 h 982498"/>
              <a:gd name="connsiteX122" fmla="*/ 452944 w 477264"/>
              <a:gd name="connsiteY122" fmla="*/ 359926 h 982498"/>
              <a:gd name="connsiteX123" fmla="*/ 428624 w 477264"/>
              <a:gd name="connsiteY123" fmla="*/ 335606 h 982498"/>
              <a:gd name="connsiteX124" fmla="*/ 452944 w 477264"/>
              <a:gd name="connsiteY124" fmla="*/ 311286 h 982498"/>
              <a:gd name="connsiteX125" fmla="*/ 24320 w 477264"/>
              <a:gd name="connsiteY125" fmla="*/ 155643 h 982498"/>
              <a:gd name="connsiteX126" fmla="*/ 48640 w 477264"/>
              <a:gd name="connsiteY126" fmla="*/ 179963 h 982498"/>
              <a:gd name="connsiteX127" fmla="*/ 24320 w 477264"/>
              <a:gd name="connsiteY127" fmla="*/ 204283 h 982498"/>
              <a:gd name="connsiteX128" fmla="*/ 0 w 477264"/>
              <a:gd name="connsiteY128" fmla="*/ 179963 h 982498"/>
              <a:gd name="connsiteX129" fmla="*/ 24320 w 477264"/>
              <a:gd name="connsiteY129" fmla="*/ 155643 h 982498"/>
              <a:gd name="connsiteX130" fmla="*/ 131476 w 477264"/>
              <a:gd name="connsiteY130" fmla="*/ 155643 h 982498"/>
              <a:gd name="connsiteX131" fmla="*/ 155796 w 477264"/>
              <a:gd name="connsiteY131" fmla="*/ 179963 h 982498"/>
              <a:gd name="connsiteX132" fmla="*/ 131476 w 477264"/>
              <a:gd name="connsiteY132" fmla="*/ 204283 h 982498"/>
              <a:gd name="connsiteX133" fmla="*/ 107156 w 477264"/>
              <a:gd name="connsiteY133" fmla="*/ 179963 h 982498"/>
              <a:gd name="connsiteX134" fmla="*/ 131476 w 477264"/>
              <a:gd name="connsiteY134" fmla="*/ 155643 h 982498"/>
              <a:gd name="connsiteX135" fmla="*/ 238632 w 477264"/>
              <a:gd name="connsiteY135" fmla="*/ 155643 h 982498"/>
              <a:gd name="connsiteX136" fmla="*/ 262952 w 477264"/>
              <a:gd name="connsiteY136" fmla="*/ 179963 h 982498"/>
              <a:gd name="connsiteX137" fmla="*/ 238632 w 477264"/>
              <a:gd name="connsiteY137" fmla="*/ 204283 h 982498"/>
              <a:gd name="connsiteX138" fmla="*/ 214312 w 477264"/>
              <a:gd name="connsiteY138" fmla="*/ 179963 h 982498"/>
              <a:gd name="connsiteX139" fmla="*/ 238632 w 477264"/>
              <a:gd name="connsiteY139" fmla="*/ 155643 h 982498"/>
              <a:gd name="connsiteX140" fmla="*/ 345788 w 477264"/>
              <a:gd name="connsiteY140" fmla="*/ 155643 h 982498"/>
              <a:gd name="connsiteX141" fmla="*/ 370108 w 477264"/>
              <a:gd name="connsiteY141" fmla="*/ 179963 h 982498"/>
              <a:gd name="connsiteX142" fmla="*/ 345788 w 477264"/>
              <a:gd name="connsiteY142" fmla="*/ 204283 h 982498"/>
              <a:gd name="connsiteX143" fmla="*/ 321468 w 477264"/>
              <a:gd name="connsiteY143" fmla="*/ 179963 h 982498"/>
              <a:gd name="connsiteX144" fmla="*/ 345788 w 477264"/>
              <a:gd name="connsiteY144" fmla="*/ 155643 h 982498"/>
              <a:gd name="connsiteX145" fmla="*/ 452944 w 477264"/>
              <a:gd name="connsiteY145" fmla="*/ 155643 h 982498"/>
              <a:gd name="connsiteX146" fmla="*/ 477264 w 477264"/>
              <a:gd name="connsiteY146" fmla="*/ 179963 h 982498"/>
              <a:gd name="connsiteX147" fmla="*/ 452944 w 477264"/>
              <a:gd name="connsiteY147" fmla="*/ 204283 h 982498"/>
              <a:gd name="connsiteX148" fmla="*/ 428624 w 477264"/>
              <a:gd name="connsiteY148" fmla="*/ 179963 h 982498"/>
              <a:gd name="connsiteX149" fmla="*/ 452944 w 477264"/>
              <a:gd name="connsiteY149" fmla="*/ 155643 h 982498"/>
              <a:gd name="connsiteX150" fmla="*/ 452944 w 477264"/>
              <a:gd name="connsiteY150" fmla="*/ 0 h 982498"/>
              <a:gd name="connsiteX151" fmla="*/ 477264 w 477264"/>
              <a:gd name="connsiteY151" fmla="*/ 24320 h 982498"/>
              <a:gd name="connsiteX152" fmla="*/ 452944 w 477264"/>
              <a:gd name="connsiteY152" fmla="*/ 48640 h 982498"/>
              <a:gd name="connsiteX153" fmla="*/ 428624 w 477264"/>
              <a:gd name="connsiteY153" fmla="*/ 24320 h 982498"/>
              <a:gd name="connsiteX154" fmla="*/ 452944 w 477264"/>
              <a:gd name="connsiteY154" fmla="*/ 0 h 982498"/>
              <a:gd name="connsiteX155" fmla="*/ 345788 w 477264"/>
              <a:gd name="connsiteY155" fmla="*/ 0 h 982498"/>
              <a:gd name="connsiteX156" fmla="*/ 370108 w 477264"/>
              <a:gd name="connsiteY156" fmla="*/ 24320 h 982498"/>
              <a:gd name="connsiteX157" fmla="*/ 345788 w 477264"/>
              <a:gd name="connsiteY157" fmla="*/ 48640 h 982498"/>
              <a:gd name="connsiteX158" fmla="*/ 321468 w 477264"/>
              <a:gd name="connsiteY158" fmla="*/ 24320 h 982498"/>
              <a:gd name="connsiteX159" fmla="*/ 345788 w 477264"/>
              <a:gd name="connsiteY159" fmla="*/ 0 h 982498"/>
              <a:gd name="connsiteX160" fmla="*/ 238632 w 477264"/>
              <a:gd name="connsiteY160" fmla="*/ 0 h 982498"/>
              <a:gd name="connsiteX161" fmla="*/ 262952 w 477264"/>
              <a:gd name="connsiteY161" fmla="*/ 24320 h 982498"/>
              <a:gd name="connsiteX162" fmla="*/ 238632 w 477264"/>
              <a:gd name="connsiteY162" fmla="*/ 48640 h 982498"/>
              <a:gd name="connsiteX163" fmla="*/ 214312 w 477264"/>
              <a:gd name="connsiteY163" fmla="*/ 24320 h 982498"/>
              <a:gd name="connsiteX164" fmla="*/ 238632 w 477264"/>
              <a:gd name="connsiteY164" fmla="*/ 0 h 982498"/>
              <a:gd name="connsiteX165" fmla="*/ 131476 w 477264"/>
              <a:gd name="connsiteY165" fmla="*/ 0 h 982498"/>
              <a:gd name="connsiteX166" fmla="*/ 155796 w 477264"/>
              <a:gd name="connsiteY166" fmla="*/ 24320 h 982498"/>
              <a:gd name="connsiteX167" fmla="*/ 131476 w 477264"/>
              <a:gd name="connsiteY167" fmla="*/ 48640 h 982498"/>
              <a:gd name="connsiteX168" fmla="*/ 107156 w 477264"/>
              <a:gd name="connsiteY168" fmla="*/ 24320 h 982498"/>
              <a:gd name="connsiteX169" fmla="*/ 131476 w 477264"/>
              <a:gd name="connsiteY169" fmla="*/ 0 h 982498"/>
              <a:gd name="connsiteX170" fmla="*/ 24320 w 477264"/>
              <a:gd name="connsiteY170" fmla="*/ 0 h 982498"/>
              <a:gd name="connsiteX171" fmla="*/ 48640 w 477264"/>
              <a:gd name="connsiteY171" fmla="*/ 24320 h 982498"/>
              <a:gd name="connsiteX172" fmla="*/ 24320 w 477264"/>
              <a:gd name="connsiteY172" fmla="*/ 48640 h 982498"/>
              <a:gd name="connsiteX173" fmla="*/ 0 w 477264"/>
              <a:gd name="connsiteY173" fmla="*/ 24320 h 982498"/>
              <a:gd name="connsiteX174" fmla="*/ 24320 w 477264"/>
              <a:gd name="connsiteY174" fmla="*/ 0 h 9824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Lst>
            <a:rect l="l" t="t" r="r" b="b"/>
            <a:pathLst>
              <a:path w="477264" h="982498">
                <a:moveTo>
                  <a:pt x="452944" y="933858"/>
                </a:moveTo>
                <a:cubicBezTo>
                  <a:pt x="466376" y="933858"/>
                  <a:pt x="477264" y="944746"/>
                  <a:pt x="477264" y="958178"/>
                </a:cubicBezTo>
                <a:cubicBezTo>
                  <a:pt x="477264" y="971610"/>
                  <a:pt x="466376" y="982498"/>
                  <a:pt x="452944" y="982498"/>
                </a:cubicBezTo>
                <a:cubicBezTo>
                  <a:pt x="439512" y="982498"/>
                  <a:pt x="428624" y="971610"/>
                  <a:pt x="428624" y="958178"/>
                </a:cubicBezTo>
                <a:cubicBezTo>
                  <a:pt x="428624" y="944746"/>
                  <a:pt x="439512" y="933858"/>
                  <a:pt x="452944" y="933858"/>
                </a:cubicBezTo>
                <a:close/>
                <a:moveTo>
                  <a:pt x="345788" y="933858"/>
                </a:moveTo>
                <a:cubicBezTo>
                  <a:pt x="359220" y="933858"/>
                  <a:pt x="370108" y="944746"/>
                  <a:pt x="370108" y="958178"/>
                </a:cubicBezTo>
                <a:cubicBezTo>
                  <a:pt x="370108" y="971610"/>
                  <a:pt x="359220" y="982498"/>
                  <a:pt x="345788" y="982498"/>
                </a:cubicBezTo>
                <a:cubicBezTo>
                  <a:pt x="332356" y="982498"/>
                  <a:pt x="321468" y="971610"/>
                  <a:pt x="321468" y="958178"/>
                </a:cubicBezTo>
                <a:cubicBezTo>
                  <a:pt x="321468" y="944746"/>
                  <a:pt x="332356" y="933858"/>
                  <a:pt x="345788" y="933858"/>
                </a:cubicBezTo>
                <a:close/>
                <a:moveTo>
                  <a:pt x="238632" y="933858"/>
                </a:moveTo>
                <a:cubicBezTo>
                  <a:pt x="252064" y="933858"/>
                  <a:pt x="262952" y="944746"/>
                  <a:pt x="262952" y="958178"/>
                </a:cubicBezTo>
                <a:cubicBezTo>
                  <a:pt x="262952" y="971610"/>
                  <a:pt x="252064" y="982498"/>
                  <a:pt x="238632" y="982498"/>
                </a:cubicBezTo>
                <a:cubicBezTo>
                  <a:pt x="225200" y="982498"/>
                  <a:pt x="214312" y="971610"/>
                  <a:pt x="214312" y="958178"/>
                </a:cubicBezTo>
                <a:cubicBezTo>
                  <a:pt x="214312" y="944746"/>
                  <a:pt x="225200" y="933858"/>
                  <a:pt x="238632" y="933858"/>
                </a:cubicBezTo>
                <a:close/>
                <a:moveTo>
                  <a:pt x="131476" y="933858"/>
                </a:moveTo>
                <a:cubicBezTo>
                  <a:pt x="144908" y="933858"/>
                  <a:pt x="155796" y="944746"/>
                  <a:pt x="155796" y="958178"/>
                </a:cubicBezTo>
                <a:cubicBezTo>
                  <a:pt x="155796" y="971610"/>
                  <a:pt x="144908" y="982498"/>
                  <a:pt x="131476" y="982498"/>
                </a:cubicBezTo>
                <a:cubicBezTo>
                  <a:pt x="118044" y="982498"/>
                  <a:pt x="107156" y="971610"/>
                  <a:pt x="107156" y="958178"/>
                </a:cubicBezTo>
                <a:cubicBezTo>
                  <a:pt x="107156" y="944746"/>
                  <a:pt x="118044" y="933858"/>
                  <a:pt x="131476" y="933858"/>
                </a:cubicBezTo>
                <a:close/>
                <a:moveTo>
                  <a:pt x="24320" y="933858"/>
                </a:moveTo>
                <a:cubicBezTo>
                  <a:pt x="37752" y="933858"/>
                  <a:pt x="48640" y="944746"/>
                  <a:pt x="48640" y="958178"/>
                </a:cubicBezTo>
                <a:cubicBezTo>
                  <a:pt x="48640" y="971610"/>
                  <a:pt x="37752" y="982498"/>
                  <a:pt x="24320" y="982498"/>
                </a:cubicBezTo>
                <a:cubicBezTo>
                  <a:pt x="10888" y="982498"/>
                  <a:pt x="0" y="971610"/>
                  <a:pt x="0" y="958178"/>
                </a:cubicBezTo>
                <a:cubicBezTo>
                  <a:pt x="0" y="944746"/>
                  <a:pt x="10888" y="933858"/>
                  <a:pt x="24320" y="933858"/>
                </a:cubicBezTo>
                <a:close/>
                <a:moveTo>
                  <a:pt x="452944" y="778215"/>
                </a:moveTo>
                <a:cubicBezTo>
                  <a:pt x="466376" y="778215"/>
                  <a:pt x="477264" y="789103"/>
                  <a:pt x="477264" y="802535"/>
                </a:cubicBezTo>
                <a:cubicBezTo>
                  <a:pt x="477264" y="815967"/>
                  <a:pt x="466376" y="826855"/>
                  <a:pt x="452944" y="826855"/>
                </a:cubicBezTo>
                <a:cubicBezTo>
                  <a:pt x="439512" y="826855"/>
                  <a:pt x="428624" y="815967"/>
                  <a:pt x="428624" y="802535"/>
                </a:cubicBezTo>
                <a:cubicBezTo>
                  <a:pt x="428624" y="789103"/>
                  <a:pt x="439512" y="778215"/>
                  <a:pt x="452944" y="778215"/>
                </a:cubicBezTo>
                <a:close/>
                <a:moveTo>
                  <a:pt x="345788" y="778215"/>
                </a:moveTo>
                <a:cubicBezTo>
                  <a:pt x="359220" y="778215"/>
                  <a:pt x="370108" y="789103"/>
                  <a:pt x="370108" y="802535"/>
                </a:cubicBezTo>
                <a:cubicBezTo>
                  <a:pt x="370108" y="815967"/>
                  <a:pt x="359220" y="826855"/>
                  <a:pt x="345788" y="826855"/>
                </a:cubicBezTo>
                <a:cubicBezTo>
                  <a:pt x="332356" y="826855"/>
                  <a:pt x="321468" y="815967"/>
                  <a:pt x="321468" y="802535"/>
                </a:cubicBezTo>
                <a:cubicBezTo>
                  <a:pt x="321468" y="789103"/>
                  <a:pt x="332356" y="778215"/>
                  <a:pt x="345788" y="778215"/>
                </a:cubicBezTo>
                <a:close/>
                <a:moveTo>
                  <a:pt x="238632" y="778215"/>
                </a:moveTo>
                <a:cubicBezTo>
                  <a:pt x="252064" y="778215"/>
                  <a:pt x="262952" y="789103"/>
                  <a:pt x="262952" y="802535"/>
                </a:cubicBezTo>
                <a:cubicBezTo>
                  <a:pt x="262952" y="815967"/>
                  <a:pt x="252064" y="826855"/>
                  <a:pt x="238632" y="826855"/>
                </a:cubicBezTo>
                <a:cubicBezTo>
                  <a:pt x="225200" y="826855"/>
                  <a:pt x="214312" y="815967"/>
                  <a:pt x="214312" y="802535"/>
                </a:cubicBezTo>
                <a:cubicBezTo>
                  <a:pt x="214312" y="789103"/>
                  <a:pt x="225200" y="778215"/>
                  <a:pt x="238632" y="778215"/>
                </a:cubicBezTo>
                <a:close/>
                <a:moveTo>
                  <a:pt x="131476" y="778215"/>
                </a:moveTo>
                <a:cubicBezTo>
                  <a:pt x="144908" y="778215"/>
                  <a:pt x="155796" y="789103"/>
                  <a:pt x="155796" y="802535"/>
                </a:cubicBezTo>
                <a:cubicBezTo>
                  <a:pt x="155796" y="815967"/>
                  <a:pt x="144908" y="826855"/>
                  <a:pt x="131476" y="826855"/>
                </a:cubicBezTo>
                <a:cubicBezTo>
                  <a:pt x="118044" y="826855"/>
                  <a:pt x="107156" y="815967"/>
                  <a:pt x="107156" y="802535"/>
                </a:cubicBezTo>
                <a:cubicBezTo>
                  <a:pt x="107156" y="789103"/>
                  <a:pt x="118044" y="778215"/>
                  <a:pt x="131476" y="778215"/>
                </a:cubicBezTo>
                <a:close/>
                <a:moveTo>
                  <a:pt x="24320" y="778215"/>
                </a:moveTo>
                <a:cubicBezTo>
                  <a:pt x="37752" y="778215"/>
                  <a:pt x="48640" y="789103"/>
                  <a:pt x="48640" y="802535"/>
                </a:cubicBezTo>
                <a:cubicBezTo>
                  <a:pt x="48640" y="815967"/>
                  <a:pt x="37752" y="826855"/>
                  <a:pt x="24320" y="826855"/>
                </a:cubicBezTo>
                <a:cubicBezTo>
                  <a:pt x="10888" y="826855"/>
                  <a:pt x="0" y="815967"/>
                  <a:pt x="0" y="802535"/>
                </a:cubicBezTo>
                <a:cubicBezTo>
                  <a:pt x="0" y="789103"/>
                  <a:pt x="10888" y="778215"/>
                  <a:pt x="24320" y="778215"/>
                </a:cubicBezTo>
                <a:close/>
                <a:moveTo>
                  <a:pt x="452944" y="622572"/>
                </a:moveTo>
                <a:cubicBezTo>
                  <a:pt x="466376" y="622572"/>
                  <a:pt x="477264" y="633460"/>
                  <a:pt x="477264" y="646892"/>
                </a:cubicBezTo>
                <a:cubicBezTo>
                  <a:pt x="477264" y="660324"/>
                  <a:pt x="466376" y="671212"/>
                  <a:pt x="452944" y="671212"/>
                </a:cubicBezTo>
                <a:cubicBezTo>
                  <a:pt x="439512" y="671212"/>
                  <a:pt x="428624" y="660324"/>
                  <a:pt x="428624" y="646892"/>
                </a:cubicBezTo>
                <a:cubicBezTo>
                  <a:pt x="428624" y="633460"/>
                  <a:pt x="439512" y="622572"/>
                  <a:pt x="452944" y="622572"/>
                </a:cubicBezTo>
                <a:close/>
                <a:moveTo>
                  <a:pt x="345788" y="622572"/>
                </a:moveTo>
                <a:cubicBezTo>
                  <a:pt x="359220" y="622572"/>
                  <a:pt x="370108" y="633460"/>
                  <a:pt x="370108" y="646892"/>
                </a:cubicBezTo>
                <a:cubicBezTo>
                  <a:pt x="370108" y="660324"/>
                  <a:pt x="359220" y="671212"/>
                  <a:pt x="345788" y="671212"/>
                </a:cubicBezTo>
                <a:cubicBezTo>
                  <a:pt x="332356" y="671212"/>
                  <a:pt x="321468" y="660324"/>
                  <a:pt x="321468" y="646892"/>
                </a:cubicBezTo>
                <a:cubicBezTo>
                  <a:pt x="321468" y="633460"/>
                  <a:pt x="332356" y="622572"/>
                  <a:pt x="345788" y="622572"/>
                </a:cubicBezTo>
                <a:close/>
                <a:moveTo>
                  <a:pt x="238632" y="622572"/>
                </a:moveTo>
                <a:cubicBezTo>
                  <a:pt x="252064" y="622572"/>
                  <a:pt x="262952" y="633460"/>
                  <a:pt x="262952" y="646892"/>
                </a:cubicBezTo>
                <a:cubicBezTo>
                  <a:pt x="262952" y="660324"/>
                  <a:pt x="252064" y="671212"/>
                  <a:pt x="238632" y="671212"/>
                </a:cubicBezTo>
                <a:cubicBezTo>
                  <a:pt x="225200" y="671212"/>
                  <a:pt x="214312" y="660324"/>
                  <a:pt x="214312" y="646892"/>
                </a:cubicBezTo>
                <a:cubicBezTo>
                  <a:pt x="214312" y="633460"/>
                  <a:pt x="225200" y="622572"/>
                  <a:pt x="238632" y="622572"/>
                </a:cubicBezTo>
                <a:close/>
                <a:moveTo>
                  <a:pt x="131476" y="622572"/>
                </a:moveTo>
                <a:cubicBezTo>
                  <a:pt x="144908" y="622572"/>
                  <a:pt x="155796" y="633460"/>
                  <a:pt x="155796" y="646892"/>
                </a:cubicBezTo>
                <a:cubicBezTo>
                  <a:pt x="155796" y="660324"/>
                  <a:pt x="144908" y="671212"/>
                  <a:pt x="131476" y="671212"/>
                </a:cubicBezTo>
                <a:cubicBezTo>
                  <a:pt x="118044" y="671212"/>
                  <a:pt x="107156" y="660324"/>
                  <a:pt x="107156" y="646892"/>
                </a:cubicBezTo>
                <a:cubicBezTo>
                  <a:pt x="107156" y="633460"/>
                  <a:pt x="118044" y="622572"/>
                  <a:pt x="131476" y="622572"/>
                </a:cubicBezTo>
                <a:close/>
                <a:moveTo>
                  <a:pt x="24320" y="622572"/>
                </a:moveTo>
                <a:cubicBezTo>
                  <a:pt x="37752" y="622572"/>
                  <a:pt x="48640" y="633460"/>
                  <a:pt x="48640" y="646892"/>
                </a:cubicBezTo>
                <a:cubicBezTo>
                  <a:pt x="48640" y="660324"/>
                  <a:pt x="37752" y="671212"/>
                  <a:pt x="24320" y="671212"/>
                </a:cubicBezTo>
                <a:cubicBezTo>
                  <a:pt x="10888" y="671212"/>
                  <a:pt x="0" y="660324"/>
                  <a:pt x="0" y="646892"/>
                </a:cubicBezTo>
                <a:cubicBezTo>
                  <a:pt x="0" y="633460"/>
                  <a:pt x="10888" y="622572"/>
                  <a:pt x="24320" y="622572"/>
                </a:cubicBezTo>
                <a:close/>
                <a:moveTo>
                  <a:pt x="24320" y="466929"/>
                </a:moveTo>
                <a:cubicBezTo>
                  <a:pt x="37752" y="466929"/>
                  <a:pt x="48640" y="477817"/>
                  <a:pt x="48640" y="491249"/>
                </a:cubicBezTo>
                <a:cubicBezTo>
                  <a:pt x="48640" y="504681"/>
                  <a:pt x="37752" y="515569"/>
                  <a:pt x="24320" y="515569"/>
                </a:cubicBezTo>
                <a:cubicBezTo>
                  <a:pt x="10888" y="515569"/>
                  <a:pt x="0" y="504681"/>
                  <a:pt x="0" y="491249"/>
                </a:cubicBezTo>
                <a:cubicBezTo>
                  <a:pt x="0" y="477817"/>
                  <a:pt x="10888" y="466929"/>
                  <a:pt x="24320" y="466929"/>
                </a:cubicBezTo>
                <a:close/>
                <a:moveTo>
                  <a:pt x="131476" y="466929"/>
                </a:moveTo>
                <a:cubicBezTo>
                  <a:pt x="144908" y="466929"/>
                  <a:pt x="155796" y="477817"/>
                  <a:pt x="155796" y="491249"/>
                </a:cubicBezTo>
                <a:cubicBezTo>
                  <a:pt x="155796" y="504681"/>
                  <a:pt x="144908" y="515569"/>
                  <a:pt x="131476" y="515569"/>
                </a:cubicBezTo>
                <a:cubicBezTo>
                  <a:pt x="118044" y="515569"/>
                  <a:pt x="107156" y="504681"/>
                  <a:pt x="107156" y="491249"/>
                </a:cubicBezTo>
                <a:cubicBezTo>
                  <a:pt x="107156" y="477817"/>
                  <a:pt x="118044" y="466929"/>
                  <a:pt x="131476" y="466929"/>
                </a:cubicBezTo>
                <a:close/>
                <a:moveTo>
                  <a:pt x="238632" y="466929"/>
                </a:moveTo>
                <a:cubicBezTo>
                  <a:pt x="252064" y="466929"/>
                  <a:pt x="262952" y="477817"/>
                  <a:pt x="262952" y="491249"/>
                </a:cubicBezTo>
                <a:cubicBezTo>
                  <a:pt x="262952" y="504681"/>
                  <a:pt x="252064" y="515569"/>
                  <a:pt x="238632" y="515569"/>
                </a:cubicBezTo>
                <a:cubicBezTo>
                  <a:pt x="225200" y="515569"/>
                  <a:pt x="214312" y="504681"/>
                  <a:pt x="214312" y="491249"/>
                </a:cubicBezTo>
                <a:cubicBezTo>
                  <a:pt x="214312" y="477817"/>
                  <a:pt x="225200" y="466929"/>
                  <a:pt x="238632" y="466929"/>
                </a:cubicBezTo>
                <a:close/>
                <a:moveTo>
                  <a:pt x="345788" y="466929"/>
                </a:moveTo>
                <a:cubicBezTo>
                  <a:pt x="359220" y="466929"/>
                  <a:pt x="370108" y="477817"/>
                  <a:pt x="370108" y="491249"/>
                </a:cubicBezTo>
                <a:cubicBezTo>
                  <a:pt x="370108" y="504681"/>
                  <a:pt x="359220" y="515569"/>
                  <a:pt x="345788" y="515569"/>
                </a:cubicBezTo>
                <a:cubicBezTo>
                  <a:pt x="332356" y="515569"/>
                  <a:pt x="321468" y="504681"/>
                  <a:pt x="321468" y="491249"/>
                </a:cubicBezTo>
                <a:cubicBezTo>
                  <a:pt x="321468" y="477817"/>
                  <a:pt x="332356" y="466929"/>
                  <a:pt x="345788" y="466929"/>
                </a:cubicBezTo>
                <a:close/>
                <a:moveTo>
                  <a:pt x="452944" y="466929"/>
                </a:moveTo>
                <a:cubicBezTo>
                  <a:pt x="466376" y="466929"/>
                  <a:pt x="477264" y="477817"/>
                  <a:pt x="477264" y="491249"/>
                </a:cubicBezTo>
                <a:cubicBezTo>
                  <a:pt x="477264" y="504681"/>
                  <a:pt x="466376" y="515569"/>
                  <a:pt x="452944" y="515569"/>
                </a:cubicBezTo>
                <a:cubicBezTo>
                  <a:pt x="439512" y="515569"/>
                  <a:pt x="428624" y="504681"/>
                  <a:pt x="428624" y="491249"/>
                </a:cubicBezTo>
                <a:cubicBezTo>
                  <a:pt x="428624" y="477817"/>
                  <a:pt x="439512" y="466929"/>
                  <a:pt x="452944" y="466929"/>
                </a:cubicBezTo>
                <a:close/>
                <a:moveTo>
                  <a:pt x="24320" y="311287"/>
                </a:moveTo>
                <a:cubicBezTo>
                  <a:pt x="37752" y="311287"/>
                  <a:pt x="48640" y="322175"/>
                  <a:pt x="48640" y="335607"/>
                </a:cubicBezTo>
                <a:cubicBezTo>
                  <a:pt x="48640" y="349038"/>
                  <a:pt x="37752" y="359926"/>
                  <a:pt x="24320" y="359926"/>
                </a:cubicBezTo>
                <a:cubicBezTo>
                  <a:pt x="10888" y="359926"/>
                  <a:pt x="0" y="349038"/>
                  <a:pt x="0" y="335607"/>
                </a:cubicBezTo>
                <a:cubicBezTo>
                  <a:pt x="0" y="322175"/>
                  <a:pt x="10888" y="311287"/>
                  <a:pt x="24320" y="311287"/>
                </a:cubicBezTo>
                <a:close/>
                <a:moveTo>
                  <a:pt x="131476" y="311286"/>
                </a:moveTo>
                <a:cubicBezTo>
                  <a:pt x="144908" y="311286"/>
                  <a:pt x="155796" y="322174"/>
                  <a:pt x="155796" y="335606"/>
                </a:cubicBezTo>
                <a:cubicBezTo>
                  <a:pt x="155796" y="349038"/>
                  <a:pt x="144908" y="359926"/>
                  <a:pt x="131476" y="359926"/>
                </a:cubicBezTo>
                <a:cubicBezTo>
                  <a:pt x="118044" y="359926"/>
                  <a:pt x="107156" y="349038"/>
                  <a:pt x="107156" y="335606"/>
                </a:cubicBezTo>
                <a:cubicBezTo>
                  <a:pt x="107156" y="322174"/>
                  <a:pt x="118044" y="311286"/>
                  <a:pt x="131476" y="311286"/>
                </a:cubicBezTo>
                <a:close/>
                <a:moveTo>
                  <a:pt x="238632" y="311286"/>
                </a:moveTo>
                <a:cubicBezTo>
                  <a:pt x="252064" y="311286"/>
                  <a:pt x="262952" y="322174"/>
                  <a:pt x="262952" y="335606"/>
                </a:cubicBezTo>
                <a:cubicBezTo>
                  <a:pt x="262952" y="349038"/>
                  <a:pt x="252064" y="359926"/>
                  <a:pt x="238632" y="359926"/>
                </a:cubicBezTo>
                <a:cubicBezTo>
                  <a:pt x="225200" y="359926"/>
                  <a:pt x="214312" y="349038"/>
                  <a:pt x="214312" y="335606"/>
                </a:cubicBezTo>
                <a:cubicBezTo>
                  <a:pt x="214312" y="322174"/>
                  <a:pt x="225200" y="311286"/>
                  <a:pt x="238632" y="311286"/>
                </a:cubicBezTo>
                <a:close/>
                <a:moveTo>
                  <a:pt x="345788" y="311286"/>
                </a:moveTo>
                <a:cubicBezTo>
                  <a:pt x="359220" y="311286"/>
                  <a:pt x="370108" y="322174"/>
                  <a:pt x="370108" y="335606"/>
                </a:cubicBezTo>
                <a:cubicBezTo>
                  <a:pt x="370108" y="349038"/>
                  <a:pt x="359220" y="359926"/>
                  <a:pt x="345788" y="359926"/>
                </a:cubicBezTo>
                <a:cubicBezTo>
                  <a:pt x="332356" y="359926"/>
                  <a:pt x="321468" y="349038"/>
                  <a:pt x="321468" y="335606"/>
                </a:cubicBezTo>
                <a:cubicBezTo>
                  <a:pt x="321468" y="322174"/>
                  <a:pt x="332356" y="311286"/>
                  <a:pt x="345788" y="311286"/>
                </a:cubicBezTo>
                <a:close/>
                <a:moveTo>
                  <a:pt x="452944" y="311286"/>
                </a:moveTo>
                <a:cubicBezTo>
                  <a:pt x="466376" y="311286"/>
                  <a:pt x="477264" y="322174"/>
                  <a:pt x="477264" y="335606"/>
                </a:cubicBezTo>
                <a:cubicBezTo>
                  <a:pt x="477264" y="349038"/>
                  <a:pt x="466376" y="359926"/>
                  <a:pt x="452944" y="359926"/>
                </a:cubicBezTo>
                <a:cubicBezTo>
                  <a:pt x="439512" y="359926"/>
                  <a:pt x="428624" y="349038"/>
                  <a:pt x="428624" y="335606"/>
                </a:cubicBezTo>
                <a:cubicBezTo>
                  <a:pt x="428624" y="322174"/>
                  <a:pt x="439512" y="311286"/>
                  <a:pt x="452944" y="311286"/>
                </a:cubicBezTo>
                <a:close/>
                <a:moveTo>
                  <a:pt x="24320" y="155643"/>
                </a:moveTo>
                <a:cubicBezTo>
                  <a:pt x="37752" y="155643"/>
                  <a:pt x="48640" y="166531"/>
                  <a:pt x="48640" y="179963"/>
                </a:cubicBezTo>
                <a:cubicBezTo>
                  <a:pt x="48640" y="193395"/>
                  <a:pt x="37752" y="204283"/>
                  <a:pt x="24320" y="204283"/>
                </a:cubicBezTo>
                <a:cubicBezTo>
                  <a:pt x="10888" y="204283"/>
                  <a:pt x="0" y="193395"/>
                  <a:pt x="0" y="179963"/>
                </a:cubicBezTo>
                <a:cubicBezTo>
                  <a:pt x="0" y="166531"/>
                  <a:pt x="10888" y="155643"/>
                  <a:pt x="24320" y="155643"/>
                </a:cubicBezTo>
                <a:close/>
                <a:moveTo>
                  <a:pt x="131476" y="155643"/>
                </a:moveTo>
                <a:cubicBezTo>
                  <a:pt x="144908" y="155643"/>
                  <a:pt x="155796" y="166531"/>
                  <a:pt x="155796" y="179963"/>
                </a:cubicBezTo>
                <a:cubicBezTo>
                  <a:pt x="155796" y="193395"/>
                  <a:pt x="144908" y="204283"/>
                  <a:pt x="131476" y="204283"/>
                </a:cubicBezTo>
                <a:cubicBezTo>
                  <a:pt x="118044" y="204283"/>
                  <a:pt x="107156" y="193395"/>
                  <a:pt x="107156" y="179963"/>
                </a:cubicBezTo>
                <a:cubicBezTo>
                  <a:pt x="107156" y="166531"/>
                  <a:pt x="118044" y="155643"/>
                  <a:pt x="131476" y="155643"/>
                </a:cubicBezTo>
                <a:close/>
                <a:moveTo>
                  <a:pt x="238632" y="155643"/>
                </a:moveTo>
                <a:cubicBezTo>
                  <a:pt x="252064" y="155643"/>
                  <a:pt x="262952" y="166531"/>
                  <a:pt x="262952" y="179963"/>
                </a:cubicBezTo>
                <a:cubicBezTo>
                  <a:pt x="262952" y="193395"/>
                  <a:pt x="252064" y="204283"/>
                  <a:pt x="238632" y="204283"/>
                </a:cubicBezTo>
                <a:cubicBezTo>
                  <a:pt x="225200" y="204283"/>
                  <a:pt x="214312" y="193395"/>
                  <a:pt x="214312" y="179963"/>
                </a:cubicBezTo>
                <a:cubicBezTo>
                  <a:pt x="214312" y="166531"/>
                  <a:pt x="225200" y="155643"/>
                  <a:pt x="238632" y="155643"/>
                </a:cubicBezTo>
                <a:close/>
                <a:moveTo>
                  <a:pt x="345788" y="155643"/>
                </a:moveTo>
                <a:cubicBezTo>
                  <a:pt x="359220" y="155643"/>
                  <a:pt x="370108" y="166531"/>
                  <a:pt x="370108" y="179963"/>
                </a:cubicBezTo>
                <a:cubicBezTo>
                  <a:pt x="370108" y="193395"/>
                  <a:pt x="359220" y="204283"/>
                  <a:pt x="345788" y="204283"/>
                </a:cubicBezTo>
                <a:cubicBezTo>
                  <a:pt x="332356" y="204283"/>
                  <a:pt x="321468" y="193395"/>
                  <a:pt x="321468" y="179963"/>
                </a:cubicBezTo>
                <a:cubicBezTo>
                  <a:pt x="321468" y="166531"/>
                  <a:pt x="332356" y="155643"/>
                  <a:pt x="345788" y="155643"/>
                </a:cubicBezTo>
                <a:close/>
                <a:moveTo>
                  <a:pt x="452944" y="155643"/>
                </a:moveTo>
                <a:cubicBezTo>
                  <a:pt x="466376" y="155643"/>
                  <a:pt x="477264" y="166531"/>
                  <a:pt x="477264" y="179963"/>
                </a:cubicBezTo>
                <a:cubicBezTo>
                  <a:pt x="477264" y="193395"/>
                  <a:pt x="466376" y="204283"/>
                  <a:pt x="452944" y="204283"/>
                </a:cubicBezTo>
                <a:cubicBezTo>
                  <a:pt x="439512" y="204283"/>
                  <a:pt x="428624" y="193395"/>
                  <a:pt x="428624" y="179963"/>
                </a:cubicBezTo>
                <a:cubicBezTo>
                  <a:pt x="428624" y="166531"/>
                  <a:pt x="439512" y="155643"/>
                  <a:pt x="452944" y="155643"/>
                </a:cubicBezTo>
                <a:close/>
                <a:moveTo>
                  <a:pt x="452944" y="0"/>
                </a:moveTo>
                <a:cubicBezTo>
                  <a:pt x="466376" y="0"/>
                  <a:pt x="477264" y="10888"/>
                  <a:pt x="477264" y="24320"/>
                </a:cubicBezTo>
                <a:cubicBezTo>
                  <a:pt x="477264" y="37752"/>
                  <a:pt x="466376" y="48640"/>
                  <a:pt x="452944" y="48640"/>
                </a:cubicBezTo>
                <a:cubicBezTo>
                  <a:pt x="439512" y="48640"/>
                  <a:pt x="428624" y="37752"/>
                  <a:pt x="428624" y="24320"/>
                </a:cubicBezTo>
                <a:cubicBezTo>
                  <a:pt x="428624" y="10888"/>
                  <a:pt x="439512" y="0"/>
                  <a:pt x="452944" y="0"/>
                </a:cubicBezTo>
                <a:close/>
                <a:moveTo>
                  <a:pt x="345788" y="0"/>
                </a:moveTo>
                <a:cubicBezTo>
                  <a:pt x="359220" y="0"/>
                  <a:pt x="370108" y="10888"/>
                  <a:pt x="370108" y="24320"/>
                </a:cubicBezTo>
                <a:cubicBezTo>
                  <a:pt x="370108" y="37752"/>
                  <a:pt x="359220" y="48640"/>
                  <a:pt x="345788" y="48640"/>
                </a:cubicBezTo>
                <a:cubicBezTo>
                  <a:pt x="332356" y="48640"/>
                  <a:pt x="321468" y="37752"/>
                  <a:pt x="321468" y="24320"/>
                </a:cubicBezTo>
                <a:cubicBezTo>
                  <a:pt x="321468" y="10888"/>
                  <a:pt x="332356" y="0"/>
                  <a:pt x="345788" y="0"/>
                </a:cubicBezTo>
                <a:close/>
                <a:moveTo>
                  <a:pt x="238632" y="0"/>
                </a:moveTo>
                <a:cubicBezTo>
                  <a:pt x="252064" y="0"/>
                  <a:pt x="262952" y="10888"/>
                  <a:pt x="262952" y="24320"/>
                </a:cubicBezTo>
                <a:cubicBezTo>
                  <a:pt x="262952" y="37752"/>
                  <a:pt x="252064" y="48640"/>
                  <a:pt x="238632" y="48640"/>
                </a:cubicBezTo>
                <a:cubicBezTo>
                  <a:pt x="225200" y="48640"/>
                  <a:pt x="214312" y="37752"/>
                  <a:pt x="214312" y="24320"/>
                </a:cubicBezTo>
                <a:cubicBezTo>
                  <a:pt x="214312" y="10888"/>
                  <a:pt x="225200" y="0"/>
                  <a:pt x="238632" y="0"/>
                </a:cubicBezTo>
                <a:close/>
                <a:moveTo>
                  <a:pt x="131476" y="0"/>
                </a:moveTo>
                <a:cubicBezTo>
                  <a:pt x="144908" y="0"/>
                  <a:pt x="155796" y="10888"/>
                  <a:pt x="155796" y="24320"/>
                </a:cubicBezTo>
                <a:cubicBezTo>
                  <a:pt x="155796" y="37752"/>
                  <a:pt x="144908" y="48640"/>
                  <a:pt x="131476" y="48640"/>
                </a:cubicBezTo>
                <a:cubicBezTo>
                  <a:pt x="118044" y="48640"/>
                  <a:pt x="107156" y="37752"/>
                  <a:pt x="107156" y="24320"/>
                </a:cubicBezTo>
                <a:cubicBezTo>
                  <a:pt x="107156" y="10888"/>
                  <a:pt x="118044" y="0"/>
                  <a:pt x="131476" y="0"/>
                </a:cubicBezTo>
                <a:close/>
                <a:moveTo>
                  <a:pt x="24320" y="0"/>
                </a:moveTo>
                <a:cubicBezTo>
                  <a:pt x="37752" y="0"/>
                  <a:pt x="48640" y="10888"/>
                  <a:pt x="48640" y="24320"/>
                </a:cubicBezTo>
                <a:cubicBezTo>
                  <a:pt x="48640" y="37752"/>
                  <a:pt x="37752" y="48640"/>
                  <a:pt x="24320" y="48640"/>
                </a:cubicBezTo>
                <a:cubicBezTo>
                  <a:pt x="10888" y="48640"/>
                  <a:pt x="0" y="37752"/>
                  <a:pt x="0" y="24320"/>
                </a:cubicBezTo>
                <a:cubicBezTo>
                  <a:pt x="0" y="10888"/>
                  <a:pt x="10888" y="0"/>
                  <a:pt x="24320" y="0"/>
                </a:cubicBezTo>
                <a:close/>
              </a:path>
            </a:pathLst>
          </a:custGeom>
          <a:gradFill flip="none" rotWithShape="1">
            <a:gsLst>
              <a:gs pos="0">
                <a:srgbClr val="FFFFFF"/>
              </a:gs>
              <a:gs pos="100000">
                <a:srgbClr val="FFFFFF">
                  <a:alpha val="0"/>
                </a:srgbClr>
              </a:gs>
            </a:gsLst>
            <a:lin ang="54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sp>
        <p:nvSpPr>
          <p:cNvPr id="26" name="任意多边形: 形状 25"/>
          <p:cNvSpPr/>
          <p:nvPr/>
        </p:nvSpPr>
        <p:spPr>
          <a:xfrm rot="16200000">
            <a:off x="761999" y="275919"/>
            <a:ext cx="344335" cy="708849"/>
          </a:xfrm>
          <a:custGeom>
            <a:avLst/>
            <a:gdLst>
              <a:gd name="connsiteX0" fmla="*/ 452944 w 477264"/>
              <a:gd name="connsiteY0" fmla="*/ 933858 h 982498"/>
              <a:gd name="connsiteX1" fmla="*/ 477264 w 477264"/>
              <a:gd name="connsiteY1" fmla="*/ 958178 h 982498"/>
              <a:gd name="connsiteX2" fmla="*/ 452944 w 477264"/>
              <a:gd name="connsiteY2" fmla="*/ 982498 h 982498"/>
              <a:gd name="connsiteX3" fmla="*/ 428624 w 477264"/>
              <a:gd name="connsiteY3" fmla="*/ 958178 h 982498"/>
              <a:gd name="connsiteX4" fmla="*/ 452944 w 477264"/>
              <a:gd name="connsiteY4" fmla="*/ 933858 h 982498"/>
              <a:gd name="connsiteX5" fmla="*/ 345788 w 477264"/>
              <a:gd name="connsiteY5" fmla="*/ 933858 h 982498"/>
              <a:gd name="connsiteX6" fmla="*/ 370108 w 477264"/>
              <a:gd name="connsiteY6" fmla="*/ 958178 h 982498"/>
              <a:gd name="connsiteX7" fmla="*/ 345788 w 477264"/>
              <a:gd name="connsiteY7" fmla="*/ 982498 h 982498"/>
              <a:gd name="connsiteX8" fmla="*/ 321468 w 477264"/>
              <a:gd name="connsiteY8" fmla="*/ 958178 h 982498"/>
              <a:gd name="connsiteX9" fmla="*/ 345788 w 477264"/>
              <a:gd name="connsiteY9" fmla="*/ 933858 h 982498"/>
              <a:gd name="connsiteX10" fmla="*/ 238632 w 477264"/>
              <a:gd name="connsiteY10" fmla="*/ 933858 h 982498"/>
              <a:gd name="connsiteX11" fmla="*/ 262952 w 477264"/>
              <a:gd name="connsiteY11" fmla="*/ 958178 h 982498"/>
              <a:gd name="connsiteX12" fmla="*/ 238632 w 477264"/>
              <a:gd name="connsiteY12" fmla="*/ 982498 h 982498"/>
              <a:gd name="connsiteX13" fmla="*/ 214312 w 477264"/>
              <a:gd name="connsiteY13" fmla="*/ 958178 h 982498"/>
              <a:gd name="connsiteX14" fmla="*/ 238632 w 477264"/>
              <a:gd name="connsiteY14" fmla="*/ 933858 h 982498"/>
              <a:gd name="connsiteX15" fmla="*/ 131476 w 477264"/>
              <a:gd name="connsiteY15" fmla="*/ 933858 h 982498"/>
              <a:gd name="connsiteX16" fmla="*/ 155796 w 477264"/>
              <a:gd name="connsiteY16" fmla="*/ 958178 h 982498"/>
              <a:gd name="connsiteX17" fmla="*/ 131476 w 477264"/>
              <a:gd name="connsiteY17" fmla="*/ 982498 h 982498"/>
              <a:gd name="connsiteX18" fmla="*/ 107156 w 477264"/>
              <a:gd name="connsiteY18" fmla="*/ 958178 h 982498"/>
              <a:gd name="connsiteX19" fmla="*/ 131476 w 477264"/>
              <a:gd name="connsiteY19" fmla="*/ 933858 h 982498"/>
              <a:gd name="connsiteX20" fmla="*/ 24320 w 477264"/>
              <a:gd name="connsiteY20" fmla="*/ 933858 h 982498"/>
              <a:gd name="connsiteX21" fmla="*/ 48640 w 477264"/>
              <a:gd name="connsiteY21" fmla="*/ 958178 h 982498"/>
              <a:gd name="connsiteX22" fmla="*/ 24320 w 477264"/>
              <a:gd name="connsiteY22" fmla="*/ 982498 h 982498"/>
              <a:gd name="connsiteX23" fmla="*/ 0 w 477264"/>
              <a:gd name="connsiteY23" fmla="*/ 958178 h 982498"/>
              <a:gd name="connsiteX24" fmla="*/ 24320 w 477264"/>
              <a:gd name="connsiteY24" fmla="*/ 933858 h 982498"/>
              <a:gd name="connsiteX25" fmla="*/ 452944 w 477264"/>
              <a:gd name="connsiteY25" fmla="*/ 778215 h 982498"/>
              <a:gd name="connsiteX26" fmla="*/ 477264 w 477264"/>
              <a:gd name="connsiteY26" fmla="*/ 802535 h 982498"/>
              <a:gd name="connsiteX27" fmla="*/ 452944 w 477264"/>
              <a:gd name="connsiteY27" fmla="*/ 826855 h 982498"/>
              <a:gd name="connsiteX28" fmla="*/ 428624 w 477264"/>
              <a:gd name="connsiteY28" fmla="*/ 802535 h 982498"/>
              <a:gd name="connsiteX29" fmla="*/ 452944 w 477264"/>
              <a:gd name="connsiteY29" fmla="*/ 778215 h 982498"/>
              <a:gd name="connsiteX30" fmla="*/ 345788 w 477264"/>
              <a:gd name="connsiteY30" fmla="*/ 778215 h 982498"/>
              <a:gd name="connsiteX31" fmla="*/ 370108 w 477264"/>
              <a:gd name="connsiteY31" fmla="*/ 802535 h 982498"/>
              <a:gd name="connsiteX32" fmla="*/ 345788 w 477264"/>
              <a:gd name="connsiteY32" fmla="*/ 826855 h 982498"/>
              <a:gd name="connsiteX33" fmla="*/ 321468 w 477264"/>
              <a:gd name="connsiteY33" fmla="*/ 802535 h 982498"/>
              <a:gd name="connsiteX34" fmla="*/ 345788 w 477264"/>
              <a:gd name="connsiteY34" fmla="*/ 778215 h 982498"/>
              <a:gd name="connsiteX35" fmla="*/ 238632 w 477264"/>
              <a:gd name="connsiteY35" fmla="*/ 778215 h 982498"/>
              <a:gd name="connsiteX36" fmla="*/ 262952 w 477264"/>
              <a:gd name="connsiteY36" fmla="*/ 802535 h 982498"/>
              <a:gd name="connsiteX37" fmla="*/ 238632 w 477264"/>
              <a:gd name="connsiteY37" fmla="*/ 826855 h 982498"/>
              <a:gd name="connsiteX38" fmla="*/ 214312 w 477264"/>
              <a:gd name="connsiteY38" fmla="*/ 802535 h 982498"/>
              <a:gd name="connsiteX39" fmla="*/ 238632 w 477264"/>
              <a:gd name="connsiteY39" fmla="*/ 778215 h 982498"/>
              <a:gd name="connsiteX40" fmla="*/ 131476 w 477264"/>
              <a:gd name="connsiteY40" fmla="*/ 778215 h 982498"/>
              <a:gd name="connsiteX41" fmla="*/ 155796 w 477264"/>
              <a:gd name="connsiteY41" fmla="*/ 802535 h 982498"/>
              <a:gd name="connsiteX42" fmla="*/ 131476 w 477264"/>
              <a:gd name="connsiteY42" fmla="*/ 826855 h 982498"/>
              <a:gd name="connsiteX43" fmla="*/ 107156 w 477264"/>
              <a:gd name="connsiteY43" fmla="*/ 802535 h 982498"/>
              <a:gd name="connsiteX44" fmla="*/ 131476 w 477264"/>
              <a:gd name="connsiteY44" fmla="*/ 778215 h 982498"/>
              <a:gd name="connsiteX45" fmla="*/ 24320 w 477264"/>
              <a:gd name="connsiteY45" fmla="*/ 778215 h 982498"/>
              <a:gd name="connsiteX46" fmla="*/ 48640 w 477264"/>
              <a:gd name="connsiteY46" fmla="*/ 802535 h 982498"/>
              <a:gd name="connsiteX47" fmla="*/ 24320 w 477264"/>
              <a:gd name="connsiteY47" fmla="*/ 826855 h 982498"/>
              <a:gd name="connsiteX48" fmla="*/ 0 w 477264"/>
              <a:gd name="connsiteY48" fmla="*/ 802535 h 982498"/>
              <a:gd name="connsiteX49" fmla="*/ 24320 w 477264"/>
              <a:gd name="connsiteY49" fmla="*/ 778215 h 982498"/>
              <a:gd name="connsiteX50" fmla="*/ 452944 w 477264"/>
              <a:gd name="connsiteY50" fmla="*/ 622572 h 982498"/>
              <a:gd name="connsiteX51" fmla="*/ 477264 w 477264"/>
              <a:gd name="connsiteY51" fmla="*/ 646892 h 982498"/>
              <a:gd name="connsiteX52" fmla="*/ 452944 w 477264"/>
              <a:gd name="connsiteY52" fmla="*/ 671212 h 982498"/>
              <a:gd name="connsiteX53" fmla="*/ 428624 w 477264"/>
              <a:gd name="connsiteY53" fmla="*/ 646892 h 982498"/>
              <a:gd name="connsiteX54" fmla="*/ 452944 w 477264"/>
              <a:gd name="connsiteY54" fmla="*/ 622572 h 982498"/>
              <a:gd name="connsiteX55" fmla="*/ 345788 w 477264"/>
              <a:gd name="connsiteY55" fmla="*/ 622572 h 982498"/>
              <a:gd name="connsiteX56" fmla="*/ 370108 w 477264"/>
              <a:gd name="connsiteY56" fmla="*/ 646892 h 982498"/>
              <a:gd name="connsiteX57" fmla="*/ 345788 w 477264"/>
              <a:gd name="connsiteY57" fmla="*/ 671212 h 982498"/>
              <a:gd name="connsiteX58" fmla="*/ 321468 w 477264"/>
              <a:gd name="connsiteY58" fmla="*/ 646892 h 982498"/>
              <a:gd name="connsiteX59" fmla="*/ 345788 w 477264"/>
              <a:gd name="connsiteY59" fmla="*/ 622572 h 982498"/>
              <a:gd name="connsiteX60" fmla="*/ 238632 w 477264"/>
              <a:gd name="connsiteY60" fmla="*/ 622572 h 982498"/>
              <a:gd name="connsiteX61" fmla="*/ 262952 w 477264"/>
              <a:gd name="connsiteY61" fmla="*/ 646892 h 982498"/>
              <a:gd name="connsiteX62" fmla="*/ 238632 w 477264"/>
              <a:gd name="connsiteY62" fmla="*/ 671212 h 982498"/>
              <a:gd name="connsiteX63" fmla="*/ 214312 w 477264"/>
              <a:gd name="connsiteY63" fmla="*/ 646892 h 982498"/>
              <a:gd name="connsiteX64" fmla="*/ 238632 w 477264"/>
              <a:gd name="connsiteY64" fmla="*/ 622572 h 982498"/>
              <a:gd name="connsiteX65" fmla="*/ 131476 w 477264"/>
              <a:gd name="connsiteY65" fmla="*/ 622572 h 982498"/>
              <a:gd name="connsiteX66" fmla="*/ 155796 w 477264"/>
              <a:gd name="connsiteY66" fmla="*/ 646892 h 982498"/>
              <a:gd name="connsiteX67" fmla="*/ 131476 w 477264"/>
              <a:gd name="connsiteY67" fmla="*/ 671212 h 982498"/>
              <a:gd name="connsiteX68" fmla="*/ 107156 w 477264"/>
              <a:gd name="connsiteY68" fmla="*/ 646892 h 982498"/>
              <a:gd name="connsiteX69" fmla="*/ 131476 w 477264"/>
              <a:gd name="connsiteY69" fmla="*/ 622572 h 982498"/>
              <a:gd name="connsiteX70" fmla="*/ 24320 w 477264"/>
              <a:gd name="connsiteY70" fmla="*/ 622572 h 982498"/>
              <a:gd name="connsiteX71" fmla="*/ 48640 w 477264"/>
              <a:gd name="connsiteY71" fmla="*/ 646892 h 982498"/>
              <a:gd name="connsiteX72" fmla="*/ 24320 w 477264"/>
              <a:gd name="connsiteY72" fmla="*/ 671212 h 982498"/>
              <a:gd name="connsiteX73" fmla="*/ 0 w 477264"/>
              <a:gd name="connsiteY73" fmla="*/ 646892 h 982498"/>
              <a:gd name="connsiteX74" fmla="*/ 24320 w 477264"/>
              <a:gd name="connsiteY74" fmla="*/ 622572 h 982498"/>
              <a:gd name="connsiteX75" fmla="*/ 24320 w 477264"/>
              <a:gd name="connsiteY75" fmla="*/ 466929 h 982498"/>
              <a:gd name="connsiteX76" fmla="*/ 48640 w 477264"/>
              <a:gd name="connsiteY76" fmla="*/ 491249 h 982498"/>
              <a:gd name="connsiteX77" fmla="*/ 24320 w 477264"/>
              <a:gd name="connsiteY77" fmla="*/ 515569 h 982498"/>
              <a:gd name="connsiteX78" fmla="*/ 0 w 477264"/>
              <a:gd name="connsiteY78" fmla="*/ 491249 h 982498"/>
              <a:gd name="connsiteX79" fmla="*/ 24320 w 477264"/>
              <a:gd name="connsiteY79" fmla="*/ 466929 h 982498"/>
              <a:gd name="connsiteX80" fmla="*/ 131476 w 477264"/>
              <a:gd name="connsiteY80" fmla="*/ 466929 h 982498"/>
              <a:gd name="connsiteX81" fmla="*/ 155796 w 477264"/>
              <a:gd name="connsiteY81" fmla="*/ 491249 h 982498"/>
              <a:gd name="connsiteX82" fmla="*/ 131476 w 477264"/>
              <a:gd name="connsiteY82" fmla="*/ 515569 h 982498"/>
              <a:gd name="connsiteX83" fmla="*/ 107156 w 477264"/>
              <a:gd name="connsiteY83" fmla="*/ 491249 h 982498"/>
              <a:gd name="connsiteX84" fmla="*/ 131476 w 477264"/>
              <a:gd name="connsiteY84" fmla="*/ 466929 h 982498"/>
              <a:gd name="connsiteX85" fmla="*/ 238632 w 477264"/>
              <a:gd name="connsiteY85" fmla="*/ 466929 h 982498"/>
              <a:gd name="connsiteX86" fmla="*/ 262952 w 477264"/>
              <a:gd name="connsiteY86" fmla="*/ 491249 h 982498"/>
              <a:gd name="connsiteX87" fmla="*/ 238632 w 477264"/>
              <a:gd name="connsiteY87" fmla="*/ 515569 h 982498"/>
              <a:gd name="connsiteX88" fmla="*/ 214312 w 477264"/>
              <a:gd name="connsiteY88" fmla="*/ 491249 h 982498"/>
              <a:gd name="connsiteX89" fmla="*/ 238632 w 477264"/>
              <a:gd name="connsiteY89" fmla="*/ 466929 h 982498"/>
              <a:gd name="connsiteX90" fmla="*/ 345788 w 477264"/>
              <a:gd name="connsiteY90" fmla="*/ 466929 h 982498"/>
              <a:gd name="connsiteX91" fmla="*/ 370108 w 477264"/>
              <a:gd name="connsiteY91" fmla="*/ 491249 h 982498"/>
              <a:gd name="connsiteX92" fmla="*/ 345788 w 477264"/>
              <a:gd name="connsiteY92" fmla="*/ 515569 h 982498"/>
              <a:gd name="connsiteX93" fmla="*/ 321468 w 477264"/>
              <a:gd name="connsiteY93" fmla="*/ 491249 h 982498"/>
              <a:gd name="connsiteX94" fmla="*/ 345788 w 477264"/>
              <a:gd name="connsiteY94" fmla="*/ 466929 h 982498"/>
              <a:gd name="connsiteX95" fmla="*/ 452944 w 477264"/>
              <a:gd name="connsiteY95" fmla="*/ 466929 h 982498"/>
              <a:gd name="connsiteX96" fmla="*/ 477264 w 477264"/>
              <a:gd name="connsiteY96" fmla="*/ 491249 h 982498"/>
              <a:gd name="connsiteX97" fmla="*/ 452944 w 477264"/>
              <a:gd name="connsiteY97" fmla="*/ 515569 h 982498"/>
              <a:gd name="connsiteX98" fmla="*/ 428624 w 477264"/>
              <a:gd name="connsiteY98" fmla="*/ 491249 h 982498"/>
              <a:gd name="connsiteX99" fmla="*/ 452944 w 477264"/>
              <a:gd name="connsiteY99" fmla="*/ 466929 h 982498"/>
              <a:gd name="connsiteX100" fmla="*/ 24320 w 477264"/>
              <a:gd name="connsiteY100" fmla="*/ 311287 h 982498"/>
              <a:gd name="connsiteX101" fmla="*/ 48640 w 477264"/>
              <a:gd name="connsiteY101" fmla="*/ 335607 h 982498"/>
              <a:gd name="connsiteX102" fmla="*/ 24320 w 477264"/>
              <a:gd name="connsiteY102" fmla="*/ 359926 h 982498"/>
              <a:gd name="connsiteX103" fmla="*/ 0 w 477264"/>
              <a:gd name="connsiteY103" fmla="*/ 335607 h 982498"/>
              <a:gd name="connsiteX104" fmla="*/ 24320 w 477264"/>
              <a:gd name="connsiteY104" fmla="*/ 311287 h 982498"/>
              <a:gd name="connsiteX105" fmla="*/ 131476 w 477264"/>
              <a:gd name="connsiteY105" fmla="*/ 311286 h 982498"/>
              <a:gd name="connsiteX106" fmla="*/ 155796 w 477264"/>
              <a:gd name="connsiteY106" fmla="*/ 335606 h 982498"/>
              <a:gd name="connsiteX107" fmla="*/ 131476 w 477264"/>
              <a:gd name="connsiteY107" fmla="*/ 359926 h 982498"/>
              <a:gd name="connsiteX108" fmla="*/ 107156 w 477264"/>
              <a:gd name="connsiteY108" fmla="*/ 335606 h 982498"/>
              <a:gd name="connsiteX109" fmla="*/ 131476 w 477264"/>
              <a:gd name="connsiteY109" fmla="*/ 311286 h 982498"/>
              <a:gd name="connsiteX110" fmla="*/ 238632 w 477264"/>
              <a:gd name="connsiteY110" fmla="*/ 311286 h 982498"/>
              <a:gd name="connsiteX111" fmla="*/ 262952 w 477264"/>
              <a:gd name="connsiteY111" fmla="*/ 335606 h 982498"/>
              <a:gd name="connsiteX112" fmla="*/ 238632 w 477264"/>
              <a:gd name="connsiteY112" fmla="*/ 359926 h 982498"/>
              <a:gd name="connsiteX113" fmla="*/ 214312 w 477264"/>
              <a:gd name="connsiteY113" fmla="*/ 335606 h 982498"/>
              <a:gd name="connsiteX114" fmla="*/ 238632 w 477264"/>
              <a:gd name="connsiteY114" fmla="*/ 311286 h 982498"/>
              <a:gd name="connsiteX115" fmla="*/ 345788 w 477264"/>
              <a:gd name="connsiteY115" fmla="*/ 311286 h 982498"/>
              <a:gd name="connsiteX116" fmla="*/ 370108 w 477264"/>
              <a:gd name="connsiteY116" fmla="*/ 335606 h 982498"/>
              <a:gd name="connsiteX117" fmla="*/ 345788 w 477264"/>
              <a:gd name="connsiteY117" fmla="*/ 359926 h 982498"/>
              <a:gd name="connsiteX118" fmla="*/ 321468 w 477264"/>
              <a:gd name="connsiteY118" fmla="*/ 335606 h 982498"/>
              <a:gd name="connsiteX119" fmla="*/ 345788 w 477264"/>
              <a:gd name="connsiteY119" fmla="*/ 311286 h 982498"/>
              <a:gd name="connsiteX120" fmla="*/ 452944 w 477264"/>
              <a:gd name="connsiteY120" fmla="*/ 311286 h 982498"/>
              <a:gd name="connsiteX121" fmla="*/ 477264 w 477264"/>
              <a:gd name="connsiteY121" fmla="*/ 335606 h 982498"/>
              <a:gd name="connsiteX122" fmla="*/ 452944 w 477264"/>
              <a:gd name="connsiteY122" fmla="*/ 359926 h 982498"/>
              <a:gd name="connsiteX123" fmla="*/ 428624 w 477264"/>
              <a:gd name="connsiteY123" fmla="*/ 335606 h 982498"/>
              <a:gd name="connsiteX124" fmla="*/ 452944 w 477264"/>
              <a:gd name="connsiteY124" fmla="*/ 311286 h 982498"/>
              <a:gd name="connsiteX125" fmla="*/ 24320 w 477264"/>
              <a:gd name="connsiteY125" fmla="*/ 155643 h 982498"/>
              <a:gd name="connsiteX126" fmla="*/ 48640 w 477264"/>
              <a:gd name="connsiteY126" fmla="*/ 179963 h 982498"/>
              <a:gd name="connsiteX127" fmla="*/ 24320 w 477264"/>
              <a:gd name="connsiteY127" fmla="*/ 204283 h 982498"/>
              <a:gd name="connsiteX128" fmla="*/ 0 w 477264"/>
              <a:gd name="connsiteY128" fmla="*/ 179963 h 982498"/>
              <a:gd name="connsiteX129" fmla="*/ 24320 w 477264"/>
              <a:gd name="connsiteY129" fmla="*/ 155643 h 982498"/>
              <a:gd name="connsiteX130" fmla="*/ 131476 w 477264"/>
              <a:gd name="connsiteY130" fmla="*/ 155643 h 982498"/>
              <a:gd name="connsiteX131" fmla="*/ 155796 w 477264"/>
              <a:gd name="connsiteY131" fmla="*/ 179963 h 982498"/>
              <a:gd name="connsiteX132" fmla="*/ 131476 w 477264"/>
              <a:gd name="connsiteY132" fmla="*/ 204283 h 982498"/>
              <a:gd name="connsiteX133" fmla="*/ 107156 w 477264"/>
              <a:gd name="connsiteY133" fmla="*/ 179963 h 982498"/>
              <a:gd name="connsiteX134" fmla="*/ 131476 w 477264"/>
              <a:gd name="connsiteY134" fmla="*/ 155643 h 982498"/>
              <a:gd name="connsiteX135" fmla="*/ 238632 w 477264"/>
              <a:gd name="connsiteY135" fmla="*/ 155643 h 982498"/>
              <a:gd name="connsiteX136" fmla="*/ 262952 w 477264"/>
              <a:gd name="connsiteY136" fmla="*/ 179963 h 982498"/>
              <a:gd name="connsiteX137" fmla="*/ 238632 w 477264"/>
              <a:gd name="connsiteY137" fmla="*/ 204283 h 982498"/>
              <a:gd name="connsiteX138" fmla="*/ 214312 w 477264"/>
              <a:gd name="connsiteY138" fmla="*/ 179963 h 982498"/>
              <a:gd name="connsiteX139" fmla="*/ 238632 w 477264"/>
              <a:gd name="connsiteY139" fmla="*/ 155643 h 982498"/>
              <a:gd name="connsiteX140" fmla="*/ 345788 w 477264"/>
              <a:gd name="connsiteY140" fmla="*/ 155643 h 982498"/>
              <a:gd name="connsiteX141" fmla="*/ 370108 w 477264"/>
              <a:gd name="connsiteY141" fmla="*/ 179963 h 982498"/>
              <a:gd name="connsiteX142" fmla="*/ 345788 w 477264"/>
              <a:gd name="connsiteY142" fmla="*/ 204283 h 982498"/>
              <a:gd name="connsiteX143" fmla="*/ 321468 w 477264"/>
              <a:gd name="connsiteY143" fmla="*/ 179963 h 982498"/>
              <a:gd name="connsiteX144" fmla="*/ 345788 w 477264"/>
              <a:gd name="connsiteY144" fmla="*/ 155643 h 982498"/>
              <a:gd name="connsiteX145" fmla="*/ 452944 w 477264"/>
              <a:gd name="connsiteY145" fmla="*/ 155643 h 982498"/>
              <a:gd name="connsiteX146" fmla="*/ 477264 w 477264"/>
              <a:gd name="connsiteY146" fmla="*/ 179963 h 982498"/>
              <a:gd name="connsiteX147" fmla="*/ 452944 w 477264"/>
              <a:gd name="connsiteY147" fmla="*/ 204283 h 982498"/>
              <a:gd name="connsiteX148" fmla="*/ 428624 w 477264"/>
              <a:gd name="connsiteY148" fmla="*/ 179963 h 982498"/>
              <a:gd name="connsiteX149" fmla="*/ 452944 w 477264"/>
              <a:gd name="connsiteY149" fmla="*/ 155643 h 982498"/>
              <a:gd name="connsiteX150" fmla="*/ 452944 w 477264"/>
              <a:gd name="connsiteY150" fmla="*/ 0 h 982498"/>
              <a:gd name="connsiteX151" fmla="*/ 477264 w 477264"/>
              <a:gd name="connsiteY151" fmla="*/ 24320 h 982498"/>
              <a:gd name="connsiteX152" fmla="*/ 452944 w 477264"/>
              <a:gd name="connsiteY152" fmla="*/ 48640 h 982498"/>
              <a:gd name="connsiteX153" fmla="*/ 428624 w 477264"/>
              <a:gd name="connsiteY153" fmla="*/ 24320 h 982498"/>
              <a:gd name="connsiteX154" fmla="*/ 452944 w 477264"/>
              <a:gd name="connsiteY154" fmla="*/ 0 h 982498"/>
              <a:gd name="connsiteX155" fmla="*/ 345788 w 477264"/>
              <a:gd name="connsiteY155" fmla="*/ 0 h 982498"/>
              <a:gd name="connsiteX156" fmla="*/ 370108 w 477264"/>
              <a:gd name="connsiteY156" fmla="*/ 24320 h 982498"/>
              <a:gd name="connsiteX157" fmla="*/ 345788 w 477264"/>
              <a:gd name="connsiteY157" fmla="*/ 48640 h 982498"/>
              <a:gd name="connsiteX158" fmla="*/ 321468 w 477264"/>
              <a:gd name="connsiteY158" fmla="*/ 24320 h 982498"/>
              <a:gd name="connsiteX159" fmla="*/ 345788 w 477264"/>
              <a:gd name="connsiteY159" fmla="*/ 0 h 982498"/>
              <a:gd name="connsiteX160" fmla="*/ 238632 w 477264"/>
              <a:gd name="connsiteY160" fmla="*/ 0 h 982498"/>
              <a:gd name="connsiteX161" fmla="*/ 262952 w 477264"/>
              <a:gd name="connsiteY161" fmla="*/ 24320 h 982498"/>
              <a:gd name="connsiteX162" fmla="*/ 238632 w 477264"/>
              <a:gd name="connsiteY162" fmla="*/ 48640 h 982498"/>
              <a:gd name="connsiteX163" fmla="*/ 214312 w 477264"/>
              <a:gd name="connsiteY163" fmla="*/ 24320 h 982498"/>
              <a:gd name="connsiteX164" fmla="*/ 238632 w 477264"/>
              <a:gd name="connsiteY164" fmla="*/ 0 h 982498"/>
              <a:gd name="connsiteX165" fmla="*/ 131476 w 477264"/>
              <a:gd name="connsiteY165" fmla="*/ 0 h 982498"/>
              <a:gd name="connsiteX166" fmla="*/ 155796 w 477264"/>
              <a:gd name="connsiteY166" fmla="*/ 24320 h 982498"/>
              <a:gd name="connsiteX167" fmla="*/ 131476 w 477264"/>
              <a:gd name="connsiteY167" fmla="*/ 48640 h 982498"/>
              <a:gd name="connsiteX168" fmla="*/ 107156 w 477264"/>
              <a:gd name="connsiteY168" fmla="*/ 24320 h 982498"/>
              <a:gd name="connsiteX169" fmla="*/ 131476 w 477264"/>
              <a:gd name="connsiteY169" fmla="*/ 0 h 982498"/>
              <a:gd name="connsiteX170" fmla="*/ 24320 w 477264"/>
              <a:gd name="connsiteY170" fmla="*/ 0 h 982498"/>
              <a:gd name="connsiteX171" fmla="*/ 48640 w 477264"/>
              <a:gd name="connsiteY171" fmla="*/ 24320 h 982498"/>
              <a:gd name="connsiteX172" fmla="*/ 24320 w 477264"/>
              <a:gd name="connsiteY172" fmla="*/ 48640 h 982498"/>
              <a:gd name="connsiteX173" fmla="*/ 0 w 477264"/>
              <a:gd name="connsiteY173" fmla="*/ 24320 h 982498"/>
              <a:gd name="connsiteX174" fmla="*/ 24320 w 477264"/>
              <a:gd name="connsiteY174" fmla="*/ 0 h 9824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Lst>
            <a:rect l="l" t="t" r="r" b="b"/>
            <a:pathLst>
              <a:path w="477264" h="982498">
                <a:moveTo>
                  <a:pt x="452944" y="933858"/>
                </a:moveTo>
                <a:cubicBezTo>
                  <a:pt x="466376" y="933858"/>
                  <a:pt x="477264" y="944746"/>
                  <a:pt x="477264" y="958178"/>
                </a:cubicBezTo>
                <a:cubicBezTo>
                  <a:pt x="477264" y="971610"/>
                  <a:pt x="466376" y="982498"/>
                  <a:pt x="452944" y="982498"/>
                </a:cubicBezTo>
                <a:cubicBezTo>
                  <a:pt x="439512" y="982498"/>
                  <a:pt x="428624" y="971610"/>
                  <a:pt x="428624" y="958178"/>
                </a:cubicBezTo>
                <a:cubicBezTo>
                  <a:pt x="428624" y="944746"/>
                  <a:pt x="439512" y="933858"/>
                  <a:pt x="452944" y="933858"/>
                </a:cubicBezTo>
                <a:close/>
                <a:moveTo>
                  <a:pt x="345788" y="933858"/>
                </a:moveTo>
                <a:cubicBezTo>
                  <a:pt x="359220" y="933858"/>
                  <a:pt x="370108" y="944746"/>
                  <a:pt x="370108" y="958178"/>
                </a:cubicBezTo>
                <a:cubicBezTo>
                  <a:pt x="370108" y="971610"/>
                  <a:pt x="359220" y="982498"/>
                  <a:pt x="345788" y="982498"/>
                </a:cubicBezTo>
                <a:cubicBezTo>
                  <a:pt x="332356" y="982498"/>
                  <a:pt x="321468" y="971610"/>
                  <a:pt x="321468" y="958178"/>
                </a:cubicBezTo>
                <a:cubicBezTo>
                  <a:pt x="321468" y="944746"/>
                  <a:pt x="332356" y="933858"/>
                  <a:pt x="345788" y="933858"/>
                </a:cubicBezTo>
                <a:close/>
                <a:moveTo>
                  <a:pt x="238632" y="933858"/>
                </a:moveTo>
                <a:cubicBezTo>
                  <a:pt x="252064" y="933858"/>
                  <a:pt x="262952" y="944746"/>
                  <a:pt x="262952" y="958178"/>
                </a:cubicBezTo>
                <a:cubicBezTo>
                  <a:pt x="262952" y="971610"/>
                  <a:pt x="252064" y="982498"/>
                  <a:pt x="238632" y="982498"/>
                </a:cubicBezTo>
                <a:cubicBezTo>
                  <a:pt x="225200" y="982498"/>
                  <a:pt x="214312" y="971610"/>
                  <a:pt x="214312" y="958178"/>
                </a:cubicBezTo>
                <a:cubicBezTo>
                  <a:pt x="214312" y="944746"/>
                  <a:pt x="225200" y="933858"/>
                  <a:pt x="238632" y="933858"/>
                </a:cubicBezTo>
                <a:close/>
                <a:moveTo>
                  <a:pt x="131476" y="933858"/>
                </a:moveTo>
                <a:cubicBezTo>
                  <a:pt x="144908" y="933858"/>
                  <a:pt x="155796" y="944746"/>
                  <a:pt x="155796" y="958178"/>
                </a:cubicBezTo>
                <a:cubicBezTo>
                  <a:pt x="155796" y="971610"/>
                  <a:pt x="144908" y="982498"/>
                  <a:pt x="131476" y="982498"/>
                </a:cubicBezTo>
                <a:cubicBezTo>
                  <a:pt x="118044" y="982498"/>
                  <a:pt x="107156" y="971610"/>
                  <a:pt x="107156" y="958178"/>
                </a:cubicBezTo>
                <a:cubicBezTo>
                  <a:pt x="107156" y="944746"/>
                  <a:pt x="118044" y="933858"/>
                  <a:pt x="131476" y="933858"/>
                </a:cubicBezTo>
                <a:close/>
                <a:moveTo>
                  <a:pt x="24320" y="933858"/>
                </a:moveTo>
                <a:cubicBezTo>
                  <a:pt x="37752" y="933858"/>
                  <a:pt x="48640" y="944746"/>
                  <a:pt x="48640" y="958178"/>
                </a:cubicBezTo>
                <a:cubicBezTo>
                  <a:pt x="48640" y="971610"/>
                  <a:pt x="37752" y="982498"/>
                  <a:pt x="24320" y="982498"/>
                </a:cubicBezTo>
                <a:cubicBezTo>
                  <a:pt x="10888" y="982498"/>
                  <a:pt x="0" y="971610"/>
                  <a:pt x="0" y="958178"/>
                </a:cubicBezTo>
                <a:cubicBezTo>
                  <a:pt x="0" y="944746"/>
                  <a:pt x="10888" y="933858"/>
                  <a:pt x="24320" y="933858"/>
                </a:cubicBezTo>
                <a:close/>
                <a:moveTo>
                  <a:pt x="452944" y="778215"/>
                </a:moveTo>
                <a:cubicBezTo>
                  <a:pt x="466376" y="778215"/>
                  <a:pt x="477264" y="789103"/>
                  <a:pt x="477264" y="802535"/>
                </a:cubicBezTo>
                <a:cubicBezTo>
                  <a:pt x="477264" y="815967"/>
                  <a:pt x="466376" y="826855"/>
                  <a:pt x="452944" y="826855"/>
                </a:cubicBezTo>
                <a:cubicBezTo>
                  <a:pt x="439512" y="826855"/>
                  <a:pt x="428624" y="815967"/>
                  <a:pt x="428624" y="802535"/>
                </a:cubicBezTo>
                <a:cubicBezTo>
                  <a:pt x="428624" y="789103"/>
                  <a:pt x="439512" y="778215"/>
                  <a:pt x="452944" y="778215"/>
                </a:cubicBezTo>
                <a:close/>
                <a:moveTo>
                  <a:pt x="345788" y="778215"/>
                </a:moveTo>
                <a:cubicBezTo>
                  <a:pt x="359220" y="778215"/>
                  <a:pt x="370108" y="789103"/>
                  <a:pt x="370108" y="802535"/>
                </a:cubicBezTo>
                <a:cubicBezTo>
                  <a:pt x="370108" y="815967"/>
                  <a:pt x="359220" y="826855"/>
                  <a:pt x="345788" y="826855"/>
                </a:cubicBezTo>
                <a:cubicBezTo>
                  <a:pt x="332356" y="826855"/>
                  <a:pt x="321468" y="815967"/>
                  <a:pt x="321468" y="802535"/>
                </a:cubicBezTo>
                <a:cubicBezTo>
                  <a:pt x="321468" y="789103"/>
                  <a:pt x="332356" y="778215"/>
                  <a:pt x="345788" y="778215"/>
                </a:cubicBezTo>
                <a:close/>
                <a:moveTo>
                  <a:pt x="238632" y="778215"/>
                </a:moveTo>
                <a:cubicBezTo>
                  <a:pt x="252064" y="778215"/>
                  <a:pt x="262952" y="789103"/>
                  <a:pt x="262952" y="802535"/>
                </a:cubicBezTo>
                <a:cubicBezTo>
                  <a:pt x="262952" y="815967"/>
                  <a:pt x="252064" y="826855"/>
                  <a:pt x="238632" y="826855"/>
                </a:cubicBezTo>
                <a:cubicBezTo>
                  <a:pt x="225200" y="826855"/>
                  <a:pt x="214312" y="815967"/>
                  <a:pt x="214312" y="802535"/>
                </a:cubicBezTo>
                <a:cubicBezTo>
                  <a:pt x="214312" y="789103"/>
                  <a:pt x="225200" y="778215"/>
                  <a:pt x="238632" y="778215"/>
                </a:cubicBezTo>
                <a:close/>
                <a:moveTo>
                  <a:pt x="131476" y="778215"/>
                </a:moveTo>
                <a:cubicBezTo>
                  <a:pt x="144908" y="778215"/>
                  <a:pt x="155796" y="789103"/>
                  <a:pt x="155796" y="802535"/>
                </a:cubicBezTo>
                <a:cubicBezTo>
                  <a:pt x="155796" y="815967"/>
                  <a:pt x="144908" y="826855"/>
                  <a:pt x="131476" y="826855"/>
                </a:cubicBezTo>
                <a:cubicBezTo>
                  <a:pt x="118044" y="826855"/>
                  <a:pt x="107156" y="815967"/>
                  <a:pt x="107156" y="802535"/>
                </a:cubicBezTo>
                <a:cubicBezTo>
                  <a:pt x="107156" y="789103"/>
                  <a:pt x="118044" y="778215"/>
                  <a:pt x="131476" y="778215"/>
                </a:cubicBezTo>
                <a:close/>
                <a:moveTo>
                  <a:pt x="24320" y="778215"/>
                </a:moveTo>
                <a:cubicBezTo>
                  <a:pt x="37752" y="778215"/>
                  <a:pt x="48640" y="789103"/>
                  <a:pt x="48640" y="802535"/>
                </a:cubicBezTo>
                <a:cubicBezTo>
                  <a:pt x="48640" y="815967"/>
                  <a:pt x="37752" y="826855"/>
                  <a:pt x="24320" y="826855"/>
                </a:cubicBezTo>
                <a:cubicBezTo>
                  <a:pt x="10888" y="826855"/>
                  <a:pt x="0" y="815967"/>
                  <a:pt x="0" y="802535"/>
                </a:cubicBezTo>
                <a:cubicBezTo>
                  <a:pt x="0" y="789103"/>
                  <a:pt x="10888" y="778215"/>
                  <a:pt x="24320" y="778215"/>
                </a:cubicBezTo>
                <a:close/>
                <a:moveTo>
                  <a:pt x="452944" y="622572"/>
                </a:moveTo>
                <a:cubicBezTo>
                  <a:pt x="466376" y="622572"/>
                  <a:pt x="477264" y="633460"/>
                  <a:pt x="477264" y="646892"/>
                </a:cubicBezTo>
                <a:cubicBezTo>
                  <a:pt x="477264" y="660324"/>
                  <a:pt x="466376" y="671212"/>
                  <a:pt x="452944" y="671212"/>
                </a:cubicBezTo>
                <a:cubicBezTo>
                  <a:pt x="439512" y="671212"/>
                  <a:pt x="428624" y="660324"/>
                  <a:pt x="428624" y="646892"/>
                </a:cubicBezTo>
                <a:cubicBezTo>
                  <a:pt x="428624" y="633460"/>
                  <a:pt x="439512" y="622572"/>
                  <a:pt x="452944" y="622572"/>
                </a:cubicBezTo>
                <a:close/>
                <a:moveTo>
                  <a:pt x="345788" y="622572"/>
                </a:moveTo>
                <a:cubicBezTo>
                  <a:pt x="359220" y="622572"/>
                  <a:pt x="370108" y="633460"/>
                  <a:pt x="370108" y="646892"/>
                </a:cubicBezTo>
                <a:cubicBezTo>
                  <a:pt x="370108" y="660324"/>
                  <a:pt x="359220" y="671212"/>
                  <a:pt x="345788" y="671212"/>
                </a:cubicBezTo>
                <a:cubicBezTo>
                  <a:pt x="332356" y="671212"/>
                  <a:pt x="321468" y="660324"/>
                  <a:pt x="321468" y="646892"/>
                </a:cubicBezTo>
                <a:cubicBezTo>
                  <a:pt x="321468" y="633460"/>
                  <a:pt x="332356" y="622572"/>
                  <a:pt x="345788" y="622572"/>
                </a:cubicBezTo>
                <a:close/>
                <a:moveTo>
                  <a:pt x="238632" y="622572"/>
                </a:moveTo>
                <a:cubicBezTo>
                  <a:pt x="252064" y="622572"/>
                  <a:pt x="262952" y="633460"/>
                  <a:pt x="262952" y="646892"/>
                </a:cubicBezTo>
                <a:cubicBezTo>
                  <a:pt x="262952" y="660324"/>
                  <a:pt x="252064" y="671212"/>
                  <a:pt x="238632" y="671212"/>
                </a:cubicBezTo>
                <a:cubicBezTo>
                  <a:pt x="225200" y="671212"/>
                  <a:pt x="214312" y="660324"/>
                  <a:pt x="214312" y="646892"/>
                </a:cubicBezTo>
                <a:cubicBezTo>
                  <a:pt x="214312" y="633460"/>
                  <a:pt x="225200" y="622572"/>
                  <a:pt x="238632" y="622572"/>
                </a:cubicBezTo>
                <a:close/>
                <a:moveTo>
                  <a:pt x="131476" y="622572"/>
                </a:moveTo>
                <a:cubicBezTo>
                  <a:pt x="144908" y="622572"/>
                  <a:pt x="155796" y="633460"/>
                  <a:pt x="155796" y="646892"/>
                </a:cubicBezTo>
                <a:cubicBezTo>
                  <a:pt x="155796" y="660324"/>
                  <a:pt x="144908" y="671212"/>
                  <a:pt x="131476" y="671212"/>
                </a:cubicBezTo>
                <a:cubicBezTo>
                  <a:pt x="118044" y="671212"/>
                  <a:pt x="107156" y="660324"/>
                  <a:pt x="107156" y="646892"/>
                </a:cubicBezTo>
                <a:cubicBezTo>
                  <a:pt x="107156" y="633460"/>
                  <a:pt x="118044" y="622572"/>
                  <a:pt x="131476" y="622572"/>
                </a:cubicBezTo>
                <a:close/>
                <a:moveTo>
                  <a:pt x="24320" y="622572"/>
                </a:moveTo>
                <a:cubicBezTo>
                  <a:pt x="37752" y="622572"/>
                  <a:pt x="48640" y="633460"/>
                  <a:pt x="48640" y="646892"/>
                </a:cubicBezTo>
                <a:cubicBezTo>
                  <a:pt x="48640" y="660324"/>
                  <a:pt x="37752" y="671212"/>
                  <a:pt x="24320" y="671212"/>
                </a:cubicBezTo>
                <a:cubicBezTo>
                  <a:pt x="10888" y="671212"/>
                  <a:pt x="0" y="660324"/>
                  <a:pt x="0" y="646892"/>
                </a:cubicBezTo>
                <a:cubicBezTo>
                  <a:pt x="0" y="633460"/>
                  <a:pt x="10888" y="622572"/>
                  <a:pt x="24320" y="622572"/>
                </a:cubicBezTo>
                <a:close/>
                <a:moveTo>
                  <a:pt x="24320" y="466929"/>
                </a:moveTo>
                <a:cubicBezTo>
                  <a:pt x="37752" y="466929"/>
                  <a:pt x="48640" y="477817"/>
                  <a:pt x="48640" y="491249"/>
                </a:cubicBezTo>
                <a:cubicBezTo>
                  <a:pt x="48640" y="504681"/>
                  <a:pt x="37752" y="515569"/>
                  <a:pt x="24320" y="515569"/>
                </a:cubicBezTo>
                <a:cubicBezTo>
                  <a:pt x="10888" y="515569"/>
                  <a:pt x="0" y="504681"/>
                  <a:pt x="0" y="491249"/>
                </a:cubicBezTo>
                <a:cubicBezTo>
                  <a:pt x="0" y="477817"/>
                  <a:pt x="10888" y="466929"/>
                  <a:pt x="24320" y="466929"/>
                </a:cubicBezTo>
                <a:close/>
                <a:moveTo>
                  <a:pt x="131476" y="466929"/>
                </a:moveTo>
                <a:cubicBezTo>
                  <a:pt x="144908" y="466929"/>
                  <a:pt x="155796" y="477817"/>
                  <a:pt x="155796" y="491249"/>
                </a:cubicBezTo>
                <a:cubicBezTo>
                  <a:pt x="155796" y="504681"/>
                  <a:pt x="144908" y="515569"/>
                  <a:pt x="131476" y="515569"/>
                </a:cubicBezTo>
                <a:cubicBezTo>
                  <a:pt x="118044" y="515569"/>
                  <a:pt x="107156" y="504681"/>
                  <a:pt x="107156" y="491249"/>
                </a:cubicBezTo>
                <a:cubicBezTo>
                  <a:pt x="107156" y="477817"/>
                  <a:pt x="118044" y="466929"/>
                  <a:pt x="131476" y="466929"/>
                </a:cubicBezTo>
                <a:close/>
                <a:moveTo>
                  <a:pt x="238632" y="466929"/>
                </a:moveTo>
                <a:cubicBezTo>
                  <a:pt x="252064" y="466929"/>
                  <a:pt x="262952" y="477817"/>
                  <a:pt x="262952" y="491249"/>
                </a:cubicBezTo>
                <a:cubicBezTo>
                  <a:pt x="262952" y="504681"/>
                  <a:pt x="252064" y="515569"/>
                  <a:pt x="238632" y="515569"/>
                </a:cubicBezTo>
                <a:cubicBezTo>
                  <a:pt x="225200" y="515569"/>
                  <a:pt x="214312" y="504681"/>
                  <a:pt x="214312" y="491249"/>
                </a:cubicBezTo>
                <a:cubicBezTo>
                  <a:pt x="214312" y="477817"/>
                  <a:pt x="225200" y="466929"/>
                  <a:pt x="238632" y="466929"/>
                </a:cubicBezTo>
                <a:close/>
                <a:moveTo>
                  <a:pt x="345788" y="466929"/>
                </a:moveTo>
                <a:cubicBezTo>
                  <a:pt x="359220" y="466929"/>
                  <a:pt x="370108" y="477817"/>
                  <a:pt x="370108" y="491249"/>
                </a:cubicBezTo>
                <a:cubicBezTo>
                  <a:pt x="370108" y="504681"/>
                  <a:pt x="359220" y="515569"/>
                  <a:pt x="345788" y="515569"/>
                </a:cubicBezTo>
                <a:cubicBezTo>
                  <a:pt x="332356" y="515569"/>
                  <a:pt x="321468" y="504681"/>
                  <a:pt x="321468" y="491249"/>
                </a:cubicBezTo>
                <a:cubicBezTo>
                  <a:pt x="321468" y="477817"/>
                  <a:pt x="332356" y="466929"/>
                  <a:pt x="345788" y="466929"/>
                </a:cubicBezTo>
                <a:close/>
                <a:moveTo>
                  <a:pt x="452944" y="466929"/>
                </a:moveTo>
                <a:cubicBezTo>
                  <a:pt x="466376" y="466929"/>
                  <a:pt x="477264" y="477817"/>
                  <a:pt x="477264" y="491249"/>
                </a:cubicBezTo>
                <a:cubicBezTo>
                  <a:pt x="477264" y="504681"/>
                  <a:pt x="466376" y="515569"/>
                  <a:pt x="452944" y="515569"/>
                </a:cubicBezTo>
                <a:cubicBezTo>
                  <a:pt x="439512" y="515569"/>
                  <a:pt x="428624" y="504681"/>
                  <a:pt x="428624" y="491249"/>
                </a:cubicBezTo>
                <a:cubicBezTo>
                  <a:pt x="428624" y="477817"/>
                  <a:pt x="439512" y="466929"/>
                  <a:pt x="452944" y="466929"/>
                </a:cubicBezTo>
                <a:close/>
                <a:moveTo>
                  <a:pt x="24320" y="311287"/>
                </a:moveTo>
                <a:cubicBezTo>
                  <a:pt x="37752" y="311287"/>
                  <a:pt x="48640" y="322175"/>
                  <a:pt x="48640" y="335607"/>
                </a:cubicBezTo>
                <a:cubicBezTo>
                  <a:pt x="48640" y="349038"/>
                  <a:pt x="37752" y="359926"/>
                  <a:pt x="24320" y="359926"/>
                </a:cubicBezTo>
                <a:cubicBezTo>
                  <a:pt x="10888" y="359926"/>
                  <a:pt x="0" y="349038"/>
                  <a:pt x="0" y="335607"/>
                </a:cubicBezTo>
                <a:cubicBezTo>
                  <a:pt x="0" y="322175"/>
                  <a:pt x="10888" y="311287"/>
                  <a:pt x="24320" y="311287"/>
                </a:cubicBezTo>
                <a:close/>
                <a:moveTo>
                  <a:pt x="131476" y="311286"/>
                </a:moveTo>
                <a:cubicBezTo>
                  <a:pt x="144908" y="311286"/>
                  <a:pt x="155796" y="322174"/>
                  <a:pt x="155796" y="335606"/>
                </a:cubicBezTo>
                <a:cubicBezTo>
                  <a:pt x="155796" y="349038"/>
                  <a:pt x="144908" y="359926"/>
                  <a:pt x="131476" y="359926"/>
                </a:cubicBezTo>
                <a:cubicBezTo>
                  <a:pt x="118044" y="359926"/>
                  <a:pt x="107156" y="349038"/>
                  <a:pt x="107156" y="335606"/>
                </a:cubicBezTo>
                <a:cubicBezTo>
                  <a:pt x="107156" y="322174"/>
                  <a:pt x="118044" y="311286"/>
                  <a:pt x="131476" y="311286"/>
                </a:cubicBezTo>
                <a:close/>
                <a:moveTo>
                  <a:pt x="238632" y="311286"/>
                </a:moveTo>
                <a:cubicBezTo>
                  <a:pt x="252064" y="311286"/>
                  <a:pt x="262952" y="322174"/>
                  <a:pt x="262952" y="335606"/>
                </a:cubicBezTo>
                <a:cubicBezTo>
                  <a:pt x="262952" y="349038"/>
                  <a:pt x="252064" y="359926"/>
                  <a:pt x="238632" y="359926"/>
                </a:cubicBezTo>
                <a:cubicBezTo>
                  <a:pt x="225200" y="359926"/>
                  <a:pt x="214312" y="349038"/>
                  <a:pt x="214312" y="335606"/>
                </a:cubicBezTo>
                <a:cubicBezTo>
                  <a:pt x="214312" y="322174"/>
                  <a:pt x="225200" y="311286"/>
                  <a:pt x="238632" y="311286"/>
                </a:cubicBezTo>
                <a:close/>
                <a:moveTo>
                  <a:pt x="345788" y="311286"/>
                </a:moveTo>
                <a:cubicBezTo>
                  <a:pt x="359220" y="311286"/>
                  <a:pt x="370108" y="322174"/>
                  <a:pt x="370108" y="335606"/>
                </a:cubicBezTo>
                <a:cubicBezTo>
                  <a:pt x="370108" y="349038"/>
                  <a:pt x="359220" y="359926"/>
                  <a:pt x="345788" y="359926"/>
                </a:cubicBezTo>
                <a:cubicBezTo>
                  <a:pt x="332356" y="359926"/>
                  <a:pt x="321468" y="349038"/>
                  <a:pt x="321468" y="335606"/>
                </a:cubicBezTo>
                <a:cubicBezTo>
                  <a:pt x="321468" y="322174"/>
                  <a:pt x="332356" y="311286"/>
                  <a:pt x="345788" y="311286"/>
                </a:cubicBezTo>
                <a:close/>
                <a:moveTo>
                  <a:pt x="452944" y="311286"/>
                </a:moveTo>
                <a:cubicBezTo>
                  <a:pt x="466376" y="311286"/>
                  <a:pt x="477264" y="322174"/>
                  <a:pt x="477264" y="335606"/>
                </a:cubicBezTo>
                <a:cubicBezTo>
                  <a:pt x="477264" y="349038"/>
                  <a:pt x="466376" y="359926"/>
                  <a:pt x="452944" y="359926"/>
                </a:cubicBezTo>
                <a:cubicBezTo>
                  <a:pt x="439512" y="359926"/>
                  <a:pt x="428624" y="349038"/>
                  <a:pt x="428624" y="335606"/>
                </a:cubicBezTo>
                <a:cubicBezTo>
                  <a:pt x="428624" y="322174"/>
                  <a:pt x="439512" y="311286"/>
                  <a:pt x="452944" y="311286"/>
                </a:cubicBezTo>
                <a:close/>
                <a:moveTo>
                  <a:pt x="24320" y="155643"/>
                </a:moveTo>
                <a:cubicBezTo>
                  <a:pt x="37752" y="155643"/>
                  <a:pt x="48640" y="166531"/>
                  <a:pt x="48640" y="179963"/>
                </a:cubicBezTo>
                <a:cubicBezTo>
                  <a:pt x="48640" y="193395"/>
                  <a:pt x="37752" y="204283"/>
                  <a:pt x="24320" y="204283"/>
                </a:cubicBezTo>
                <a:cubicBezTo>
                  <a:pt x="10888" y="204283"/>
                  <a:pt x="0" y="193395"/>
                  <a:pt x="0" y="179963"/>
                </a:cubicBezTo>
                <a:cubicBezTo>
                  <a:pt x="0" y="166531"/>
                  <a:pt x="10888" y="155643"/>
                  <a:pt x="24320" y="155643"/>
                </a:cubicBezTo>
                <a:close/>
                <a:moveTo>
                  <a:pt x="131476" y="155643"/>
                </a:moveTo>
                <a:cubicBezTo>
                  <a:pt x="144908" y="155643"/>
                  <a:pt x="155796" y="166531"/>
                  <a:pt x="155796" y="179963"/>
                </a:cubicBezTo>
                <a:cubicBezTo>
                  <a:pt x="155796" y="193395"/>
                  <a:pt x="144908" y="204283"/>
                  <a:pt x="131476" y="204283"/>
                </a:cubicBezTo>
                <a:cubicBezTo>
                  <a:pt x="118044" y="204283"/>
                  <a:pt x="107156" y="193395"/>
                  <a:pt x="107156" y="179963"/>
                </a:cubicBezTo>
                <a:cubicBezTo>
                  <a:pt x="107156" y="166531"/>
                  <a:pt x="118044" y="155643"/>
                  <a:pt x="131476" y="155643"/>
                </a:cubicBezTo>
                <a:close/>
                <a:moveTo>
                  <a:pt x="238632" y="155643"/>
                </a:moveTo>
                <a:cubicBezTo>
                  <a:pt x="252064" y="155643"/>
                  <a:pt x="262952" y="166531"/>
                  <a:pt x="262952" y="179963"/>
                </a:cubicBezTo>
                <a:cubicBezTo>
                  <a:pt x="262952" y="193395"/>
                  <a:pt x="252064" y="204283"/>
                  <a:pt x="238632" y="204283"/>
                </a:cubicBezTo>
                <a:cubicBezTo>
                  <a:pt x="225200" y="204283"/>
                  <a:pt x="214312" y="193395"/>
                  <a:pt x="214312" y="179963"/>
                </a:cubicBezTo>
                <a:cubicBezTo>
                  <a:pt x="214312" y="166531"/>
                  <a:pt x="225200" y="155643"/>
                  <a:pt x="238632" y="155643"/>
                </a:cubicBezTo>
                <a:close/>
                <a:moveTo>
                  <a:pt x="345788" y="155643"/>
                </a:moveTo>
                <a:cubicBezTo>
                  <a:pt x="359220" y="155643"/>
                  <a:pt x="370108" y="166531"/>
                  <a:pt x="370108" y="179963"/>
                </a:cubicBezTo>
                <a:cubicBezTo>
                  <a:pt x="370108" y="193395"/>
                  <a:pt x="359220" y="204283"/>
                  <a:pt x="345788" y="204283"/>
                </a:cubicBezTo>
                <a:cubicBezTo>
                  <a:pt x="332356" y="204283"/>
                  <a:pt x="321468" y="193395"/>
                  <a:pt x="321468" y="179963"/>
                </a:cubicBezTo>
                <a:cubicBezTo>
                  <a:pt x="321468" y="166531"/>
                  <a:pt x="332356" y="155643"/>
                  <a:pt x="345788" y="155643"/>
                </a:cubicBezTo>
                <a:close/>
                <a:moveTo>
                  <a:pt x="452944" y="155643"/>
                </a:moveTo>
                <a:cubicBezTo>
                  <a:pt x="466376" y="155643"/>
                  <a:pt x="477264" y="166531"/>
                  <a:pt x="477264" y="179963"/>
                </a:cubicBezTo>
                <a:cubicBezTo>
                  <a:pt x="477264" y="193395"/>
                  <a:pt x="466376" y="204283"/>
                  <a:pt x="452944" y="204283"/>
                </a:cubicBezTo>
                <a:cubicBezTo>
                  <a:pt x="439512" y="204283"/>
                  <a:pt x="428624" y="193395"/>
                  <a:pt x="428624" y="179963"/>
                </a:cubicBezTo>
                <a:cubicBezTo>
                  <a:pt x="428624" y="166531"/>
                  <a:pt x="439512" y="155643"/>
                  <a:pt x="452944" y="155643"/>
                </a:cubicBezTo>
                <a:close/>
                <a:moveTo>
                  <a:pt x="452944" y="0"/>
                </a:moveTo>
                <a:cubicBezTo>
                  <a:pt x="466376" y="0"/>
                  <a:pt x="477264" y="10888"/>
                  <a:pt x="477264" y="24320"/>
                </a:cubicBezTo>
                <a:cubicBezTo>
                  <a:pt x="477264" y="37752"/>
                  <a:pt x="466376" y="48640"/>
                  <a:pt x="452944" y="48640"/>
                </a:cubicBezTo>
                <a:cubicBezTo>
                  <a:pt x="439512" y="48640"/>
                  <a:pt x="428624" y="37752"/>
                  <a:pt x="428624" y="24320"/>
                </a:cubicBezTo>
                <a:cubicBezTo>
                  <a:pt x="428624" y="10888"/>
                  <a:pt x="439512" y="0"/>
                  <a:pt x="452944" y="0"/>
                </a:cubicBezTo>
                <a:close/>
                <a:moveTo>
                  <a:pt x="345788" y="0"/>
                </a:moveTo>
                <a:cubicBezTo>
                  <a:pt x="359220" y="0"/>
                  <a:pt x="370108" y="10888"/>
                  <a:pt x="370108" y="24320"/>
                </a:cubicBezTo>
                <a:cubicBezTo>
                  <a:pt x="370108" y="37752"/>
                  <a:pt x="359220" y="48640"/>
                  <a:pt x="345788" y="48640"/>
                </a:cubicBezTo>
                <a:cubicBezTo>
                  <a:pt x="332356" y="48640"/>
                  <a:pt x="321468" y="37752"/>
                  <a:pt x="321468" y="24320"/>
                </a:cubicBezTo>
                <a:cubicBezTo>
                  <a:pt x="321468" y="10888"/>
                  <a:pt x="332356" y="0"/>
                  <a:pt x="345788" y="0"/>
                </a:cubicBezTo>
                <a:close/>
                <a:moveTo>
                  <a:pt x="238632" y="0"/>
                </a:moveTo>
                <a:cubicBezTo>
                  <a:pt x="252064" y="0"/>
                  <a:pt x="262952" y="10888"/>
                  <a:pt x="262952" y="24320"/>
                </a:cubicBezTo>
                <a:cubicBezTo>
                  <a:pt x="262952" y="37752"/>
                  <a:pt x="252064" y="48640"/>
                  <a:pt x="238632" y="48640"/>
                </a:cubicBezTo>
                <a:cubicBezTo>
                  <a:pt x="225200" y="48640"/>
                  <a:pt x="214312" y="37752"/>
                  <a:pt x="214312" y="24320"/>
                </a:cubicBezTo>
                <a:cubicBezTo>
                  <a:pt x="214312" y="10888"/>
                  <a:pt x="225200" y="0"/>
                  <a:pt x="238632" y="0"/>
                </a:cubicBezTo>
                <a:close/>
                <a:moveTo>
                  <a:pt x="131476" y="0"/>
                </a:moveTo>
                <a:cubicBezTo>
                  <a:pt x="144908" y="0"/>
                  <a:pt x="155796" y="10888"/>
                  <a:pt x="155796" y="24320"/>
                </a:cubicBezTo>
                <a:cubicBezTo>
                  <a:pt x="155796" y="37752"/>
                  <a:pt x="144908" y="48640"/>
                  <a:pt x="131476" y="48640"/>
                </a:cubicBezTo>
                <a:cubicBezTo>
                  <a:pt x="118044" y="48640"/>
                  <a:pt x="107156" y="37752"/>
                  <a:pt x="107156" y="24320"/>
                </a:cubicBezTo>
                <a:cubicBezTo>
                  <a:pt x="107156" y="10888"/>
                  <a:pt x="118044" y="0"/>
                  <a:pt x="131476" y="0"/>
                </a:cubicBezTo>
                <a:close/>
                <a:moveTo>
                  <a:pt x="24320" y="0"/>
                </a:moveTo>
                <a:cubicBezTo>
                  <a:pt x="37752" y="0"/>
                  <a:pt x="48640" y="10888"/>
                  <a:pt x="48640" y="24320"/>
                </a:cubicBezTo>
                <a:cubicBezTo>
                  <a:pt x="48640" y="37752"/>
                  <a:pt x="37752" y="48640"/>
                  <a:pt x="24320" y="48640"/>
                </a:cubicBezTo>
                <a:cubicBezTo>
                  <a:pt x="10888" y="48640"/>
                  <a:pt x="0" y="37752"/>
                  <a:pt x="0" y="24320"/>
                </a:cubicBezTo>
                <a:cubicBezTo>
                  <a:pt x="0" y="10888"/>
                  <a:pt x="10888" y="0"/>
                  <a:pt x="24320" y="0"/>
                </a:cubicBezTo>
                <a:close/>
              </a:path>
            </a:pathLst>
          </a:custGeom>
          <a:gradFill flip="none" rotWithShape="1">
            <a:gsLst>
              <a:gs pos="0">
                <a:srgbClr val="FFFFFF"/>
              </a:gs>
              <a:gs pos="100000">
                <a:srgbClr val="FFFFFF">
                  <a:alpha val="0"/>
                </a:srgbClr>
              </a:gs>
            </a:gsLst>
            <a:lin ang="54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sp>
        <p:nvSpPr>
          <p:cNvPr id="27" name="矩形 26"/>
          <p:cNvSpPr/>
          <p:nvPr/>
        </p:nvSpPr>
        <p:spPr>
          <a:xfrm>
            <a:off x="11933555" y="543560"/>
            <a:ext cx="258445" cy="11176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38" name="组合 37"/>
          <p:cNvGrpSpPr/>
          <p:nvPr/>
        </p:nvGrpSpPr>
        <p:grpSpPr>
          <a:xfrm>
            <a:off x="688974" y="6040437"/>
            <a:ext cx="434976" cy="63500"/>
            <a:chOff x="688974" y="6040437"/>
            <a:chExt cx="434976" cy="63500"/>
          </a:xfrm>
        </p:grpSpPr>
        <p:sp>
          <p:nvSpPr>
            <p:cNvPr id="31" name="椭圆 30"/>
            <p:cNvSpPr/>
            <p:nvPr/>
          </p:nvSpPr>
          <p:spPr>
            <a:xfrm>
              <a:off x="688974" y="6040437"/>
              <a:ext cx="63500" cy="63500"/>
            </a:xfrm>
            <a:prstGeom prst="ellipse">
              <a:avLst/>
            </a:prstGeom>
            <a:gradFill flip="none" rotWithShape="1">
              <a:gsLst>
                <a:gs pos="0">
                  <a:srgbClr val="41EEFE"/>
                </a:gs>
                <a:gs pos="70000">
                  <a:srgbClr val="41EEFE">
                    <a:alpha val="0"/>
                  </a:srgbClr>
                </a:gs>
              </a:gsLst>
              <a:lin ang="54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200">
                <a:solidFill>
                  <a:schemeClr val="tx1">
                    <a:lumMod val="85000"/>
                    <a:lumOff val="15000"/>
                  </a:schemeClr>
                </a:solidFill>
                <a:latin typeface="思源黑体 CN Bold" panose="020B0800000000000000" pitchFamily="34" charset="-122"/>
                <a:ea typeface="思源黑体 CN Bold" panose="020B0800000000000000" pitchFamily="34" charset="-122"/>
                <a:cs typeface="+mn-ea"/>
              </a:endParaRPr>
            </a:p>
          </p:txBody>
        </p:sp>
        <p:sp>
          <p:nvSpPr>
            <p:cNvPr id="33" name="椭圆 32"/>
            <p:cNvSpPr/>
            <p:nvPr/>
          </p:nvSpPr>
          <p:spPr>
            <a:xfrm>
              <a:off x="781843" y="6040437"/>
              <a:ext cx="63500" cy="63500"/>
            </a:xfrm>
            <a:prstGeom prst="ellipse">
              <a:avLst/>
            </a:prstGeom>
            <a:gradFill flip="none" rotWithShape="1">
              <a:gsLst>
                <a:gs pos="0">
                  <a:srgbClr val="41EEFE"/>
                </a:gs>
                <a:gs pos="70000">
                  <a:srgbClr val="41EEFE">
                    <a:alpha val="0"/>
                  </a:srgbClr>
                </a:gs>
              </a:gsLst>
              <a:lin ang="54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200">
                <a:solidFill>
                  <a:schemeClr val="tx1">
                    <a:lumMod val="85000"/>
                    <a:lumOff val="15000"/>
                  </a:schemeClr>
                </a:solidFill>
                <a:latin typeface="思源黑体 CN Bold" panose="020B0800000000000000" pitchFamily="34" charset="-122"/>
                <a:ea typeface="思源黑体 CN Bold" panose="020B0800000000000000" pitchFamily="34" charset="-122"/>
                <a:cs typeface="+mn-ea"/>
              </a:endParaRPr>
            </a:p>
          </p:txBody>
        </p:sp>
        <p:sp>
          <p:nvSpPr>
            <p:cNvPr id="34" name="椭圆 33"/>
            <p:cNvSpPr/>
            <p:nvPr/>
          </p:nvSpPr>
          <p:spPr>
            <a:xfrm>
              <a:off x="874712" y="6040437"/>
              <a:ext cx="63500" cy="63500"/>
            </a:xfrm>
            <a:prstGeom prst="ellipse">
              <a:avLst/>
            </a:prstGeom>
            <a:gradFill flip="none" rotWithShape="1">
              <a:gsLst>
                <a:gs pos="0">
                  <a:srgbClr val="41EEFE"/>
                </a:gs>
                <a:gs pos="70000">
                  <a:srgbClr val="41EEFE">
                    <a:alpha val="0"/>
                  </a:srgbClr>
                </a:gs>
              </a:gsLst>
              <a:lin ang="54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200">
                <a:solidFill>
                  <a:schemeClr val="tx1">
                    <a:lumMod val="85000"/>
                    <a:lumOff val="15000"/>
                  </a:schemeClr>
                </a:solidFill>
                <a:latin typeface="思源黑体 CN Bold" panose="020B0800000000000000" pitchFamily="34" charset="-122"/>
                <a:ea typeface="思源黑体 CN Bold" panose="020B0800000000000000" pitchFamily="34" charset="-122"/>
                <a:cs typeface="+mn-ea"/>
              </a:endParaRPr>
            </a:p>
          </p:txBody>
        </p:sp>
        <p:sp>
          <p:nvSpPr>
            <p:cNvPr id="35" name="椭圆 34"/>
            <p:cNvSpPr/>
            <p:nvPr/>
          </p:nvSpPr>
          <p:spPr>
            <a:xfrm>
              <a:off x="967581" y="6040437"/>
              <a:ext cx="63500" cy="63500"/>
            </a:xfrm>
            <a:prstGeom prst="ellipse">
              <a:avLst/>
            </a:prstGeom>
            <a:gradFill flip="none" rotWithShape="1">
              <a:gsLst>
                <a:gs pos="0">
                  <a:srgbClr val="41EEFE"/>
                </a:gs>
                <a:gs pos="70000">
                  <a:srgbClr val="41EEFE">
                    <a:alpha val="0"/>
                  </a:srgbClr>
                </a:gs>
              </a:gsLst>
              <a:lin ang="54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200">
                <a:solidFill>
                  <a:schemeClr val="tx1">
                    <a:lumMod val="85000"/>
                    <a:lumOff val="15000"/>
                  </a:schemeClr>
                </a:solidFill>
                <a:latin typeface="思源黑体 CN Bold" panose="020B0800000000000000" pitchFamily="34" charset="-122"/>
                <a:ea typeface="思源黑体 CN Bold" panose="020B0800000000000000" pitchFamily="34" charset="-122"/>
                <a:cs typeface="+mn-ea"/>
              </a:endParaRPr>
            </a:p>
          </p:txBody>
        </p:sp>
        <p:sp>
          <p:nvSpPr>
            <p:cNvPr id="36" name="椭圆 35"/>
            <p:cNvSpPr/>
            <p:nvPr/>
          </p:nvSpPr>
          <p:spPr>
            <a:xfrm>
              <a:off x="1060450" y="6040437"/>
              <a:ext cx="63500" cy="63500"/>
            </a:xfrm>
            <a:prstGeom prst="ellipse">
              <a:avLst/>
            </a:prstGeom>
            <a:gradFill flip="none" rotWithShape="1">
              <a:gsLst>
                <a:gs pos="0">
                  <a:srgbClr val="41EEFE"/>
                </a:gs>
                <a:gs pos="70000">
                  <a:srgbClr val="41EEFE">
                    <a:alpha val="0"/>
                  </a:srgbClr>
                </a:gs>
              </a:gsLst>
              <a:lin ang="54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200">
                <a:solidFill>
                  <a:schemeClr val="tx1">
                    <a:lumMod val="85000"/>
                    <a:lumOff val="15000"/>
                  </a:schemeClr>
                </a:solidFill>
                <a:latin typeface="思源黑体 CN Bold" panose="020B0800000000000000" pitchFamily="34" charset="-122"/>
                <a:ea typeface="思源黑体 CN Bold" panose="020B0800000000000000" pitchFamily="34" charset="-122"/>
                <a:cs typeface="+mn-ea"/>
              </a:endParaRPr>
            </a:p>
          </p:txBody>
        </p:sp>
      </p:grpSp>
      <p:pic>
        <p:nvPicPr>
          <p:cNvPr id="24" name="图片 23"/>
          <p:cNvPicPr>
            <a:picLocks noChangeAspect="1"/>
          </p:cNvPicPr>
          <p:nvPr/>
        </p:nvPicPr>
        <p:blipFill rotWithShape="1">
          <a:blip r:embed="rId2"/>
          <a:srcRect l="10285" r="67365"/>
          <a:stretch>
            <a:fillRect/>
          </a:stretch>
        </p:blipFill>
        <p:spPr>
          <a:xfrm>
            <a:off x="1034143" y="1553029"/>
            <a:ext cx="841829" cy="4097132"/>
          </a:xfrm>
          <a:prstGeom prst="rect">
            <a:avLst/>
          </a:prstGeom>
        </p:spPr>
      </p:pic>
      <p:pic>
        <p:nvPicPr>
          <p:cNvPr id="59" name="图片 58"/>
          <p:cNvPicPr>
            <a:picLocks noChangeAspect="1"/>
          </p:cNvPicPr>
          <p:nvPr/>
        </p:nvPicPr>
        <p:blipFill rotWithShape="1">
          <a:blip r:embed="rId2"/>
          <a:srcRect l="10285" r="67365"/>
          <a:stretch>
            <a:fillRect/>
          </a:stretch>
        </p:blipFill>
        <p:spPr>
          <a:xfrm flipH="1" flipV="1">
            <a:off x="10316028" y="1219200"/>
            <a:ext cx="841829" cy="4097132"/>
          </a:xfrm>
          <a:prstGeom prst="rect">
            <a:avLst/>
          </a:prstGeom>
        </p:spPr>
      </p:pic>
      <p:sp>
        <p:nvSpPr>
          <p:cNvPr id="61" name="文本框 60"/>
          <p:cNvSpPr txBox="1"/>
          <p:nvPr/>
        </p:nvSpPr>
        <p:spPr>
          <a:xfrm>
            <a:off x="3273813" y="1403586"/>
            <a:ext cx="5644374" cy="307777"/>
          </a:xfrm>
          <a:prstGeom prst="rect">
            <a:avLst/>
          </a:prstGeom>
          <a:noFill/>
        </p:spPr>
        <p:txBody>
          <a:bodyPr wrap="square" rtlCol="0">
            <a:spAutoFit/>
          </a:bodyPr>
          <a:lstStyle/>
          <a:p>
            <a:pPr algn="dist"/>
            <a:r>
              <a:rPr lang="en-US" altLang="zh-CN" sz="1400" dirty="0">
                <a:solidFill>
                  <a:schemeClr val="bg1"/>
                </a:solidFill>
                <a:latin typeface="三极正智黑简体" panose="00000500000000000000" pitchFamily="2" charset="-122"/>
                <a:ea typeface="三极正智黑简体" panose="00000500000000000000" pitchFamily="2" charset="-122"/>
                <a:cs typeface="+mn-ea"/>
                <a:sym typeface="+mn-lt"/>
              </a:rPr>
              <a:t>CONTENTS</a:t>
            </a:r>
            <a:endParaRPr lang="en-US" altLang="zh-CN" sz="1400" dirty="0">
              <a:solidFill>
                <a:schemeClr val="bg1"/>
              </a:solidFill>
              <a:latin typeface="三极正智黑简体" panose="00000500000000000000" pitchFamily="2" charset="-122"/>
              <a:ea typeface="三极正智黑简体" panose="00000500000000000000" pitchFamily="2" charset="-122"/>
              <a:cs typeface="+mn-ea"/>
              <a:sym typeface="+mn-lt"/>
            </a:endParaRPr>
          </a:p>
        </p:txBody>
      </p:sp>
      <p:sp>
        <p:nvSpPr>
          <p:cNvPr id="63" name="文本框 62"/>
          <p:cNvSpPr txBox="1"/>
          <p:nvPr/>
        </p:nvSpPr>
        <p:spPr>
          <a:xfrm>
            <a:off x="2676912" y="2327983"/>
            <a:ext cx="2851215" cy="583565"/>
          </a:xfrm>
          <a:prstGeom prst="rect">
            <a:avLst/>
          </a:prstGeom>
          <a:noFill/>
        </p:spPr>
        <p:txBody>
          <a:bodyPr wrap="square" rtlCol="0">
            <a:spAutoFit/>
          </a:bodyPr>
          <a:lstStyle/>
          <a:p>
            <a:pPr algn="just"/>
            <a:r>
              <a:rPr lang="zh-CN" altLang="en-US" sz="3200" b="1" dirty="0">
                <a:solidFill>
                  <a:schemeClr val="bg1"/>
                </a:solidFill>
                <a:latin typeface="华文楷体" panose="02010600040101010101" charset="-122"/>
                <a:ea typeface="华文楷体" panose="02010600040101010101" charset="-122"/>
                <a:cs typeface="+mn-ea"/>
                <a:sym typeface="+mn-lt"/>
              </a:rPr>
              <a:t>现状分析</a:t>
            </a:r>
            <a:endParaRPr lang="zh-CN" altLang="en-US" sz="3200" b="1" dirty="0">
              <a:solidFill>
                <a:schemeClr val="bg1"/>
              </a:solidFill>
              <a:latin typeface="华文楷体" panose="02010600040101010101" charset="-122"/>
              <a:ea typeface="华文楷体" panose="02010600040101010101" charset="-122"/>
              <a:cs typeface="+mn-ea"/>
              <a:sym typeface="+mn-lt"/>
            </a:endParaRPr>
          </a:p>
        </p:txBody>
      </p:sp>
      <p:sp>
        <p:nvSpPr>
          <p:cNvPr id="71" name="文本框 70"/>
          <p:cNvSpPr txBox="1"/>
          <p:nvPr/>
        </p:nvSpPr>
        <p:spPr>
          <a:xfrm>
            <a:off x="2676912" y="3828398"/>
            <a:ext cx="2851215" cy="583565"/>
          </a:xfrm>
          <a:prstGeom prst="rect">
            <a:avLst/>
          </a:prstGeom>
          <a:noFill/>
        </p:spPr>
        <p:txBody>
          <a:bodyPr wrap="square" rtlCol="0">
            <a:spAutoFit/>
          </a:bodyPr>
          <a:lstStyle/>
          <a:p>
            <a:pPr algn="just">
              <a:buClrTx/>
              <a:buSzTx/>
              <a:buFontTx/>
            </a:pPr>
            <a:r>
              <a:rPr lang="zh-CN" altLang="en-US" sz="3200" b="1" dirty="0">
                <a:solidFill>
                  <a:schemeClr val="bg1"/>
                </a:solidFill>
                <a:latin typeface="华文楷体" panose="02010600040101010101" charset="-122"/>
                <a:ea typeface="华文楷体" panose="02010600040101010101" charset="-122"/>
                <a:cs typeface="+mn-ea"/>
                <a:sym typeface="+mn-lt"/>
              </a:rPr>
              <a:t>阶段</a:t>
            </a:r>
            <a:r>
              <a:rPr lang="zh-CN" altLang="en-US" sz="3200" b="1" dirty="0">
                <a:solidFill>
                  <a:schemeClr val="bg1"/>
                </a:solidFill>
                <a:latin typeface="华文楷体" panose="02010600040101010101" charset="-122"/>
                <a:ea typeface="华文楷体" panose="02010600040101010101" charset="-122"/>
                <a:cs typeface="+mn-ea"/>
                <a:sym typeface="+mn-lt"/>
              </a:rPr>
              <a:t>成果</a:t>
            </a:r>
            <a:endParaRPr lang="zh-CN" altLang="en-US" sz="3200" b="1" dirty="0">
              <a:solidFill>
                <a:schemeClr val="bg1"/>
              </a:solidFill>
              <a:latin typeface="华文楷体" panose="02010600040101010101" charset="-122"/>
              <a:ea typeface="华文楷体" panose="02010600040101010101" charset="-122"/>
              <a:cs typeface="+mn-ea"/>
              <a:sym typeface="+mn-lt"/>
            </a:endParaRPr>
          </a:p>
        </p:txBody>
      </p:sp>
      <p:sp>
        <p:nvSpPr>
          <p:cNvPr id="87" name="文本框 86"/>
          <p:cNvSpPr txBox="1"/>
          <p:nvPr/>
        </p:nvSpPr>
        <p:spPr>
          <a:xfrm>
            <a:off x="7325112" y="2327983"/>
            <a:ext cx="2851215" cy="583565"/>
          </a:xfrm>
          <a:prstGeom prst="rect">
            <a:avLst/>
          </a:prstGeom>
          <a:noFill/>
        </p:spPr>
        <p:txBody>
          <a:bodyPr wrap="square" rtlCol="0">
            <a:spAutoFit/>
          </a:bodyPr>
          <a:lstStyle/>
          <a:p>
            <a:pPr algn="just">
              <a:buClrTx/>
              <a:buSzTx/>
              <a:buFontTx/>
            </a:pPr>
            <a:r>
              <a:rPr lang="zh-CN" altLang="en-US" sz="3200" b="1" dirty="0">
                <a:solidFill>
                  <a:schemeClr val="bg1"/>
                </a:solidFill>
                <a:latin typeface="华文楷体" panose="02010600040101010101" charset="-122"/>
                <a:ea typeface="华文楷体" panose="02010600040101010101" charset="-122"/>
                <a:cs typeface="+mn-ea"/>
                <a:sym typeface="+mn-lt"/>
              </a:rPr>
              <a:t>解决</a:t>
            </a:r>
            <a:r>
              <a:rPr lang="zh-CN" altLang="en-US" sz="3200" b="1" dirty="0">
                <a:solidFill>
                  <a:schemeClr val="bg1"/>
                </a:solidFill>
                <a:latin typeface="华文楷体" panose="02010600040101010101" charset="-122"/>
                <a:ea typeface="华文楷体" panose="02010600040101010101" charset="-122"/>
                <a:cs typeface="+mn-ea"/>
                <a:sym typeface="+mn-lt"/>
              </a:rPr>
              <a:t>方案</a:t>
            </a:r>
            <a:endParaRPr lang="zh-CN" altLang="en-US" sz="3200" b="1" dirty="0">
              <a:solidFill>
                <a:schemeClr val="bg1"/>
              </a:solidFill>
              <a:latin typeface="华文楷体" panose="02010600040101010101" charset="-122"/>
              <a:ea typeface="华文楷体" panose="02010600040101010101" charset="-122"/>
              <a:cs typeface="+mn-ea"/>
              <a:sym typeface="+mn-lt"/>
            </a:endParaRPr>
          </a:p>
        </p:txBody>
      </p:sp>
      <p:sp>
        <p:nvSpPr>
          <p:cNvPr id="92" name="文本框 91"/>
          <p:cNvSpPr txBox="1"/>
          <p:nvPr/>
        </p:nvSpPr>
        <p:spPr>
          <a:xfrm>
            <a:off x="7325112" y="3828398"/>
            <a:ext cx="2851215" cy="583565"/>
          </a:xfrm>
          <a:prstGeom prst="rect">
            <a:avLst/>
          </a:prstGeom>
          <a:noFill/>
        </p:spPr>
        <p:txBody>
          <a:bodyPr wrap="square" rtlCol="0">
            <a:spAutoFit/>
          </a:bodyPr>
          <a:lstStyle/>
          <a:p>
            <a:pPr algn="just"/>
            <a:r>
              <a:rPr lang="zh-CN" altLang="en-US" sz="3200" b="1" dirty="0">
                <a:solidFill>
                  <a:schemeClr val="bg1"/>
                </a:solidFill>
                <a:latin typeface="华文楷体" panose="02010600040101010101" charset="-122"/>
                <a:ea typeface="华文楷体" panose="02010600040101010101" charset="-122"/>
                <a:cs typeface="+mn-ea"/>
                <a:sym typeface="+mn-lt"/>
              </a:rPr>
              <a:t>未来</a:t>
            </a:r>
            <a:r>
              <a:rPr lang="zh-CN" altLang="en-US" sz="3200" b="1" dirty="0">
                <a:solidFill>
                  <a:schemeClr val="bg1"/>
                </a:solidFill>
                <a:latin typeface="华文楷体" panose="02010600040101010101" charset="-122"/>
                <a:ea typeface="华文楷体" panose="02010600040101010101" charset="-122"/>
                <a:cs typeface="+mn-ea"/>
                <a:sym typeface="+mn-lt"/>
              </a:rPr>
              <a:t>展望</a:t>
            </a:r>
            <a:endParaRPr lang="zh-CN" altLang="en-US" sz="3200" b="1" dirty="0">
              <a:solidFill>
                <a:schemeClr val="bg1"/>
              </a:solidFill>
              <a:latin typeface="华文楷体" panose="02010600040101010101" charset="-122"/>
              <a:ea typeface="华文楷体" panose="02010600040101010101" charset="-122"/>
              <a:cs typeface="+mn-ea"/>
              <a:sym typeface="+mn-lt"/>
            </a:endParaRPr>
          </a:p>
        </p:txBody>
      </p:sp>
      <p:sp>
        <p:nvSpPr>
          <p:cNvPr id="97" name="椭圆 96"/>
          <p:cNvSpPr/>
          <p:nvPr/>
        </p:nvSpPr>
        <p:spPr>
          <a:xfrm>
            <a:off x="6330043" y="2258787"/>
            <a:ext cx="841828" cy="841828"/>
          </a:xfrm>
          <a:prstGeom prst="ellipse">
            <a:avLst/>
          </a:prstGeom>
          <a:gradFill flip="none" rotWithShape="1">
            <a:gsLst>
              <a:gs pos="38000">
                <a:srgbClr val="62EFFE"/>
              </a:gs>
              <a:gs pos="90000">
                <a:srgbClr val="02ECFE"/>
              </a:gs>
            </a:gsLst>
            <a:lin ang="54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400" dirty="0">
                <a:solidFill>
                  <a:schemeClr val="tx1">
                    <a:lumMod val="85000"/>
                    <a:lumOff val="15000"/>
                  </a:schemeClr>
                </a:solidFill>
                <a:latin typeface="思源黑体 CN Bold" panose="020B0800000000000000" pitchFamily="34" charset="-122"/>
                <a:ea typeface="思源黑体 CN Bold" panose="020B0800000000000000" pitchFamily="34" charset="-122"/>
                <a:cs typeface="+mn-ea"/>
              </a:rPr>
              <a:t>02</a:t>
            </a:r>
            <a:endParaRPr lang="zh-CN" altLang="en-US" sz="2400" dirty="0">
              <a:solidFill>
                <a:schemeClr val="tx1">
                  <a:lumMod val="85000"/>
                  <a:lumOff val="15000"/>
                </a:schemeClr>
              </a:solidFill>
              <a:latin typeface="思源黑体 CN Bold" panose="020B0800000000000000" pitchFamily="34" charset="-122"/>
              <a:ea typeface="思源黑体 CN Bold" panose="020B0800000000000000" pitchFamily="34" charset="-122"/>
              <a:cs typeface="+mn-ea"/>
            </a:endParaRPr>
          </a:p>
        </p:txBody>
      </p:sp>
      <p:sp>
        <p:nvSpPr>
          <p:cNvPr id="98" name="椭圆 97"/>
          <p:cNvSpPr/>
          <p:nvPr/>
        </p:nvSpPr>
        <p:spPr>
          <a:xfrm>
            <a:off x="1681843" y="2258787"/>
            <a:ext cx="841828" cy="841828"/>
          </a:xfrm>
          <a:prstGeom prst="ellipse">
            <a:avLst/>
          </a:prstGeom>
          <a:gradFill flip="none" rotWithShape="1">
            <a:gsLst>
              <a:gs pos="38000">
                <a:srgbClr val="62EFFE"/>
              </a:gs>
              <a:gs pos="90000">
                <a:srgbClr val="02ECFE"/>
              </a:gs>
            </a:gsLst>
            <a:lin ang="54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400" dirty="0">
                <a:solidFill>
                  <a:schemeClr val="tx1">
                    <a:lumMod val="85000"/>
                    <a:lumOff val="15000"/>
                  </a:schemeClr>
                </a:solidFill>
                <a:latin typeface="思源黑体 CN Bold" panose="020B0800000000000000" pitchFamily="34" charset="-122"/>
                <a:ea typeface="思源黑体 CN Bold" panose="020B0800000000000000" pitchFamily="34" charset="-122"/>
                <a:cs typeface="+mn-ea"/>
              </a:rPr>
              <a:t>01</a:t>
            </a:r>
            <a:endParaRPr lang="zh-CN" altLang="en-US" sz="2400" dirty="0">
              <a:solidFill>
                <a:schemeClr val="tx1">
                  <a:lumMod val="85000"/>
                  <a:lumOff val="15000"/>
                </a:schemeClr>
              </a:solidFill>
              <a:latin typeface="思源黑体 CN Bold" panose="020B0800000000000000" pitchFamily="34" charset="-122"/>
              <a:ea typeface="思源黑体 CN Bold" panose="020B0800000000000000" pitchFamily="34" charset="-122"/>
              <a:cs typeface="+mn-ea"/>
            </a:endParaRPr>
          </a:p>
        </p:txBody>
      </p:sp>
      <p:sp>
        <p:nvSpPr>
          <p:cNvPr id="99" name="椭圆 98"/>
          <p:cNvSpPr/>
          <p:nvPr/>
        </p:nvSpPr>
        <p:spPr>
          <a:xfrm>
            <a:off x="1681843" y="3759202"/>
            <a:ext cx="841828" cy="841828"/>
          </a:xfrm>
          <a:prstGeom prst="ellipse">
            <a:avLst/>
          </a:prstGeom>
          <a:gradFill flip="none" rotWithShape="1">
            <a:gsLst>
              <a:gs pos="38000">
                <a:srgbClr val="62EFFE"/>
              </a:gs>
              <a:gs pos="90000">
                <a:srgbClr val="02ECFE"/>
              </a:gs>
            </a:gsLst>
            <a:lin ang="54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400" dirty="0">
                <a:solidFill>
                  <a:schemeClr val="tx1">
                    <a:lumMod val="85000"/>
                    <a:lumOff val="15000"/>
                  </a:schemeClr>
                </a:solidFill>
                <a:latin typeface="思源黑体 CN Bold" panose="020B0800000000000000" pitchFamily="34" charset="-122"/>
                <a:ea typeface="思源黑体 CN Bold" panose="020B0800000000000000" pitchFamily="34" charset="-122"/>
                <a:cs typeface="+mn-ea"/>
              </a:rPr>
              <a:t>03</a:t>
            </a:r>
            <a:endParaRPr lang="zh-CN" altLang="en-US" sz="2400" dirty="0">
              <a:solidFill>
                <a:schemeClr val="tx1">
                  <a:lumMod val="85000"/>
                  <a:lumOff val="15000"/>
                </a:schemeClr>
              </a:solidFill>
              <a:latin typeface="思源黑体 CN Bold" panose="020B0800000000000000" pitchFamily="34" charset="-122"/>
              <a:ea typeface="思源黑体 CN Bold" panose="020B0800000000000000" pitchFamily="34" charset="-122"/>
              <a:cs typeface="+mn-ea"/>
            </a:endParaRPr>
          </a:p>
        </p:txBody>
      </p:sp>
      <p:sp>
        <p:nvSpPr>
          <p:cNvPr id="100" name="椭圆 99"/>
          <p:cNvSpPr/>
          <p:nvPr/>
        </p:nvSpPr>
        <p:spPr>
          <a:xfrm>
            <a:off x="6330043" y="3759202"/>
            <a:ext cx="841828" cy="841828"/>
          </a:xfrm>
          <a:prstGeom prst="ellipse">
            <a:avLst/>
          </a:prstGeom>
          <a:gradFill flip="none" rotWithShape="1">
            <a:gsLst>
              <a:gs pos="38000">
                <a:srgbClr val="62EFFE"/>
              </a:gs>
              <a:gs pos="90000">
                <a:srgbClr val="02ECFE"/>
              </a:gs>
            </a:gsLst>
            <a:lin ang="54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400" dirty="0">
                <a:solidFill>
                  <a:schemeClr val="tx1">
                    <a:lumMod val="85000"/>
                    <a:lumOff val="15000"/>
                  </a:schemeClr>
                </a:solidFill>
                <a:latin typeface="思源黑体 CN Bold" panose="020B0800000000000000" pitchFamily="34" charset="-122"/>
                <a:ea typeface="思源黑体 CN Bold" panose="020B0800000000000000" pitchFamily="34" charset="-122"/>
                <a:cs typeface="+mn-ea"/>
              </a:rPr>
              <a:t>04</a:t>
            </a:r>
            <a:endParaRPr lang="zh-CN" altLang="en-US" sz="2400" dirty="0">
              <a:solidFill>
                <a:schemeClr val="tx1">
                  <a:lumMod val="85000"/>
                  <a:lumOff val="15000"/>
                </a:schemeClr>
              </a:solidFill>
              <a:latin typeface="思源黑体 CN Bold" panose="020B0800000000000000" pitchFamily="34" charset="-122"/>
              <a:ea typeface="思源黑体 CN Bold" panose="020B0800000000000000" pitchFamily="34" charset="-122"/>
              <a:cs typeface="+mn-ea"/>
            </a:endParaRPr>
          </a:p>
        </p:txBody>
      </p:sp>
      <p:sp>
        <p:nvSpPr>
          <p:cNvPr id="9" name="文本框 8"/>
          <p:cNvSpPr txBox="1"/>
          <p:nvPr/>
        </p:nvSpPr>
        <p:spPr>
          <a:xfrm>
            <a:off x="9031605" y="569557"/>
            <a:ext cx="2705562" cy="337185"/>
          </a:xfrm>
          <a:prstGeom prst="rect">
            <a:avLst/>
          </a:prstGeom>
          <a:noFill/>
        </p:spPr>
        <p:txBody>
          <a:bodyPr wrap="square" rtlCol="0">
            <a:spAutoFit/>
          </a:bodyPr>
          <a:p>
            <a:pPr algn="dist"/>
            <a:r>
              <a:rPr lang="en-US" altLang="zh-CN" sz="1600" b="1" dirty="0">
                <a:solidFill>
                  <a:schemeClr val="bg1"/>
                </a:solidFill>
                <a:latin typeface="思源黑体 CN Normal" panose="020B0400000000000000" pitchFamily="34" charset="-122"/>
                <a:ea typeface="思源黑体 CN Normal" panose="020B0400000000000000" pitchFamily="34" charset="-122"/>
                <a:cs typeface="+mn-ea"/>
                <a:sym typeface="+mn-lt"/>
              </a:rPr>
              <a:t>2023Google</a:t>
            </a:r>
            <a:r>
              <a:rPr lang="zh-CN" altLang="en-US" sz="1600" b="1" dirty="0">
                <a:solidFill>
                  <a:schemeClr val="bg1"/>
                </a:solidFill>
                <a:latin typeface="思源黑体 CN Normal" panose="020B0400000000000000" pitchFamily="34" charset="-122"/>
                <a:ea typeface="思源黑体 CN Normal" panose="020B0400000000000000" pitchFamily="34" charset="-122"/>
                <a:cs typeface="+mn-ea"/>
                <a:sym typeface="+mn-lt"/>
              </a:rPr>
              <a:t>开发者大会</a:t>
            </a:r>
            <a:endParaRPr lang="zh-CN" altLang="en-US" sz="1600" b="1" dirty="0">
              <a:solidFill>
                <a:schemeClr val="bg1"/>
              </a:solidFill>
              <a:latin typeface="思源黑体 CN Normal" panose="020B0400000000000000" pitchFamily="34" charset="-122"/>
              <a:ea typeface="思源黑体 CN Normal" panose="020B0400000000000000" pitchFamily="34" charset="-122"/>
              <a:cs typeface="+mn-ea"/>
              <a:sym typeface="+mn-lt"/>
            </a:endParaRPr>
          </a:p>
        </p:txBody>
      </p:sp>
    </p:spTree>
  </p:cSld>
  <p:clrMapOvr>
    <a:masterClrMapping/>
  </p:clrMapOvr>
  <mc:AlternateContent xmlns:mc="http://schemas.openxmlformats.org/markup-compatibility/2006">
    <mc:Choice xmlns:p14="http://schemas.microsoft.com/office/powerpoint/2010/main" Requires="p14">
      <p:transition spd="slow" p14:dur="1600" advTm="5000">
        <p14:gallery dir="l"/>
      </p:transition>
    </mc:Choice>
    <mc:Fallback>
      <p:transition spd="slow" advTm="5000">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grpId="0" nodeType="withEffect">
                                  <p:stCondLst>
                                    <p:cond delay="0"/>
                                  </p:stCondLst>
                                  <p:childTnLst>
                                    <p:set>
                                      <p:cBhvr>
                                        <p:cTn id="6" dur="1" fill="hold">
                                          <p:stCondLst>
                                            <p:cond delay="0"/>
                                          </p:stCondLst>
                                        </p:cTn>
                                        <p:tgtEl>
                                          <p:spTgt spid="26"/>
                                        </p:tgtEl>
                                        <p:attrNameLst>
                                          <p:attrName>style.visibility</p:attrName>
                                        </p:attrNameLst>
                                      </p:cBhvr>
                                      <p:to>
                                        <p:strVal val="visible"/>
                                      </p:to>
                                    </p:set>
                                    <p:anim calcmode="lin" valueType="num">
                                      <p:cBhvr>
                                        <p:cTn id="7" dur="500" fill="hold"/>
                                        <p:tgtEl>
                                          <p:spTgt spid="26"/>
                                        </p:tgtEl>
                                        <p:attrNameLst>
                                          <p:attrName>ppt_w</p:attrName>
                                        </p:attrNameLst>
                                      </p:cBhvr>
                                      <p:tavLst>
                                        <p:tav tm="0">
                                          <p:val>
                                            <p:fltVal val="0"/>
                                          </p:val>
                                        </p:tav>
                                        <p:tav tm="100000">
                                          <p:val>
                                            <p:strVal val="#ppt_w"/>
                                          </p:val>
                                        </p:tav>
                                      </p:tavLst>
                                    </p:anim>
                                    <p:anim calcmode="lin" valueType="num">
                                      <p:cBhvr>
                                        <p:cTn id="8" dur="500" fill="hold"/>
                                        <p:tgtEl>
                                          <p:spTgt spid="26"/>
                                        </p:tgtEl>
                                        <p:attrNameLst>
                                          <p:attrName>ppt_h</p:attrName>
                                        </p:attrNameLst>
                                      </p:cBhvr>
                                      <p:tavLst>
                                        <p:tav tm="0">
                                          <p:val>
                                            <p:fltVal val="0"/>
                                          </p:val>
                                        </p:tav>
                                        <p:tav tm="100000">
                                          <p:val>
                                            <p:strVal val="#ppt_h"/>
                                          </p:val>
                                        </p:tav>
                                      </p:tavLst>
                                    </p:anim>
                                    <p:animEffect transition="in" filter="fade">
                                      <p:cBhvr>
                                        <p:cTn id="9" dur="500"/>
                                        <p:tgtEl>
                                          <p:spTgt spid="26"/>
                                        </p:tgtEl>
                                      </p:cBhvr>
                                    </p:animEffect>
                                  </p:childTnLst>
                                </p:cTn>
                              </p:par>
                              <p:par>
                                <p:cTn id="10" presetID="53" presetClass="entr" presetSubtype="16" fill="hold" nodeType="withEffect">
                                  <p:stCondLst>
                                    <p:cond delay="0"/>
                                  </p:stCondLst>
                                  <p:childTnLst>
                                    <p:set>
                                      <p:cBhvr>
                                        <p:cTn id="11" dur="1" fill="hold">
                                          <p:stCondLst>
                                            <p:cond delay="0"/>
                                          </p:stCondLst>
                                        </p:cTn>
                                        <p:tgtEl>
                                          <p:spTgt spid="38"/>
                                        </p:tgtEl>
                                        <p:attrNameLst>
                                          <p:attrName>style.visibility</p:attrName>
                                        </p:attrNameLst>
                                      </p:cBhvr>
                                      <p:to>
                                        <p:strVal val="visible"/>
                                      </p:to>
                                    </p:set>
                                    <p:anim calcmode="lin" valueType="num">
                                      <p:cBhvr>
                                        <p:cTn id="12" dur="500" fill="hold"/>
                                        <p:tgtEl>
                                          <p:spTgt spid="38"/>
                                        </p:tgtEl>
                                        <p:attrNameLst>
                                          <p:attrName>ppt_w</p:attrName>
                                        </p:attrNameLst>
                                      </p:cBhvr>
                                      <p:tavLst>
                                        <p:tav tm="0">
                                          <p:val>
                                            <p:fltVal val="0"/>
                                          </p:val>
                                        </p:tav>
                                        <p:tav tm="100000">
                                          <p:val>
                                            <p:strVal val="#ppt_w"/>
                                          </p:val>
                                        </p:tav>
                                      </p:tavLst>
                                    </p:anim>
                                    <p:anim calcmode="lin" valueType="num">
                                      <p:cBhvr>
                                        <p:cTn id="13" dur="500" fill="hold"/>
                                        <p:tgtEl>
                                          <p:spTgt spid="38"/>
                                        </p:tgtEl>
                                        <p:attrNameLst>
                                          <p:attrName>ppt_h</p:attrName>
                                        </p:attrNameLst>
                                      </p:cBhvr>
                                      <p:tavLst>
                                        <p:tav tm="0">
                                          <p:val>
                                            <p:fltVal val="0"/>
                                          </p:val>
                                        </p:tav>
                                        <p:tav tm="100000">
                                          <p:val>
                                            <p:strVal val="#ppt_h"/>
                                          </p:val>
                                        </p:tav>
                                      </p:tavLst>
                                    </p:anim>
                                    <p:animEffect transition="in" filter="fade">
                                      <p:cBhvr>
                                        <p:cTn id="14" dur="500"/>
                                        <p:tgtEl>
                                          <p:spTgt spid="38"/>
                                        </p:tgtEl>
                                      </p:cBhvr>
                                    </p:animEffect>
                                  </p:childTnLst>
                                </p:cTn>
                              </p:par>
                              <p:par>
                                <p:cTn id="15" presetID="22" presetClass="entr" presetSubtype="4" fill="hold" grpId="0" nodeType="withEffect">
                                  <p:stCondLst>
                                    <p:cond delay="0"/>
                                  </p:stCondLst>
                                  <p:childTnLst>
                                    <p:set>
                                      <p:cBhvr>
                                        <p:cTn id="16" dur="1" fill="hold">
                                          <p:stCondLst>
                                            <p:cond delay="0"/>
                                          </p:stCondLst>
                                        </p:cTn>
                                        <p:tgtEl>
                                          <p:spTgt spid="25"/>
                                        </p:tgtEl>
                                        <p:attrNameLst>
                                          <p:attrName>style.visibility</p:attrName>
                                        </p:attrNameLst>
                                      </p:cBhvr>
                                      <p:to>
                                        <p:strVal val="visible"/>
                                      </p:to>
                                    </p:set>
                                    <p:animEffect transition="in" filter="wipe(down)">
                                      <p:cBhvr>
                                        <p:cTn id="17" dur="500"/>
                                        <p:tgtEl>
                                          <p:spTgt spid="25"/>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24"/>
                                        </p:tgtEl>
                                        <p:attrNameLst>
                                          <p:attrName>style.visibility</p:attrName>
                                        </p:attrNameLst>
                                      </p:cBhvr>
                                      <p:to>
                                        <p:strVal val="visible"/>
                                      </p:to>
                                    </p:set>
                                    <p:animEffect transition="in" filter="fade">
                                      <p:cBhvr>
                                        <p:cTn id="22" dur="500"/>
                                        <p:tgtEl>
                                          <p:spTgt spid="24"/>
                                        </p:tgtEl>
                                      </p:cBhvr>
                                    </p:animEffect>
                                  </p:childTnLst>
                                </p:cTn>
                              </p:par>
                              <p:par>
                                <p:cTn id="23" presetID="10" presetClass="entr" presetSubtype="0" fill="hold" nodeType="withEffect">
                                  <p:stCondLst>
                                    <p:cond delay="0"/>
                                  </p:stCondLst>
                                  <p:childTnLst>
                                    <p:set>
                                      <p:cBhvr>
                                        <p:cTn id="24" dur="1" fill="hold">
                                          <p:stCondLst>
                                            <p:cond delay="0"/>
                                          </p:stCondLst>
                                        </p:cTn>
                                        <p:tgtEl>
                                          <p:spTgt spid="59"/>
                                        </p:tgtEl>
                                        <p:attrNameLst>
                                          <p:attrName>style.visibility</p:attrName>
                                        </p:attrNameLst>
                                      </p:cBhvr>
                                      <p:to>
                                        <p:strVal val="visible"/>
                                      </p:to>
                                    </p:set>
                                    <p:animEffect transition="in" filter="fade">
                                      <p:cBhvr>
                                        <p:cTn id="25" dur="500"/>
                                        <p:tgtEl>
                                          <p:spTgt spid="5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 grpId="0" animBg="1"/>
      <p:bldP spid="26" grpId="0" animBg="1"/>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8" name="组合 7"/>
          <p:cNvGrpSpPr/>
          <p:nvPr/>
        </p:nvGrpSpPr>
        <p:grpSpPr>
          <a:xfrm>
            <a:off x="-698500" y="-582990"/>
            <a:ext cx="13589000" cy="8023980"/>
            <a:chOff x="-863600" y="-584200"/>
            <a:chExt cx="13335000" cy="7874000"/>
          </a:xfrm>
          <a:solidFill>
            <a:srgbClr val="E6E6E6"/>
          </a:solidFill>
        </p:grpSpPr>
        <p:grpSp>
          <p:nvGrpSpPr>
            <p:cNvPr id="4" name="组合 3"/>
            <p:cNvGrpSpPr/>
            <p:nvPr/>
          </p:nvGrpSpPr>
          <p:grpSpPr>
            <a:xfrm>
              <a:off x="-863600" y="-584200"/>
              <a:ext cx="165100" cy="7874000"/>
              <a:chOff x="-863600" y="-584200"/>
              <a:chExt cx="165100" cy="7874000"/>
            </a:xfrm>
            <a:grpFill/>
          </p:grpSpPr>
          <p:sp>
            <p:nvSpPr>
              <p:cNvPr id="2" name="椭圆 1"/>
              <p:cNvSpPr/>
              <p:nvPr/>
            </p:nvSpPr>
            <p:spPr>
              <a:xfrm>
                <a:off x="-863600" y="-584200"/>
                <a:ext cx="165100" cy="165100"/>
              </a:xfrm>
              <a:prstGeom prst="ellipse">
                <a:avLst/>
              </a:prstGeom>
              <a:grp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椭圆 2"/>
              <p:cNvSpPr/>
              <p:nvPr/>
            </p:nvSpPr>
            <p:spPr>
              <a:xfrm>
                <a:off x="-863600" y="7124700"/>
                <a:ext cx="165100" cy="165100"/>
              </a:xfrm>
              <a:prstGeom prst="ellipse">
                <a:avLst/>
              </a:prstGeom>
              <a:grp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5" name="组合 4"/>
            <p:cNvGrpSpPr/>
            <p:nvPr/>
          </p:nvGrpSpPr>
          <p:grpSpPr>
            <a:xfrm>
              <a:off x="12306300" y="-584200"/>
              <a:ext cx="165100" cy="7874000"/>
              <a:chOff x="-863600" y="-584200"/>
              <a:chExt cx="165100" cy="7874000"/>
            </a:xfrm>
            <a:grpFill/>
          </p:grpSpPr>
          <p:sp>
            <p:nvSpPr>
              <p:cNvPr id="6" name="椭圆 5"/>
              <p:cNvSpPr/>
              <p:nvPr/>
            </p:nvSpPr>
            <p:spPr>
              <a:xfrm>
                <a:off x="-863600" y="-584200"/>
                <a:ext cx="165100" cy="165100"/>
              </a:xfrm>
              <a:prstGeom prst="ellipse">
                <a:avLst/>
              </a:prstGeom>
              <a:grp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椭圆 6"/>
              <p:cNvSpPr/>
              <p:nvPr/>
            </p:nvSpPr>
            <p:spPr>
              <a:xfrm>
                <a:off x="-863600" y="7124700"/>
                <a:ext cx="165100" cy="165100"/>
              </a:xfrm>
              <a:prstGeom prst="ellipse">
                <a:avLst/>
              </a:prstGeom>
              <a:grp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pic>
        <p:nvPicPr>
          <p:cNvPr id="12" name="图片 11"/>
          <p:cNvPicPr>
            <a:picLocks noChangeAspect="1"/>
          </p:cNvPicPr>
          <p:nvPr/>
        </p:nvPicPr>
        <p:blipFill>
          <a:blip r:embed="rId1">
            <a:extLst>
              <a:ext uri="{28A0092B-C50C-407E-A947-70E740481C1C}">
                <a14:useLocalDpi xmlns:a14="http://schemas.microsoft.com/office/drawing/2010/main" val="0"/>
              </a:ext>
            </a:extLst>
          </a:blip>
          <a:srcRect l="5923" t="413" r="5923" b="413"/>
          <a:stretch>
            <a:fillRect/>
          </a:stretch>
        </p:blipFill>
        <p:spPr>
          <a:xfrm>
            <a:off x="0" y="0"/>
            <a:ext cx="12192000" cy="6858000"/>
          </a:xfrm>
          <a:custGeom>
            <a:avLst/>
            <a:gdLst>
              <a:gd name="connsiteX0" fmla="*/ 0 w 12192000"/>
              <a:gd name="connsiteY0" fmla="*/ 0 h 6858000"/>
              <a:gd name="connsiteX1" fmla="*/ 12192000 w 12192000"/>
              <a:gd name="connsiteY1" fmla="*/ 0 h 6858000"/>
              <a:gd name="connsiteX2" fmla="*/ 12192000 w 12192000"/>
              <a:gd name="connsiteY2" fmla="*/ 6858000 h 6858000"/>
              <a:gd name="connsiteX3" fmla="*/ 0 w 12192000"/>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12192000" h="6858000">
                <a:moveTo>
                  <a:pt x="0" y="0"/>
                </a:moveTo>
                <a:lnTo>
                  <a:pt x="12192000" y="0"/>
                </a:lnTo>
                <a:lnTo>
                  <a:pt x="12192000" y="6858000"/>
                </a:lnTo>
                <a:lnTo>
                  <a:pt x="0" y="6858000"/>
                </a:lnTo>
                <a:close/>
              </a:path>
            </a:pathLst>
          </a:custGeom>
        </p:spPr>
      </p:pic>
      <p:pic>
        <p:nvPicPr>
          <p:cNvPr id="14" name="图片 1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64243" y="1001486"/>
            <a:ext cx="5127172" cy="4942114"/>
          </a:xfrm>
          <a:prstGeom prst="rect">
            <a:avLst/>
          </a:prstGeom>
        </p:spPr>
      </p:pic>
      <p:sp>
        <p:nvSpPr>
          <p:cNvPr id="20" name="文本框 19"/>
          <p:cNvSpPr txBox="1"/>
          <p:nvPr/>
        </p:nvSpPr>
        <p:spPr>
          <a:xfrm>
            <a:off x="6001221" y="2063349"/>
            <a:ext cx="5222404" cy="523220"/>
          </a:xfrm>
          <a:prstGeom prst="rect">
            <a:avLst/>
          </a:prstGeom>
          <a:noFill/>
        </p:spPr>
        <p:txBody>
          <a:bodyPr wrap="square" rtlCol="0">
            <a:spAutoFit/>
          </a:bodyPr>
          <a:lstStyle/>
          <a:p>
            <a:r>
              <a:rPr lang="en-US" altLang="zh-CN" sz="2800" dirty="0">
                <a:solidFill>
                  <a:schemeClr val="bg1"/>
                </a:solidFill>
                <a:latin typeface="三极正智黑简体" panose="00000500000000000000" pitchFamily="2" charset="-122"/>
                <a:ea typeface="三极正智黑简体" panose="00000500000000000000" pitchFamily="2" charset="-122"/>
                <a:cs typeface="+mn-ea"/>
                <a:sym typeface="+mn-lt"/>
              </a:rPr>
              <a:t>DATA  ANALYSIS  REPORT </a:t>
            </a:r>
            <a:endParaRPr lang="en-US" altLang="zh-CN" sz="2800" dirty="0">
              <a:solidFill>
                <a:schemeClr val="bg1"/>
              </a:solidFill>
              <a:latin typeface="三极正智黑简体" panose="00000500000000000000" pitchFamily="2" charset="-122"/>
              <a:ea typeface="三极正智黑简体" panose="00000500000000000000" pitchFamily="2" charset="-122"/>
              <a:cs typeface="+mn-ea"/>
              <a:sym typeface="+mn-lt"/>
            </a:endParaRPr>
          </a:p>
        </p:txBody>
      </p:sp>
      <p:sp>
        <p:nvSpPr>
          <p:cNvPr id="21" name="文本框 20"/>
          <p:cNvSpPr txBox="1"/>
          <p:nvPr/>
        </p:nvSpPr>
        <p:spPr>
          <a:xfrm>
            <a:off x="5922613" y="2644594"/>
            <a:ext cx="5644374" cy="1076325"/>
          </a:xfrm>
          <a:prstGeom prst="rect">
            <a:avLst/>
          </a:prstGeom>
          <a:noFill/>
        </p:spPr>
        <p:txBody>
          <a:bodyPr wrap="square" rtlCol="0">
            <a:spAutoFit/>
          </a:bodyPr>
          <a:lstStyle/>
          <a:p>
            <a:pPr algn="dist"/>
            <a:r>
              <a:rPr lang="zh-CN" altLang="en-US" sz="6400" b="1" dirty="0">
                <a:solidFill>
                  <a:schemeClr val="bg1"/>
                </a:solidFill>
                <a:latin typeface="华文楷体" panose="02010600040101010101" charset="-122"/>
                <a:ea typeface="华文楷体" panose="02010600040101010101" charset="-122"/>
                <a:cs typeface="+mn-ea"/>
                <a:sym typeface="+mn-lt"/>
              </a:rPr>
              <a:t>现状分析</a:t>
            </a:r>
            <a:endParaRPr lang="zh-CN" altLang="en-US" sz="6400" dirty="0">
              <a:solidFill>
                <a:schemeClr val="bg1"/>
              </a:solidFill>
              <a:latin typeface="三极正智黑简体" panose="00000500000000000000" pitchFamily="2" charset="-122"/>
              <a:ea typeface="三极正智黑简体" panose="00000500000000000000" pitchFamily="2" charset="-122"/>
              <a:cs typeface="+mn-ea"/>
              <a:sym typeface="+mn-lt"/>
            </a:endParaRPr>
          </a:p>
        </p:txBody>
      </p:sp>
      <p:sp>
        <p:nvSpPr>
          <p:cNvPr id="23" name="PA-文本框 88"/>
          <p:cNvSpPr txBox="1"/>
          <p:nvPr>
            <p:custDataLst>
              <p:tags r:id="rId3"/>
            </p:custDataLst>
          </p:nvPr>
        </p:nvSpPr>
        <p:spPr>
          <a:xfrm>
            <a:off x="6079692" y="3925277"/>
            <a:ext cx="4049919" cy="802848"/>
          </a:xfrm>
          <a:prstGeom prst="rect">
            <a:avLst/>
          </a:prstGeom>
          <a:noFill/>
        </p:spPr>
        <p:txBody>
          <a:bodyPr wrap="square" lIns="0" tIns="0" rIns="0" bIns="0" rtlCol="0">
            <a:spAutoFit/>
          </a:bodyPr>
          <a:lstStyle/>
          <a:p>
            <a:pPr hangingPunct="0">
              <a:lnSpc>
                <a:spcPct val="150000"/>
              </a:lnSpc>
            </a:pPr>
            <a:r>
              <a:rPr lang="en-US" altLang="zh-CN" sz="1200" dirty="0">
                <a:solidFill>
                  <a:schemeClr val="bg1">
                    <a:alpha val="80000"/>
                  </a:schemeClr>
                </a:solidFill>
                <a:cs typeface="+mn-ea"/>
                <a:sym typeface="+mn-lt"/>
              </a:rPr>
              <a:t>Click here to enter your text, change the color or size of the text. You can also format the appropriate text and adjust the line spacing of the text. </a:t>
            </a:r>
            <a:endParaRPr lang="en-US" altLang="zh-CN" sz="1200" dirty="0">
              <a:solidFill>
                <a:schemeClr val="bg1">
                  <a:alpha val="80000"/>
                </a:schemeClr>
              </a:solidFill>
              <a:cs typeface="+mn-ea"/>
              <a:sym typeface="+mn-lt"/>
            </a:endParaRPr>
          </a:p>
        </p:txBody>
      </p:sp>
      <p:sp>
        <p:nvSpPr>
          <p:cNvPr id="25" name="任意多边形: 形状 24"/>
          <p:cNvSpPr/>
          <p:nvPr/>
        </p:nvSpPr>
        <p:spPr>
          <a:xfrm>
            <a:off x="11328401" y="4965700"/>
            <a:ext cx="396593" cy="816428"/>
          </a:xfrm>
          <a:custGeom>
            <a:avLst/>
            <a:gdLst>
              <a:gd name="connsiteX0" fmla="*/ 452944 w 477264"/>
              <a:gd name="connsiteY0" fmla="*/ 933858 h 982498"/>
              <a:gd name="connsiteX1" fmla="*/ 477264 w 477264"/>
              <a:gd name="connsiteY1" fmla="*/ 958178 h 982498"/>
              <a:gd name="connsiteX2" fmla="*/ 452944 w 477264"/>
              <a:gd name="connsiteY2" fmla="*/ 982498 h 982498"/>
              <a:gd name="connsiteX3" fmla="*/ 428624 w 477264"/>
              <a:gd name="connsiteY3" fmla="*/ 958178 h 982498"/>
              <a:gd name="connsiteX4" fmla="*/ 452944 w 477264"/>
              <a:gd name="connsiteY4" fmla="*/ 933858 h 982498"/>
              <a:gd name="connsiteX5" fmla="*/ 345788 w 477264"/>
              <a:gd name="connsiteY5" fmla="*/ 933858 h 982498"/>
              <a:gd name="connsiteX6" fmla="*/ 370108 w 477264"/>
              <a:gd name="connsiteY6" fmla="*/ 958178 h 982498"/>
              <a:gd name="connsiteX7" fmla="*/ 345788 w 477264"/>
              <a:gd name="connsiteY7" fmla="*/ 982498 h 982498"/>
              <a:gd name="connsiteX8" fmla="*/ 321468 w 477264"/>
              <a:gd name="connsiteY8" fmla="*/ 958178 h 982498"/>
              <a:gd name="connsiteX9" fmla="*/ 345788 w 477264"/>
              <a:gd name="connsiteY9" fmla="*/ 933858 h 982498"/>
              <a:gd name="connsiteX10" fmla="*/ 238632 w 477264"/>
              <a:gd name="connsiteY10" fmla="*/ 933858 h 982498"/>
              <a:gd name="connsiteX11" fmla="*/ 262952 w 477264"/>
              <a:gd name="connsiteY11" fmla="*/ 958178 h 982498"/>
              <a:gd name="connsiteX12" fmla="*/ 238632 w 477264"/>
              <a:gd name="connsiteY12" fmla="*/ 982498 h 982498"/>
              <a:gd name="connsiteX13" fmla="*/ 214312 w 477264"/>
              <a:gd name="connsiteY13" fmla="*/ 958178 h 982498"/>
              <a:gd name="connsiteX14" fmla="*/ 238632 w 477264"/>
              <a:gd name="connsiteY14" fmla="*/ 933858 h 982498"/>
              <a:gd name="connsiteX15" fmla="*/ 131476 w 477264"/>
              <a:gd name="connsiteY15" fmla="*/ 933858 h 982498"/>
              <a:gd name="connsiteX16" fmla="*/ 155796 w 477264"/>
              <a:gd name="connsiteY16" fmla="*/ 958178 h 982498"/>
              <a:gd name="connsiteX17" fmla="*/ 131476 w 477264"/>
              <a:gd name="connsiteY17" fmla="*/ 982498 h 982498"/>
              <a:gd name="connsiteX18" fmla="*/ 107156 w 477264"/>
              <a:gd name="connsiteY18" fmla="*/ 958178 h 982498"/>
              <a:gd name="connsiteX19" fmla="*/ 131476 w 477264"/>
              <a:gd name="connsiteY19" fmla="*/ 933858 h 982498"/>
              <a:gd name="connsiteX20" fmla="*/ 24320 w 477264"/>
              <a:gd name="connsiteY20" fmla="*/ 933858 h 982498"/>
              <a:gd name="connsiteX21" fmla="*/ 48640 w 477264"/>
              <a:gd name="connsiteY21" fmla="*/ 958178 h 982498"/>
              <a:gd name="connsiteX22" fmla="*/ 24320 w 477264"/>
              <a:gd name="connsiteY22" fmla="*/ 982498 h 982498"/>
              <a:gd name="connsiteX23" fmla="*/ 0 w 477264"/>
              <a:gd name="connsiteY23" fmla="*/ 958178 h 982498"/>
              <a:gd name="connsiteX24" fmla="*/ 24320 w 477264"/>
              <a:gd name="connsiteY24" fmla="*/ 933858 h 982498"/>
              <a:gd name="connsiteX25" fmla="*/ 452944 w 477264"/>
              <a:gd name="connsiteY25" fmla="*/ 778215 h 982498"/>
              <a:gd name="connsiteX26" fmla="*/ 477264 w 477264"/>
              <a:gd name="connsiteY26" fmla="*/ 802535 h 982498"/>
              <a:gd name="connsiteX27" fmla="*/ 452944 w 477264"/>
              <a:gd name="connsiteY27" fmla="*/ 826855 h 982498"/>
              <a:gd name="connsiteX28" fmla="*/ 428624 w 477264"/>
              <a:gd name="connsiteY28" fmla="*/ 802535 h 982498"/>
              <a:gd name="connsiteX29" fmla="*/ 452944 w 477264"/>
              <a:gd name="connsiteY29" fmla="*/ 778215 h 982498"/>
              <a:gd name="connsiteX30" fmla="*/ 345788 w 477264"/>
              <a:gd name="connsiteY30" fmla="*/ 778215 h 982498"/>
              <a:gd name="connsiteX31" fmla="*/ 370108 w 477264"/>
              <a:gd name="connsiteY31" fmla="*/ 802535 h 982498"/>
              <a:gd name="connsiteX32" fmla="*/ 345788 w 477264"/>
              <a:gd name="connsiteY32" fmla="*/ 826855 h 982498"/>
              <a:gd name="connsiteX33" fmla="*/ 321468 w 477264"/>
              <a:gd name="connsiteY33" fmla="*/ 802535 h 982498"/>
              <a:gd name="connsiteX34" fmla="*/ 345788 w 477264"/>
              <a:gd name="connsiteY34" fmla="*/ 778215 h 982498"/>
              <a:gd name="connsiteX35" fmla="*/ 238632 w 477264"/>
              <a:gd name="connsiteY35" fmla="*/ 778215 h 982498"/>
              <a:gd name="connsiteX36" fmla="*/ 262952 w 477264"/>
              <a:gd name="connsiteY36" fmla="*/ 802535 h 982498"/>
              <a:gd name="connsiteX37" fmla="*/ 238632 w 477264"/>
              <a:gd name="connsiteY37" fmla="*/ 826855 h 982498"/>
              <a:gd name="connsiteX38" fmla="*/ 214312 w 477264"/>
              <a:gd name="connsiteY38" fmla="*/ 802535 h 982498"/>
              <a:gd name="connsiteX39" fmla="*/ 238632 w 477264"/>
              <a:gd name="connsiteY39" fmla="*/ 778215 h 982498"/>
              <a:gd name="connsiteX40" fmla="*/ 131476 w 477264"/>
              <a:gd name="connsiteY40" fmla="*/ 778215 h 982498"/>
              <a:gd name="connsiteX41" fmla="*/ 155796 w 477264"/>
              <a:gd name="connsiteY41" fmla="*/ 802535 h 982498"/>
              <a:gd name="connsiteX42" fmla="*/ 131476 w 477264"/>
              <a:gd name="connsiteY42" fmla="*/ 826855 h 982498"/>
              <a:gd name="connsiteX43" fmla="*/ 107156 w 477264"/>
              <a:gd name="connsiteY43" fmla="*/ 802535 h 982498"/>
              <a:gd name="connsiteX44" fmla="*/ 131476 w 477264"/>
              <a:gd name="connsiteY44" fmla="*/ 778215 h 982498"/>
              <a:gd name="connsiteX45" fmla="*/ 24320 w 477264"/>
              <a:gd name="connsiteY45" fmla="*/ 778215 h 982498"/>
              <a:gd name="connsiteX46" fmla="*/ 48640 w 477264"/>
              <a:gd name="connsiteY46" fmla="*/ 802535 h 982498"/>
              <a:gd name="connsiteX47" fmla="*/ 24320 w 477264"/>
              <a:gd name="connsiteY47" fmla="*/ 826855 h 982498"/>
              <a:gd name="connsiteX48" fmla="*/ 0 w 477264"/>
              <a:gd name="connsiteY48" fmla="*/ 802535 h 982498"/>
              <a:gd name="connsiteX49" fmla="*/ 24320 w 477264"/>
              <a:gd name="connsiteY49" fmla="*/ 778215 h 982498"/>
              <a:gd name="connsiteX50" fmla="*/ 452944 w 477264"/>
              <a:gd name="connsiteY50" fmla="*/ 622572 h 982498"/>
              <a:gd name="connsiteX51" fmla="*/ 477264 w 477264"/>
              <a:gd name="connsiteY51" fmla="*/ 646892 h 982498"/>
              <a:gd name="connsiteX52" fmla="*/ 452944 w 477264"/>
              <a:gd name="connsiteY52" fmla="*/ 671212 h 982498"/>
              <a:gd name="connsiteX53" fmla="*/ 428624 w 477264"/>
              <a:gd name="connsiteY53" fmla="*/ 646892 h 982498"/>
              <a:gd name="connsiteX54" fmla="*/ 452944 w 477264"/>
              <a:gd name="connsiteY54" fmla="*/ 622572 h 982498"/>
              <a:gd name="connsiteX55" fmla="*/ 345788 w 477264"/>
              <a:gd name="connsiteY55" fmla="*/ 622572 h 982498"/>
              <a:gd name="connsiteX56" fmla="*/ 370108 w 477264"/>
              <a:gd name="connsiteY56" fmla="*/ 646892 h 982498"/>
              <a:gd name="connsiteX57" fmla="*/ 345788 w 477264"/>
              <a:gd name="connsiteY57" fmla="*/ 671212 h 982498"/>
              <a:gd name="connsiteX58" fmla="*/ 321468 w 477264"/>
              <a:gd name="connsiteY58" fmla="*/ 646892 h 982498"/>
              <a:gd name="connsiteX59" fmla="*/ 345788 w 477264"/>
              <a:gd name="connsiteY59" fmla="*/ 622572 h 982498"/>
              <a:gd name="connsiteX60" fmla="*/ 238632 w 477264"/>
              <a:gd name="connsiteY60" fmla="*/ 622572 h 982498"/>
              <a:gd name="connsiteX61" fmla="*/ 262952 w 477264"/>
              <a:gd name="connsiteY61" fmla="*/ 646892 h 982498"/>
              <a:gd name="connsiteX62" fmla="*/ 238632 w 477264"/>
              <a:gd name="connsiteY62" fmla="*/ 671212 h 982498"/>
              <a:gd name="connsiteX63" fmla="*/ 214312 w 477264"/>
              <a:gd name="connsiteY63" fmla="*/ 646892 h 982498"/>
              <a:gd name="connsiteX64" fmla="*/ 238632 w 477264"/>
              <a:gd name="connsiteY64" fmla="*/ 622572 h 982498"/>
              <a:gd name="connsiteX65" fmla="*/ 131476 w 477264"/>
              <a:gd name="connsiteY65" fmla="*/ 622572 h 982498"/>
              <a:gd name="connsiteX66" fmla="*/ 155796 w 477264"/>
              <a:gd name="connsiteY66" fmla="*/ 646892 h 982498"/>
              <a:gd name="connsiteX67" fmla="*/ 131476 w 477264"/>
              <a:gd name="connsiteY67" fmla="*/ 671212 h 982498"/>
              <a:gd name="connsiteX68" fmla="*/ 107156 w 477264"/>
              <a:gd name="connsiteY68" fmla="*/ 646892 h 982498"/>
              <a:gd name="connsiteX69" fmla="*/ 131476 w 477264"/>
              <a:gd name="connsiteY69" fmla="*/ 622572 h 982498"/>
              <a:gd name="connsiteX70" fmla="*/ 24320 w 477264"/>
              <a:gd name="connsiteY70" fmla="*/ 622572 h 982498"/>
              <a:gd name="connsiteX71" fmla="*/ 48640 w 477264"/>
              <a:gd name="connsiteY71" fmla="*/ 646892 h 982498"/>
              <a:gd name="connsiteX72" fmla="*/ 24320 w 477264"/>
              <a:gd name="connsiteY72" fmla="*/ 671212 h 982498"/>
              <a:gd name="connsiteX73" fmla="*/ 0 w 477264"/>
              <a:gd name="connsiteY73" fmla="*/ 646892 h 982498"/>
              <a:gd name="connsiteX74" fmla="*/ 24320 w 477264"/>
              <a:gd name="connsiteY74" fmla="*/ 622572 h 982498"/>
              <a:gd name="connsiteX75" fmla="*/ 24320 w 477264"/>
              <a:gd name="connsiteY75" fmla="*/ 466929 h 982498"/>
              <a:gd name="connsiteX76" fmla="*/ 48640 w 477264"/>
              <a:gd name="connsiteY76" fmla="*/ 491249 h 982498"/>
              <a:gd name="connsiteX77" fmla="*/ 24320 w 477264"/>
              <a:gd name="connsiteY77" fmla="*/ 515569 h 982498"/>
              <a:gd name="connsiteX78" fmla="*/ 0 w 477264"/>
              <a:gd name="connsiteY78" fmla="*/ 491249 h 982498"/>
              <a:gd name="connsiteX79" fmla="*/ 24320 w 477264"/>
              <a:gd name="connsiteY79" fmla="*/ 466929 h 982498"/>
              <a:gd name="connsiteX80" fmla="*/ 131476 w 477264"/>
              <a:gd name="connsiteY80" fmla="*/ 466929 h 982498"/>
              <a:gd name="connsiteX81" fmla="*/ 155796 w 477264"/>
              <a:gd name="connsiteY81" fmla="*/ 491249 h 982498"/>
              <a:gd name="connsiteX82" fmla="*/ 131476 w 477264"/>
              <a:gd name="connsiteY82" fmla="*/ 515569 h 982498"/>
              <a:gd name="connsiteX83" fmla="*/ 107156 w 477264"/>
              <a:gd name="connsiteY83" fmla="*/ 491249 h 982498"/>
              <a:gd name="connsiteX84" fmla="*/ 131476 w 477264"/>
              <a:gd name="connsiteY84" fmla="*/ 466929 h 982498"/>
              <a:gd name="connsiteX85" fmla="*/ 238632 w 477264"/>
              <a:gd name="connsiteY85" fmla="*/ 466929 h 982498"/>
              <a:gd name="connsiteX86" fmla="*/ 262952 w 477264"/>
              <a:gd name="connsiteY86" fmla="*/ 491249 h 982498"/>
              <a:gd name="connsiteX87" fmla="*/ 238632 w 477264"/>
              <a:gd name="connsiteY87" fmla="*/ 515569 h 982498"/>
              <a:gd name="connsiteX88" fmla="*/ 214312 w 477264"/>
              <a:gd name="connsiteY88" fmla="*/ 491249 h 982498"/>
              <a:gd name="connsiteX89" fmla="*/ 238632 w 477264"/>
              <a:gd name="connsiteY89" fmla="*/ 466929 h 982498"/>
              <a:gd name="connsiteX90" fmla="*/ 345788 w 477264"/>
              <a:gd name="connsiteY90" fmla="*/ 466929 h 982498"/>
              <a:gd name="connsiteX91" fmla="*/ 370108 w 477264"/>
              <a:gd name="connsiteY91" fmla="*/ 491249 h 982498"/>
              <a:gd name="connsiteX92" fmla="*/ 345788 w 477264"/>
              <a:gd name="connsiteY92" fmla="*/ 515569 h 982498"/>
              <a:gd name="connsiteX93" fmla="*/ 321468 w 477264"/>
              <a:gd name="connsiteY93" fmla="*/ 491249 h 982498"/>
              <a:gd name="connsiteX94" fmla="*/ 345788 w 477264"/>
              <a:gd name="connsiteY94" fmla="*/ 466929 h 982498"/>
              <a:gd name="connsiteX95" fmla="*/ 452944 w 477264"/>
              <a:gd name="connsiteY95" fmla="*/ 466929 h 982498"/>
              <a:gd name="connsiteX96" fmla="*/ 477264 w 477264"/>
              <a:gd name="connsiteY96" fmla="*/ 491249 h 982498"/>
              <a:gd name="connsiteX97" fmla="*/ 452944 w 477264"/>
              <a:gd name="connsiteY97" fmla="*/ 515569 h 982498"/>
              <a:gd name="connsiteX98" fmla="*/ 428624 w 477264"/>
              <a:gd name="connsiteY98" fmla="*/ 491249 h 982498"/>
              <a:gd name="connsiteX99" fmla="*/ 452944 w 477264"/>
              <a:gd name="connsiteY99" fmla="*/ 466929 h 982498"/>
              <a:gd name="connsiteX100" fmla="*/ 24320 w 477264"/>
              <a:gd name="connsiteY100" fmla="*/ 311287 h 982498"/>
              <a:gd name="connsiteX101" fmla="*/ 48640 w 477264"/>
              <a:gd name="connsiteY101" fmla="*/ 335607 h 982498"/>
              <a:gd name="connsiteX102" fmla="*/ 24320 w 477264"/>
              <a:gd name="connsiteY102" fmla="*/ 359926 h 982498"/>
              <a:gd name="connsiteX103" fmla="*/ 0 w 477264"/>
              <a:gd name="connsiteY103" fmla="*/ 335607 h 982498"/>
              <a:gd name="connsiteX104" fmla="*/ 24320 w 477264"/>
              <a:gd name="connsiteY104" fmla="*/ 311287 h 982498"/>
              <a:gd name="connsiteX105" fmla="*/ 131476 w 477264"/>
              <a:gd name="connsiteY105" fmla="*/ 311286 h 982498"/>
              <a:gd name="connsiteX106" fmla="*/ 155796 w 477264"/>
              <a:gd name="connsiteY106" fmla="*/ 335606 h 982498"/>
              <a:gd name="connsiteX107" fmla="*/ 131476 w 477264"/>
              <a:gd name="connsiteY107" fmla="*/ 359926 h 982498"/>
              <a:gd name="connsiteX108" fmla="*/ 107156 w 477264"/>
              <a:gd name="connsiteY108" fmla="*/ 335606 h 982498"/>
              <a:gd name="connsiteX109" fmla="*/ 131476 w 477264"/>
              <a:gd name="connsiteY109" fmla="*/ 311286 h 982498"/>
              <a:gd name="connsiteX110" fmla="*/ 238632 w 477264"/>
              <a:gd name="connsiteY110" fmla="*/ 311286 h 982498"/>
              <a:gd name="connsiteX111" fmla="*/ 262952 w 477264"/>
              <a:gd name="connsiteY111" fmla="*/ 335606 h 982498"/>
              <a:gd name="connsiteX112" fmla="*/ 238632 w 477264"/>
              <a:gd name="connsiteY112" fmla="*/ 359926 h 982498"/>
              <a:gd name="connsiteX113" fmla="*/ 214312 w 477264"/>
              <a:gd name="connsiteY113" fmla="*/ 335606 h 982498"/>
              <a:gd name="connsiteX114" fmla="*/ 238632 w 477264"/>
              <a:gd name="connsiteY114" fmla="*/ 311286 h 982498"/>
              <a:gd name="connsiteX115" fmla="*/ 345788 w 477264"/>
              <a:gd name="connsiteY115" fmla="*/ 311286 h 982498"/>
              <a:gd name="connsiteX116" fmla="*/ 370108 w 477264"/>
              <a:gd name="connsiteY116" fmla="*/ 335606 h 982498"/>
              <a:gd name="connsiteX117" fmla="*/ 345788 w 477264"/>
              <a:gd name="connsiteY117" fmla="*/ 359926 h 982498"/>
              <a:gd name="connsiteX118" fmla="*/ 321468 w 477264"/>
              <a:gd name="connsiteY118" fmla="*/ 335606 h 982498"/>
              <a:gd name="connsiteX119" fmla="*/ 345788 w 477264"/>
              <a:gd name="connsiteY119" fmla="*/ 311286 h 982498"/>
              <a:gd name="connsiteX120" fmla="*/ 452944 w 477264"/>
              <a:gd name="connsiteY120" fmla="*/ 311286 h 982498"/>
              <a:gd name="connsiteX121" fmla="*/ 477264 w 477264"/>
              <a:gd name="connsiteY121" fmla="*/ 335606 h 982498"/>
              <a:gd name="connsiteX122" fmla="*/ 452944 w 477264"/>
              <a:gd name="connsiteY122" fmla="*/ 359926 h 982498"/>
              <a:gd name="connsiteX123" fmla="*/ 428624 w 477264"/>
              <a:gd name="connsiteY123" fmla="*/ 335606 h 982498"/>
              <a:gd name="connsiteX124" fmla="*/ 452944 w 477264"/>
              <a:gd name="connsiteY124" fmla="*/ 311286 h 982498"/>
              <a:gd name="connsiteX125" fmla="*/ 24320 w 477264"/>
              <a:gd name="connsiteY125" fmla="*/ 155643 h 982498"/>
              <a:gd name="connsiteX126" fmla="*/ 48640 w 477264"/>
              <a:gd name="connsiteY126" fmla="*/ 179963 h 982498"/>
              <a:gd name="connsiteX127" fmla="*/ 24320 w 477264"/>
              <a:gd name="connsiteY127" fmla="*/ 204283 h 982498"/>
              <a:gd name="connsiteX128" fmla="*/ 0 w 477264"/>
              <a:gd name="connsiteY128" fmla="*/ 179963 h 982498"/>
              <a:gd name="connsiteX129" fmla="*/ 24320 w 477264"/>
              <a:gd name="connsiteY129" fmla="*/ 155643 h 982498"/>
              <a:gd name="connsiteX130" fmla="*/ 131476 w 477264"/>
              <a:gd name="connsiteY130" fmla="*/ 155643 h 982498"/>
              <a:gd name="connsiteX131" fmla="*/ 155796 w 477264"/>
              <a:gd name="connsiteY131" fmla="*/ 179963 h 982498"/>
              <a:gd name="connsiteX132" fmla="*/ 131476 w 477264"/>
              <a:gd name="connsiteY132" fmla="*/ 204283 h 982498"/>
              <a:gd name="connsiteX133" fmla="*/ 107156 w 477264"/>
              <a:gd name="connsiteY133" fmla="*/ 179963 h 982498"/>
              <a:gd name="connsiteX134" fmla="*/ 131476 w 477264"/>
              <a:gd name="connsiteY134" fmla="*/ 155643 h 982498"/>
              <a:gd name="connsiteX135" fmla="*/ 238632 w 477264"/>
              <a:gd name="connsiteY135" fmla="*/ 155643 h 982498"/>
              <a:gd name="connsiteX136" fmla="*/ 262952 w 477264"/>
              <a:gd name="connsiteY136" fmla="*/ 179963 h 982498"/>
              <a:gd name="connsiteX137" fmla="*/ 238632 w 477264"/>
              <a:gd name="connsiteY137" fmla="*/ 204283 h 982498"/>
              <a:gd name="connsiteX138" fmla="*/ 214312 w 477264"/>
              <a:gd name="connsiteY138" fmla="*/ 179963 h 982498"/>
              <a:gd name="connsiteX139" fmla="*/ 238632 w 477264"/>
              <a:gd name="connsiteY139" fmla="*/ 155643 h 982498"/>
              <a:gd name="connsiteX140" fmla="*/ 345788 w 477264"/>
              <a:gd name="connsiteY140" fmla="*/ 155643 h 982498"/>
              <a:gd name="connsiteX141" fmla="*/ 370108 w 477264"/>
              <a:gd name="connsiteY141" fmla="*/ 179963 h 982498"/>
              <a:gd name="connsiteX142" fmla="*/ 345788 w 477264"/>
              <a:gd name="connsiteY142" fmla="*/ 204283 h 982498"/>
              <a:gd name="connsiteX143" fmla="*/ 321468 w 477264"/>
              <a:gd name="connsiteY143" fmla="*/ 179963 h 982498"/>
              <a:gd name="connsiteX144" fmla="*/ 345788 w 477264"/>
              <a:gd name="connsiteY144" fmla="*/ 155643 h 982498"/>
              <a:gd name="connsiteX145" fmla="*/ 452944 w 477264"/>
              <a:gd name="connsiteY145" fmla="*/ 155643 h 982498"/>
              <a:gd name="connsiteX146" fmla="*/ 477264 w 477264"/>
              <a:gd name="connsiteY146" fmla="*/ 179963 h 982498"/>
              <a:gd name="connsiteX147" fmla="*/ 452944 w 477264"/>
              <a:gd name="connsiteY147" fmla="*/ 204283 h 982498"/>
              <a:gd name="connsiteX148" fmla="*/ 428624 w 477264"/>
              <a:gd name="connsiteY148" fmla="*/ 179963 h 982498"/>
              <a:gd name="connsiteX149" fmla="*/ 452944 w 477264"/>
              <a:gd name="connsiteY149" fmla="*/ 155643 h 982498"/>
              <a:gd name="connsiteX150" fmla="*/ 452944 w 477264"/>
              <a:gd name="connsiteY150" fmla="*/ 0 h 982498"/>
              <a:gd name="connsiteX151" fmla="*/ 477264 w 477264"/>
              <a:gd name="connsiteY151" fmla="*/ 24320 h 982498"/>
              <a:gd name="connsiteX152" fmla="*/ 452944 w 477264"/>
              <a:gd name="connsiteY152" fmla="*/ 48640 h 982498"/>
              <a:gd name="connsiteX153" fmla="*/ 428624 w 477264"/>
              <a:gd name="connsiteY153" fmla="*/ 24320 h 982498"/>
              <a:gd name="connsiteX154" fmla="*/ 452944 w 477264"/>
              <a:gd name="connsiteY154" fmla="*/ 0 h 982498"/>
              <a:gd name="connsiteX155" fmla="*/ 345788 w 477264"/>
              <a:gd name="connsiteY155" fmla="*/ 0 h 982498"/>
              <a:gd name="connsiteX156" fmla="*/ 370108 w 477264"/>
              <a:gd name="connsiteY156" fmla="*/ 24320 h 982498"/>
              <a:gd name="connsiteX157" fmla="*/ 345788 w 477264"/>
              <a:gd name="connsiteY157" fmla="*/ 48640 h 982498"/>
              <a:gd name="connsiteX158" fmla="*/ 321468 w 477264"/>
              <a:gd name="connsiteY158" fmla="*/ 24320 h 982498"/>
              <a:gd name="connsiteX159" fmla="*/ 345788 w 477264"/>
              <a:gd name="connsiteY159" fmla="*/ 0 h 982498"/>
              <a:gd name="connsiteX160" fmla="*/ 238632 w 477264"/>
              <a:gd name="connsiteY160" fmla="*/ 0 h 982498"/>
              <a:gd name="connsiteX161" fmla="*/ 262952 w 477264"/>
              <a:gd name="connsiteY161" fmla="*/ 24320 h 982498"/>
              <a:gd name="connsiteX162" fmla="*/ 238632 w 477264"/>
              <a:gd name="connsiteY162" fmla="*/ 48640 h 982498"/>
              <a:gd name="connsiteX163" fmla="*/ 214312 w 477264"/>
              <a:gd name="connsiteY163" fmla="*/ 24320 h 982498"/>
              <a:gd name="connsiteX164" fmla="*/ 238632 w 477264"/>
              <a:gd name="connsiteY164" fmla="*/ 0 h 982498"/>
              <a:gd name="connsiteX165" fmla="*/ 131476 w 477264"/>
              <a:gd name="connsiteY165" fmla="*/ 0 h 982498"/>
              <a:gd name="connsiteX166" fmla="*/ 155796 w 477264"/>
              <a:gd name="connsiteY166" fmla="*/ 24320 h 982498"/>
              <a:gd name="connsiteX167" fmla="*/ 131476 w 477264"/>
              <a:gd name="connsiteY167" fmla="*/ 48640 h 982498"/>
              <a:gd name="connsiteX168" fmla="*/ 107156 w 477264"/>
              <a:gd name="connsiteY168" fmla="*/ 24320 h 982498"/>
              <a:gd name="connsiteX169" fmla="*/ 131476 w 477264"/>
              <a:gd name="connsiteY169" fmla="*/ 0 h 982498"/>
              <a:gd name="connsiteX170" fmla="*/ 24320 w 477264"/>
              <a:gd name="connsiteY170" fmla="*/ 0 h 982498"/>
              <a:gd name="connsiteX171" fmla="*/ 48640 w 477264"/>
              <a:gd name="connsiteY171" fmla="*/ 24320 h 982498"/>
              <a:gd name="connsiteX172" fmla="*/ 24320 w 477264"/>
              <a:gd name="connsiteY172" fmla="*/ 48640 h 982498"/>
              <a:gd name="connsiteX173" fmla="*/ 0 w 477264"/>
              <a:gd name="connsiteY173" fmla="*/ 24320 h 982498"/>
              <a:gd name="connsiteX174" fmla="*/ 24320 w 477264"/>
              <a:gd name="connsiteY174" fmla="*/ 0 h 9824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Lst>
            <a:rect l="l" t="t" r="r" b="b"/>
            <a:pathLst>
              <a:path w="477264" h="982498">
                <a:moveTo>
                  <a:pt x="452944" y="933858"/>
                </a:moveTo>
                <a:cubicBezTo>
                  <a:pt x="466376" y="933858"/>
                  <a:pt x="477264" y="944746"/>
                  <a:pt x="477264" y="958178"/>
                </a:cubicBezTo>
                <a:cubicBezTo>
                  <a:pt x="477264" y="971610"/>
                  <a:pt x="466376" y="982498"/>
                  <a:pt x="452944" y="982498"/>
                </a:cubicBezTo>
                <a:cubicBezTo>
                  <a:pt x="439512" y="982498"/>
                  <a:pt x="428624" y="971610"/>
                  <a:pt x="428624" y="958178"/>
                </a:cubicBezTo>
                <a:cubicBezTo>
                  <a:pt x="428624" y="944746"/>
                  <a:pt x="439512" y="933858"/>
                  <a:pt x="452944" y="933858"/>
                </a:cubicBezTo>
                <a:close/>
                <a:moveTo>
                  <a:pt x="345788" y="933858"/>
                </a:moveTo>
                <a:cubicBezTo>
                  <a:pt x="359220" y="933858"/>
                  <a:pt x="370108" y="944746"/>
                  <a:pt x="370108" y="958178"/>
                </a:cubicBezTo>
                <a:cubicBezTo>
                  <a:pt x="370108" y="971610"/>
                  <a:pt x="359220" y="982498"/>
                  <a:pt x="345788" y="982498"/>
                </a:cubicBezTo>
                <a:cubicBezTo>
                  <a:pt x="332356" y="982498"/>
                  <a:pt x="321468" y="971610"/>
                  <a:pt x="321468" y="958178"/>
                </a:cubicBezTo>
                <a:cubicBezTo>
                  <a:pt x="321468" y="944746"/>
                  <a:pt x="332356" y="933858"/>
                  <a:pt x="345788" y="933858"/>
                </a:cubicBezTo>
                <a:close/>
                <a:moveTo>
                  <a:pt x="238632" y="933858"/>
                </a:moveTo>
                <a:cubicBezTo>
                  <a:pt x="252064" y="933858"/>
                  <a:pt x="262952" y="944746"/>
                  <a:pt x="262952" y="958178"/>
                </a:cubicBezTo>
                <a:cubicBezTo>
                  <a:pt x="262952" y="971610"/>
                  <a:pt x="252064" y="982498"/>
                  <a:pt x="238632" y="982498"/>
                </a:cubicBezTo>
                <a:cubicBezTo>
                  <a:pt x="225200" y="982498"/>
                  <a:pt x="214312" y="971610"/>
                  <a:pt x="214312" y="958178"/>
                </a:cubicBezTo>
                <a:cubicBezTo>
                  <a:pt x="214312" y="944746"/>
                  <a:pt x="225200" y="933858"/>
                  <a:pt x="238632" y="933858"/>
                </a:cubicBezTo>
                <a:close/>
                <a:moveTo>
                  <a:pt x="131476" y="933858"/>
                </a:moveTo>
                <a:cubicBezTo>
                  <a:pt x="144908" y="933858"/>
                  <a:pt x="155796" y="944746"/>
                  <a:pt x="155796" y="958178"/>
                </a:cubicBezTo>
                <a:cubicBezTo>
                  <a:pt x="155796" y="971610"/>
                  <a:pt x="144908" y="982498"/>
                  <a:pt x="131476" y="982498"/>
                </a:cubicBezTo>
                <a:cubicBezTo>
                  <a:pt x="118044" y="982498"/>
                  <a:pt x="107156" y="971610"/>
                  <a:pt x="107156" y="958178"/>
                </a:cubicBezTo>
                <a:cubicBezTo>
                  <a:pt x="107156" y="944746"/>
                  <a:pt x="118044" y="933858"/>
                  <a:pt x="131476" y="933858"/>
                </a:cubicBezTo>
                <a:close/>
                <a:moveTo>
                  <a:pt x="24320" y="933858"/>
                </a:moveTo>
                <a:cubicBezTo>
                  <a:pt x="37752" y="933858"/>
                  <a:pt x="48640" y="944746"/>
                  <a:pt x="48640" y="958178"/>
                </a:cubicBezTo>
                <a:cubicBezTo>
                  <a:pt x="48640" y="971610"/>
                  <a:pt x="37752" y="982498"/>
                  <a:pt x="24320" y="982498"/>
                </a:cubicBezTo>
                <a:cubicBezTo>
                  <a:pt x="10888" y="982498"/>
                  <a:pt x="0" y="971610"/>
                  <a:pt x="0" y="958178"/>
                </a:cubicBezTo>
                <a:cubicBezTo>
                  <a:pt x="0" y="944746"/>
                  <a:pt x="10888" y="933858"/>
                  <a:pt x="24320" y="933858"/>
                </a:cubicBezTo>
                <a:close/>
                <a:moveTo>
                  <a:pt x="452944" y="778215"/>
                </a:moveTo>
                <a:cubicBezTo>
                  <a:pt x="466376" y="778215"/>
                  <a:pt x="477264" y="789103"/>
                  <a:pt x="477264" y="802535"/>
                </a:cubicBezTo>
                <a:cubicBezTo>
                  <a:pt x="477264" y="815967"/>
                  <a:pt x="466376" y="826855"/>
                  <a:pt x="452944" y="826855"/>
                </a:cubicBezTo>
                <a:cubicBezTo>
                  <a:pt x="439512" y="826855"/>
                  <a:pt x="428624" y="815967"/>
                  <a:pt x="428624" y="802535"/>
                </a:cubicBezTo>
                <a:cubicBezTo>
                  <a:pt x="428624" y="789103"/>
                  <a:pt x="439512" y="778215"/>
                  <a:pt x="452944" y="778215"/>
                </a:cubicBezTo>
                <a:close/>
                <a:moveTo>
                  <a:pt x="345788" y="778215"/>
                </a:moveTo>
                <a:cubicBezTo>
                  <a:pt x="359220" y="778215"/>
                  <a:pt x="370108" y="789103"/>
                  <a:pt x="370108" y="802535"/>
                </a:cubicBezTo>
                <a:cubicBezTo>
                  <a:pt x="370108" y="815967"/>
                  <a:pt x="359220" y="826855"/>
                  <a:pt x="345788" y="826855"/>
                </a:cubicBezTo>
                <a:cubicBezTo>
                  <a:pt x="332356" y="826855"/>
                  <a:pt x="321468" y="815967"/>
                  <a:pt x="321468" y="802535"/>
                </a:cubicBezTo>
                <a:cubicBezTo>
                  <a:pt x="321468" y="789103"/>
                  <a:pt x="332356" y="778215"/>
                  <a:pt x="345788" y="778215"/>
                </a:cubicBezTo>
                <a:close/>
                <a:moveTo>
                  <a:pt x="238632" y="778215"/>
                </a:moveTo>
                <a:cubicBezTo>
                  <a:pt x="252064" y="778215"/>
                  <a:pt x="262952" y="789103"/>
                  <a:pt x="262952" y="802535"/>
                </a:cubicBezTo>
                <a:cubicBezTo>
                  <a:pt x="262952" y="815967"/>
                  <a:pt x="252064" y="826855"/>
                  <a:pt x="238632" y="826855"/>
                </a:cubicBezTo>
                <a:cubicBezTo>
                  <a:pt x="225200" y="826855"/>
                  <a:pt x="214312" y="815967"/>
                  <a:pt x="214312" y="802535"/>
                </a:cubicBezTo>
                <a:cubicBezTo>
                  <a:pt x="214312" y="789103"/>
                  <a:pt x="225200" y="778215"/>
                  <a:pt x="238632" y="778215"/>
                </a:cubicBezTo>
                <a:close/>
                <a:moveTo>
                  <a:pt x="131476" y="778215"/>
                </a:moveTo>
                <a:cubicBezTo>
                  <a:pt x="144908" y="778215"/>
                  <a:pt x="155796" y="789103"/>
                  <a:pt x="155796" y="802535"/>
                </a:cubicBezTo>
                <a:cubicBezTo>
                  <a:pt x="155796" y="815967"/>
                  <a:pt x="144908" y="826855"/>
                  <a:pt x="131476" y="826855"/>
                </a:cubicBezTo>
                <a:cubicBezTo>
                  <a:pt x="118044" y="826855"/>
                  <a:pt x="107156" y="815967"/>
                  <a:pt x="107156" y="802535"/>
                </a:cubicBezTo>
                <a:cubicBezTo>
                  <a:pt x="107156" y="789103"/>
                  <a:pt x="118044" y="778215"/>
                  <a:pt x="131476" y="778215"/>
                </a:cubicBezTo>
                <a:close/>
                <a:moveTo>
                  <a:pt x="24320" y="778215"/>
                </a:moveTo>
                <a:cubicBezTo>
                  <a:pt x="37752" y="778215"/>
                  <a:pt x="48640" y="789103"/>
                  <a:pt x="48640" y="802535"/>
                </a:cubicBezTo>
                <a:cubicBezTo>
                  <a:pt x="48640" y="815967"/>
                  <a:pt x="37752" y="826855"/>
                  <a:pt x="24320" y="826855"/>
                </a:cubicBezTo>
                <a:cubicBezTo>
                  <a:pt x="10888" y="826855"/>
                  <a:pt x="0" y="815967"/>
                  <a:pt x="0" y="802535"/>
                </a:cubicBezTo>
                <a:cubicBezTo>
                  <a:pt x="0" y="789103"/>
                  <a:pt x="10888" y="778215"/>
                  <a:pt x="24320" y="778215"/>
                </a:cubicBezTo>
                <a:close/>
                <a:moveTo>
                  <a:pt x="452944" y="622572"/>
                </a:moveTo>
                <a:cubicBezTo>
                  <a:pt x="466376" y="622572"/>
                  <a:pt x="477264" y="633460"/>
                  <a:pt x="477264" y="646892"/>
                </a:cubicBezTo>
                <a:cubicBezTo>
                  <a:pt x="477264" y="660324"/>
                  <a:pt x="466376" y="671212"/>
                  <a:pt x="452944" y="671212"/>
                </a:cubicBezTo>
                <a:cubicBezTo>
                  <a:pt x="439512" y="671212"/>
                  <a:pt x="428624" y="660324"/>
                  <a:pt x="428624" y="646892"/>
                </a:cubicBezTo>
                <a:cubicBezTo>
                  <a:pt x="428624" y="633460"/>
                  <a:pt x="439512" y="622572"/>
                  <a:pt x="452944" y="622572"/>
                </a:cubicBezTo>
                <a:close/>
                <a:moveTo>
                  <a:pt x="345788" y="622572"/>
                </a:moveTo>
                <a:cubicBezTo>
                  <a:pt x="359220" y="622572"/>
                  <a:pt x="370108" y="633460"/>
                  <a:pt x="370108" y="646892"/>
                </a:cubicBezTo>
                <a:cubicBezTo>
                  <a:pt x="370108" y="660324"/>
                  <a:pt x="359220" y="671212"/>
                  <a:pt x="345788" y="671212"/>
                </a:cubicBezTo>
                <a:cubicBezTo>
                  <a:pt x="332356" y="671212"/>
                  <a:pt x="321468" y="660324"/>
                  <a:pt x="321468" y="646892"/>
                </a:cubicBezTo>
                <a:cubicBezTo>
                  <a:pt x="321468" y="633460"/>
                  <a:pt x="332356" y="622572"/>
                  <a:pt x="345788" y="622572"/>
                </a:cubicBezTo>
                <a:close/>
                <a:moveTo>
                  <a:pt x="238632" y="622572"/>
                </a:moveTo>
                <a:cubicBezTo>
                  <a:pt x="252064" y="622572"/>
                  <a:pt x="262952" y="633460"/>
                  <a:pt x="262952" y="646892"/>
                </a:cubicBezTo>
                <a:cubicBezTo>
                  <a:pt x="262952" y="660324"/>
                  <a:pt x="252064" y="671212"/>
                  <a:pt x="238632" y="671212"/>
                </a:cubicBezTo>
                <a:cubicBezTo>
                  <a:pt x="225200" y="671212"/>
                  <a:pt x="214312" y="660324"/>
                  <a:pt x="214312" y="646892"/>
                </a:cubicBezTo>
                <a:cubicBezTo>
                  <a:pt x="214312" y="633460"/>
                  <a:pt x="225200" y="622572"/>
                  <a:pt x="238632" y="622572"/>
                </a:cubicBezTo>
                <a:close/>
                <a:moveTo>
                  <a:pt x="131476" y="622572"/>
                </a:moveTo>
                <a:cubicBezTo>
                  <a:pt x="144908" y="622572"/>
                  <a:pt x="155796" y="633460"/>
                  <a:pt x="155796" y="646892"/>
                </a:cubicBezTo>
                <a:cubicBezTo>
                  <a:pt x="155796" y="660324"/>
                  <a:pt x="144908" y="671212"/>
                  <a:pt x="131476" y="671212"/>
                </a:cubicBezTo>
                <a:cubicBezTo>
                  <a:pt x="118044" y="671212"/>
                  <a:pt x="107156" y="660324"/>
                  <a:pt x="107156" y="646892"/>
                </a:cubicBezTo>
                <a:cubicBezTo>
                  <a:pt x="107156" y="633460"/>
                  <a:pt x="118044" y="622572"/>
                  <a:pt x="131476" y="622572"/>
                </a:cubicBezTo>
                <a:close/>
                <a:moveTo>
                  <a:pt x="24320" y="622572"/>
                </a:moveTo>
                <a:cubicBezTo>
                  <a:pt x="37752" y="622572"/>
                  <a:pt x="48640" y="633460"/>
                  <a:pt x="48640" y="646892"/>
                </a:cubicBezTo>
                <a:cubicBezTo>
                  <a:pt x="48640" y="660324"/>
                  <a:pt x="37752" y="671212"/>
                  <a:pt x="24320" y="671212"/>
                </a:cubicBezTo>
                <a:cubicBezTo>
                  <a:pt x="10888" y="671212"/>
                  <a:pt x="0" y="660324"/>
                  <a:pt x="0" y="646892"/>
                </a:cubicBezTo>
                <a:cubicBezTo>
                  <a:pt x="0" y="633460"/>
                  <a:pt x="10888" y="622572"/>
                  <a:pt x="24320" y="622572"/>
                </a:cubicBezTo>
                <a:close/>
                <a:moveTo>
                  <a:pt x="24320" y="466929"/>
                </a:moveTo>
                <a:cubicBezTo>
                  <a:pt x="37752" y="466929"/>
                  <a:pt x="48640" y="477817"/>
                  <a:pt x="48640" y="491249"/>
                </a:cubicBezTo>
                <a:cubicBezTo>
                  <a:pt x="48640" y="504681"/>
                  <a:pt x="37752" y="515569"/>
                  <a:pt x="24320" y="515569"/>
                </a:cubicBezTo>
                <a:cubicBezTo>
                  <a:pt x="10888" y="515569"/>
                  <a:pt x="0" y="504681"/>
                  <a:pt x="0" y="491249"/>
                </a:cubicBezTo>
                <a:cubicBezTo>
                  <a:pt x="0" y="477817"/>
                  <a:pt x="10888" y="466929"/>
                  <a:pt x="24320" y="466929"/>
                </a:cubicBezTo>
                <a:close/>
                <a:moveTo>
                  <a:pt x="131476" y="466929"/>
                </a:moveTo>
                <a:cubicBezTo>
                  <a:pt x="144908" y="466929"/>
                  <a:pt x="155796" y="477817"/>
                  <a:pt x="155796" y="491249"/>
                </a:cubicBezTo>
                <a:cubicBezTo>
                  <a:pt x="155796" y="504681"/>
                  <a:pt x="144908" y="515569"/>
                  <a:pt x="131476" y="515569"/>
                </a:cubicBezTo>
                <a:cubicBezTo>
                  <a:pt x="118044" y="515569"/>
                  <a:pt x="107156" y="504681"/>
                  <a:pt x="107156" y="491249"/>
                </a:cubicBezTo>
                <a:cubicBezTo>
                  <a:pt x="107156" y="477817"/>
                  <a:pt x="118044" y="466929"/>
                  <a:pt x="131476" y="466929"/>
                </a:cubicBezTo>
                <a:close/>
                <a:moveTo>
                  <a:pt x="238632" y="466929"/>
                </a:moveTo>
                <a:cubicBezTo>
                  <a:pt x="252064" y="466929"/>
                  <a:pt x="262952" y="477817"/>
                  <a:pt x="262952" y="491249"/>
                </a:cubicBezTo>
                <a:cubicBezTo>
                  <a:pt x="262952" y="504681"/>
                  <a:pt x="252064" y="515569"/>
                  <a:pt x="238632" y="515569"/>
                </a:cubicBezTo>
                <a:cubicBezTo>
                  <a:pt x="225200" y="515569"/>
                  <a:pt x="214312" y="504681"/>
                  <a:pt x="214312" y="491249"/>
                </a:cubicBezTo>
                <a:cubicBezTo>
                  <a:pt x="214312" y="477817"/>
                  <a:pt x="225200" y="466929"/>
                  <a:pt x="238632" y="466929"/>
                </a:cubicBezTo>
                <a:close/>
                <a:moveTo>
                  <a:pt x="345788" y="466929"/>
                </a:moveTo>
                <a:cubicBezTo>
                  <a:pt x="359220" y="466929"/>
                  <a:pt x="370108" y="477817"/>
                  <a:pt x="370108" y="491249"/>
                </a:cubicBezTo>
                <a:cubicBezTo>
                  <a:pt x="370108" y="504681"/>
                  <a:pt x="359220" y="515569"/>
                  <a:pt x="345788" y="515569"/>
                </a:cubicBezTo>
                <a:cubicBezTo>
                  <a:pt x="332356" y="515569"/>
                  <a:pt x="321468" y="504681"/>
                  <a:pt x="321468" y="491249"/>
                </a:cubicBezTo>
                <a:cubicBezTo>
                  <a:pt x="321468" y="477817"/>
                  <a:pt x="332356" y="466929"/>
                  <a:pt x="345788" y="466929"/>
                </a:cubicBezTo>
                <a:close/>
                <a:moveTo>
                  <a:pt x="452944" y="466929"/>
                </a:moveTo>
                <a:cubicBezTo>
                  <a:pt x="466376" y="466929"/>
                  <a:pt x="477264" y="477817"/>
                  <a:pt x="477264" y="491249"/>
                </a:cubicBezTo>
                <a:cubicBezTo>
                  <a:pt x="477264" y="504681"/>
                  <a:pt x="466376" y="515569"/>
                  <a:pt x="452944" y="515569"/>
                </a:cubicBezTo>
                <a:cubicBezTo>
                  <a:pt x="439512" y="515569"/>
                  <a:pt x="428624" y="504681"/>
                  <a:pt x="428624" y="491249"/>
                </a:cubicBezTo>
                <a:cubicBezTo>
                  <a:pt x="428624" y="477817"/>
                  <a:pt x="439512" y="466929"/>
                  <a:pt x="452944" y="466929"/>
                </a:cubicBezTo>
                <a:close/>
                <a:moveTo>
                  <a:pt x="24320" y="311287"/>
                </a:moveTo>
                <a:cubicBezTo>
                  <a:pt x="37752" y="311287"/>
                  <a:pt x="48640" y="322175"/>
                  <a:pt x="48640" y="335607"/>
                </a:cubicBezTo>
                <a:cubicBezTo>
                  <a:pt x="48640" y="349038"/>
                  <a:pt x="37752" y="359926"/>
                  <a:pt x="24320" y="359926"/>
                </a:cubicBezTo>
                <a:cubicBezTo>
                  <a:pt x="10888" y="359926"/>
                  <a:pt x="0" y="349038"/>
                  <a:pt x="0" y="335607"/>
                </a:cubicBezTo>
                <a:cubicBezTo>
                  <a:pt x="0" y="322175"/>
                  <a:pt x="10888" y="311287"/>
                  <a:pt x="24320" y="311287"/>
                </a:cubicBezTo>
                <a:close/>
                <a:moveTo>
                  <a:pt x="131476" y="311286"/>
                </a:moveTo>
                <a:cubicBezTo>
                  <a:pt x="144908" y="311286"/>
                  <a:pt x="155796" y="322174"/>
                  <a:pt x="155796" y="335606"/>
                </a:cubicBezTo>
                <a:cubicBezTo>
                  <a:pt x="155796" y="349038"/>
                  <a:pt x="144908" y="359926"/>
                  <a:pt x="131476" y="359926"/>
                </a:cubicBezTo>
                <a:cubicBezTo>
                  <a:pt x="118044" y="359926"/>
                  <a:pt x="107156" y="349038"/>
                  <a:pt x="107156" y="335606"/>
                </a:cubicBezTo>
                <a:cubicBezTo>
                  <a:pt x="107156" y="322174"/>
                  <a:pt x="118044" y="311286"/>
                  <a:pt x="131476" y="311286"/>
                </a:cubicBezTo>
                <a:close/>
                <a:moveTo>
                  <a:pt x="238632" y="311286"/>
                </a:moveTo>
                <a:cubicBezTo>
                  <a:pt x="252064" y="311286"/>
                  <a:pt x="262952" y="322174"/>
                  <a:pt x="262952" y="335606"/>
                </a:cubicBezTo>
                <a:cubicBezTo>
                  <a:pt x="262952" y="349038"/>
                  <a:pt x="252064" y="359926"/>
                  <a:pt x="238632" y="359926"/>
                </a:cubicBezTo>
                <a:cubicBezTo>
                  <a:pt x="225200" y="359926"/>
                  <a:pt x="214312" y="349038"/>
                  <a:pt x="214312" y="335606"/>
                </a:cubicBezTo>
                <a:cubicBezTo>
                  <a:pt x="214312" y="322174"/>
                  <a:pt x="225200" y="311286"/>
                  <a:pt x="238632" y="311286"/>
                </a:cubicBezTo>
                <a:close/>
                <a:moveTo>
                  <a:pt x="345788" y="311286"/>
                </a:moveTo>
                <a:cubicBezTo>
                  <a:pt x="359220" y="311286"/>
                  <a:pt x="370108" y="322174"/>
                  <a:pt x="370108" y="335606"/>
                </a:cubicBezTo>
                <a:cubicBezTo>
                  <a:pt x="370108" y="349038"/>
                  <a:pt x="359220" y="359926"/>
                  <a:pt x="345788" y="359926"/>
                </a:cubicBezTo>
                <a:cubicBezTo>
                  <a:pt x="332356" y="359926"/>
                  <a:pt x="321468" y="349038"/>
                  <a:pt x="321468" y="335606"/>
                </a:cubicBezTo>
                <a:cubicBezTo>
                  <a:pt x="321468" y="322174"/>
                  <a:pt x="332356" y="311286"/>
                  <a:pt x="345788" y="311286"/>
                </a:cubicBezTo>
                <a:close/>
                <a:moveTo>
                  <a:pt x="452944" y="311286"/>
                </a:moveTo>
                <a:cubicBezTo>
                  <a:pt x="466376" y="311286"/>
                  <a:pt x="477264" y="322174"/>
                  <a:pt x="477264" y="335606"/>
                </a:cubicBezTo>
                <a:cubicBezTo>
                  <a:pt x="477264" y="349038"/>
                  <a:pt x="466376" y="359926"/>
                  <a:pt x="452944" y="359926"/>
                </a:cubicBezTo>
                <a:cubicBezTo>
                  <a:pt x="439512" y="359926"/>
                  <a:pt x="428624" y="349038"/>
                  <a:pt x="428624" y="335606"/>
                </a:cubicBezTo>
                <a:cubicBezTo>
                  <a:pt x="428624" y="322174"/>
                  <a:pt x="439512" y="311286"/>
                  <a:pt x="452944" y="311286"/>
                </a:cubicBezTo>
                <a:close/>
                <a:moveTo>
                  <a:pt x="24320" y="155643"/>
                </a:moveTo>
                <a:cubicBezTo>
                  <a:pt x="37752" y="155643"/>
                  <a:pt x="48640" y="166531"/>
                  <a:pt x="48640" y="179963"/>
                </a:cubicBezTo>
                <a:cubicBezTo>
                  <a:pt x="48640" y="193395"/>
                  <a:pt x="37752" y="204283"/>
                  <a:pt x="24320" y="204283"/>
                </a:cubicBezTo>
                <a:cubicBezTo>
                  <a:pt x="10888" y="204283"/>
                  <a:pt x="0" y="193395"/>
                  <a:pt x="0" y="179963"/>
                </a:cubicBezTo>
                <a:cubicBezTo>
                  <a:pt x="0" y="166531"/>
                  <a:pt x="10888" y="155643"/>
                  <a:pt x="24320" y="155643"/>
                </a:cubicBezTo>
                <a:close/>
                <a:moveTo>
                  <a:pt x="131476" y="155643"/>
                </a:moveTo>
                <a:cubicBezTo>
                  <a:pt x="144908" y="155643"/>
                  <a:pt x="155796" y="166531"/>
                  <a:pt x="155796" y="179963"/>
                </a:cubicBezTo>
                <a:cubicBezTo>
                  <a:pt x="155796" y="193395"/>
                  <a:pt x="144908" y="204283"/>
                  <a:pt x="131476" y="204283"/>
                </a:cubicBezTo>
                <a:cubicBezTo>
                  <a:pt x="118044" y="204283"/>
                  <a:pt x="107156" y="193395"/>
                  <a:pt x="107156" y="179963"/>
                </a:cubicBezTo>
                <a:cubicBezTo>
                  <a:pt x="107156" y="166531"/>
                  <a:pt x="118044" y="155643"/>
                  <a:pt x="131476" y="155643"/>
                </a:cubicBezTo>
                <a:close/>
                <a:moveTo>
                  <a:pt x="238632" y="155643"/>
                </a:moveTo>
                <a:cubicBezTo>
                  <a:pt x="252064" y="155643"/>
                  <a:pt x="262952" y="166531"/>
                  <a:pt x="262952" y="179963"/>
                </a:cubicBezTo>
                <a:cubicBezTo>
                  <a:pt x="262952" y="193395"/>
                  <a:pt x="252064" y="204283"/>
                  <a:pt x="238632" y="204283"/>
                </a:cubicBezTo>
                <a:cubicBezTo>
                  <a:pt x="225200" y="204283"/>
                  <a:pt x="214312" y="193395"/>
                  <a:pt x="214312" y="179963"/>
                </a:cubicBezTo>
                <a:cubicBezTo>
                  <a:pt x="214312" y="166531"/>
                  <a:pt x="225200" y="155643"/>
                  <a:pt x="238632" y="155643"/>
                </a:cubicBezTo>
                <a:close/>
                <a:moveTo>
                  <a:pt x="345788" y="155643"/>
                </a:moveTo>
                <a:cubicBezTo>
                  <a:pt x="359220" y="155643"/>
                  <a:pt x="370108" y="166531"/>
                  <a:pt x="370108" y="179963"/>
                </a:cubicBezTo>
                <a:cubicBezTo>
                  <a:pt x="370108" y="193395"/>
                  <a:pt x="359220" y="204283"/>
                  <a:pt x="345788" y="204283"/>
                </a:cubicBezTo>
                <a:cubicBezTo>
                  <a:pt x="332356" y="204283"/>
                  <a:pt x="321468" y="193395"/>
                  <a:pt x="321468" y="179963"/>
                </a:cubicBezTo>
                <a:cubicBezTo>
                  <a:pt x="321468" y="166531"/>
                  <a:pt x="332356" y="155643"/>
                  <a:pt x="345788" y="155643"/>
                </a:cubicBezTo>
                <a:close/>
                <a:moveTo>
                  <a:pt x="452944" y="155643"/>
                </a:moveTo>
                <a:cubicBezTo>
                  <a:pt x="466376" y="155643"/>
                  <a:pt x="477264" y="166531"/>
                  <a:pt x="477264" y="179963"/>
                </a:cubicBezTo>
                <a:cubicBezTo>
                  <a:pt x="477264" y="193395"/>
                  <a:pt x="466376" y="204283"/>
                  <a:pt x="452944" y="204283"/>
                </a:cubicBezTo>
                <a:cubicBezTo>
                  <a:pt x="439512" y="204283"/>
                  <a:pt x="428624" y="193395"/>
                  <a:pt x="428624" y="179963"/>
                </a:cubicBezTo>
                <a:cubicBezTo>
                  <a:pt x="428624" y="166531"/>
                  <a:pt x="439512" y="155643"/>
                  <a:pt x="452944" y="155643"/>
                </a:cubicBezTo>
                <a:close/>
                <a:moveTo>
                  <a:pt x="452944" y="0"/>
                </a:moveTo>
                <a:cubicBezTo>
                  <a:pt x="466376" y="0"/>
                  <a:pt x="477264" y="10888"/>
                  <a:pt x="477264" y="24320"/>
                </a:cubicBezTo>
                <a:cubicBezTo>
                  <a:pt x="477264" y="37752"/>
                  <a:pt x="466376" y="48640"/>
                  <a:pt x="452944" y="48640"/>
                </a:cubicBezTo>
                <a:cubicBezTo>
                  <a:pt x="439512" y="48640"/>
                  <a:pt x="428624" y="37752"/>
                  <a:pt x="428624" y="24320"/>
                </a:cubicBezTo>
                <a:cubicBezTo>
                  <a:pt x="428624" y="10888"/>
                  <a:pt x="439512" y="0"/>
                  <a:pt x="452944" y="0"/>
                </a:cubicBezTo>
                <a:close/>
                <a:moveTo>
                  <a:pt x="345788" y="0"/>
                </a:moveTo>
                <a:cubicBezTo>
                  <a:pt x="359220" y="0"/>
                  <a:pt x="370108" y="10888"/>
                  <a:pt x="370108" y="24320"/>
                </a:cubicBezTo>
                <a:cubicBezTo>
                  <a:pt x="370108" y="37752"/>
                  <a:pt x="359220" y="48640"/>
                  <a:pt x="345788" y="48640"/>
                </a:cubicBezTo>
                <a:cubicBezTo>
                  <a:pt x="332356" y="48640"/>
                  <a:pt x="321468" y="37752"/>
                  <a:pt x="321468" y="24320"/>
                </a:cubicBezTo>
                <a:cubicBezTo>
                  <a:pt x="321468" y="10888"/>
                  <a:pt x="332356" y="0"/>
                  <a:pt x="345788" y="0"/>
                </a:cubicBezTo>
                <a:close/>
                <a:moveTo>
                  <a:pt x="238632" y="0"/>
                </a:moveTo>
                <a:cubicBezTo>
                  <a:pt x="252064" y="0"/>
                  <a:pt x="262952" y="10888"/>
                  <a:pt x="262952" y="24320"/>
                </a:cubicBezTo>
                <a:cubicBezTo>
                  <a:pt x="262952" y="37752"/>
                  <a:pt x="252064" y="48640"/>
                  <a:pt x="238632" y="48640"/>
                </a:cubicBezTo>
                <a:cubicBezTo>
                  <a:pt x="225200" y="48640"/>
                  <a:pt x="214312" y="37752"/>
                  <a:pt x="214312" y="24320"/>
                </a:cubicBezTo>
                <a:cubicBezTo>
                  <a:pt x="214312" y="10888"/>
                  <a:pt x="225200" y="0"/>
                  <a:pt x="238632" y="0"/>
                </a:cubicBezTo>
                <a:close/>
                <a:moveTo>
                  <a:pt x="131476" y="0"/>
                </a:moveTo>
                <a:cubicBezTo>
                  <a:pt x="144908" y="0"/>
                  <a:pt x="155796" y="10888"/>
                  <a:pt x="155796" y="24320"/>
                </a:cubicBezTo>
                <a:cubicBezTo>
                  <a:pt x="155796" y="37752"/>
                  <a:pt x="144908" y="48640"/>
                  <a:pt x="131476" y="48640"/>
                </a:cubicBezTo>
                <a:cubicBezTo>
                  <a:pt x="118044" y="48640"/>
                  <a:pt x="107156" y="37752"/>
                  <a:pt x="107156" y="24320"/>
                </a:cubicBezTo>
                <a:cubicBezTo>
                  <a:pt x="107156" y="10888"/>
                  <a:pt x="118044" y="0"/>
                  <a:pt x="131476" y="0"/>
                </a:cubicBezTo>
                <a:close/>
                <a:moveTo>
                  <a:pt x="24320" y="0"/>
                </a:moveTo>
                <a:cubicBezTo>
                  <a:pt x="37752" y="0"/>
                  <a:pt x="48640" y="10888"/>
                  <a:pt x="48640" y="24320"/>
                </a:cubicBezTo>
                <a:cubicBezTo>
                  <a:pt x="48640" y="37752"/>
                  <a:pt x="37752" y="48640"/>
                  <a:pt x="24320" y="48640"/>
                </a:cubicBezTo>
                <a:cubicBezTo>
                  <a:pt x="10888" y="48640"/>
                  <a:pt x="0" y="37752"/>
                  <a:pt x="0" y="24320"/>
                </a:cubicBezTo>
                <a:cubicBezTo>
                  <a:pt x="0" y="10888"/>
                  <a:pt x="10888" y="0"/>
                  <a:pt x="24320" y="0"/>
                </a:cubicBezTo>
                <a:close/>
              </a:path>
            </a:pathLst>
          </a:custGeom>
          <a:gradFill flip="none" rotWithShape="1">
            <a:gsLst>
              <a:gs pos="0">
                <a:srgbClr val="FFFFFF"/>
              </a:gs>
              <a:gs pos="100000">
                <a:srgbClr val="FFFFFF">
                  <a:alpha val="0"/>
                </a:srgbClr>
              </a:gs>
            </a:gsLst>
            <a:lin ang="54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sp>
        <p:nvSpPr>
          <p:cNvPr id="26" name="任意多边形: 形状 25"/>
          <p:cNvSpPr/>
          <p:nvPr/>
        </p:nvSpPr>
        <p:spPr>
          <a:xfrm rot="16200000">
            <a:off x="761999" y="275919"/>
            <a:ext cx="344335" cy="708849"/>
          </a:xfrm>
          <a:custGeom>
            <a:avLst/>
            <a:gdLst>
              <a:gd name="connsiteX0" fmla="*/ 452944 w 477264"/>
              <a:gd name="connsiteY0" fmla="*/ 933858 h 982498"/>
              <a:gd name="connsiteX1" fmla="*/ 477264 w 477264"/>
              <a:gd name="connsiteY1" fmla="*/ 958178 h 982498"/>
              <a:gd name="connsiteX2" fmla="*/ 452944 w 477264"/>
              <a:gd name="connsiteY2" fmla="*/ 982498 h 982498"/>
              <a:gd name="connsiteX3" fmla="*/ 428624 w 477264"/>
              <a:gd name="connsiteY3" fmla="*/ 958178 h 982498"/>
              <a:gd name="connsiteX4" fmla="*/ 452944 w 477264"/>
              <a:gd name="connsiteY4" fmla="*/ 933858 h 982498"/>
              <a:gd name="connsiteX5" fmla="*/ 345788 w 477264"/>
              <a:gd name="connsiteY5" fmla="*/ 933858 h 982498"/>
              <a:gd name="connsiteX6" fmla="*/ 370108 w 477264"/>
              <a:gd name="connsiteY6" fmla="*/ 958178 h 982498"/>
              <a:gd name="connsiteX7" fmla="*/ 345788 w 477264"/>
              <a:gd name="connsiteY7" fmla="*/ 982498 h 982498"/>
              <a:gd name="connsiteX8" fmla="*/ 321468 w 477264"/>
              <a:gd name="connsiteY8" fmla="*/ 958178 h 982498"/>
              <a:gd name="connsiteX9" fmla="*/ 345788 w 477264"/>
              <a:gd name="connsiteY9" fmla="*/ 933858 h 982498"/>
              <a:gd name="connsiteX10" fmla="*/ 238632 w 477264"/>
              <a:gd name="connsiteY10" fmla="*/ 933858 h 982498"/>
              <a:gd name="connsiteX11" fmla="*/ 262952 w 477264"/>
              <a:gd name="connsiteY11" fmla="*/ 958178 h 982498"/>
              <a:gd name="connsiteX12" fmla="*/ 238632 w 477264"/>
              <a:gd name="connsiteY12" fmla="*/ 982498 h 982498"/>
              <a:gd name="connsiteX13" fmla="*/ 214312 w 477264"/>
              <a:gd name="connsiteY13" fmla="*/ 958178 h 982498"/>
              <a:gd name="connsiteX14" fmla="*/ 238632 w 477264"/>
              <a:gd name="connsiteY14" fmla="*/ 933858 h 982498"/>
              <a:gd name="connsiteX15" fmla="*/ 131476 w 477264"/>
              <a:gd name="connsiteY15" fmla="*/ 933858 h 982498"/>
              <a:gd name="connsiteX16" fmla="*/ 155796 w 477264"/>
              <a:gd name="connsiteY16" fmla="*/ 958178 h 982498"/>
              <a:gd name="connsiteX17" fmla="*/ 131476 w 477264"/>
              <a:gd name="connsiteY17" fmla="*/ 982498 h 982498"/>
              <a:gd name="connsiteX18" fmla="*/ 107156 w 477264"/>
              <a:gd name="connsiteY18" fmla="*/ 958178 h 982498"/>
              <a:gd name="connsiteX19" fmla="*/ 131476 w 477264"/>
              <a:gd name="connsiteY19" fmla="*/ 933858 h 982498"/>
              <a:gd name="connsiteX20" fmla="*/ 24320 w 477264"/>
              <a:gd name="connsiteY20" fmla="*/ 933858 h 982498"/>
              <a:gd name="connsiteX21" fmla="*/ 48640 w 477264"/>
              <a:gd name="connsiteY21" fmla="*/ 958178 h 982498"/>
              <a:gd name="connsiteX22" fmla="*/ 24320 w 477264"/>
              <a:gd name="connsiteY22" fmla="*/ 982498 h 982498"/>
              <a:gd name="connsiteX23" fmla="*/ 0 w 477264"/>
              <a:gd name="connsiteY23" fmla="*/ 958178 h 982498"/>
              <a:gd name="connsiteX24" fmla="*/ 24320 w 477264"/>
              <a:gd name="connsiteY24" fmla="*/ 933858 h 982498"/>
              <a:gd name="connsiteX25" fmla="*/ 452944 w 477264"/>
              <a:gd name="connsiteY25" fmla="*/ 778215 h 982498"/>
              <a:gd name="connsiteX26" fmla="*/ 477264 w 477264"/>
              <a:gd name="connsiteY26" fmla="*/ 802535 h 982498"/>
              <a:gd name="connsiteX27" fmla="*/ 452944 w 477264"/>
              <a:gd name="connsiteY27" fmla="*/ 826855 h 982498"/>
              <a:gd name="connsiteX28" fmla="*/ 428624 w 477264"/>
              <a:gd name="connsiteY28" fmla="*/ 802535 h 982498"/>
              <a:gd name="connsiteX29" fmla="*/ 452944 w 477264"/>
              <a:gd name="connsiteY29" fmla="*/ 778215 h 982498"/>
              <a:gd name="connsiteX30" fmla="*/ 345788 w 477264"/>
              <a:gd name="connsiteY30" fmla="*/ 778215 h 982498"/>
              <a:gd name="connsiteX31" fmla="*/ 370108 w 477264"/>
              <a:gd name="connsiteY31" fmla="*/ 802535 h 982498"/>
              <a:gd name="connsiteX32" fmla="*/ 345788 w 477264"/>
              <a:gd name="connsiteY32" fmla="*/ 826855 h 982498"/>
              <a:gd name="connsiteX33" fmla="*/ 321468 w 477264"/>
              <a:gd name="connsiteY33" fmla="*/ 802535 h 982498"/>
              <a:gd name="connsiteX34" fmla="*/ 345788 w 477264"/>
              <a:gd name="connsiteY34" fmla="*/ 778215 h 982498"/>
              <a:gd name="connsiteX35" fmla="*/ 238632 w 477264"/>
              <a:gd name="connsiteY35" fmla="*/ 778215 h 982498"/>
              <a:gd name="connsiteX36" fmla="*/ 262952 w 477264"/>
              <a:gd name="connsiteY36" fmla="*/ 802535 h 982498"/>
              <a:gd name="connsiteX37" fmla="*/ 238632 w 477264"/>
              <a:gd name="connsiteY37" fmla="*/ 826855 h 982498"/>
              <a:gd name="connsiteX38" fmla="*/ 214312 w 477264"/>
              <a:gd name="connsiteY38" fmla="*/ 802535 h 982498"/>
              <a:gd name="connsiteX39" fmla="*/ 238632 w 477264"/>
              <a:gd name="connsiteY39" fmla="*/ 778215 h 982498"/>
              <a:gd name="connsiteX40" fmla="*/ 131476 w 477264"/>
              <a:gd name="connsiteY40" fmla="*/ 778215 h 982498"/>
              <a:gd name="connsiteX41" fmla="*/ 155796 w 477264"/>
              <a:gd name="connsiteY41" fmla="*/ 802535 h 982498"/>
              <a:gd name="connsiteX42" fmla="*/ 131476 w 477264"/>
              <a:gd name="connsiteY42" fmla="*/ 826855 h 982498"/>
              <a:gd name="connsiteX43" fmla="*/ 107156 w 477264"/>
              <a:gd name="connsiteY43" fmla="*/ 802535 h 982498"/>
              <a:gd name="connsiteX44" fmla="*/ 131476 w 477264"/>
              <a:gd name="connsiteY44" fmla="*/ 778215 h 982498"/>
              <a:gd name="connsiteX45" fmla="*/ 24320 w 477264"/>
              <a:gd name="connsiteY45" fmla="*/ 778215 h 982498"/>
              <a:gd name="connsiteX46" fmla="*/ 48640 w 477264"/>
              <a:gd name="connsiteY46" fmla="*/ 802535 h 982498"/>
              <a:gd name="connsiteX47" fmla="*/ 24320 w 477264"/>
              <a:gd name="connsiteY47" fmla="*/ 826855 h 982498"/>
              <a:gd name="connsiteX48" fmla="*/ 0 w 477264"/>
              <a:gd name="connsiteY48" fmla="*/ 802535 h 982498"/>
              <a:gd name="connsiteX49" fmla="*/ 24320 w 477264"/>
              <a:gd name="connsiteY49" fmla="*/ 778215 h 982498"/>
              <a:gd name="connsiteX50" fmla="*/ 452944 w 477264"/>
              <a:gd name="connsiteY50" fmla="*/ 622572 h 982498"/>
              <a:gd name="connsiteX51" fmla="*/ 477264 w 477264"/>
              <a:gd name="connsiteY51" fmla="*/ 646892 h 982498"/>
              <a:gd name="connsiteX52" fmla="*/ 452944 w 477264"/>
              <a:gd name="connsiteY52" fmla="*/ 671212 h 982498"/>
              <a:gd name="connsiteX53" fmla="*/ 428624 w 477264"/>
              <a:gd name="connsiteY53" fmla="*/ 646892 h 982498"/>
              <a:gd name="connsiteX54" fmla="*/ 452944 w 477264"/>
              <a:gd name="connsiteY54" fmla="*/ 622572 h 982498"/>
              <a:gd name="connsiteX55" fmla="*/ 345788 w 477264"/>
              <a:gd name="connsiteY55" fmla="*/ 622572 h 982498"/>
              <a:gd name="connsiteX56" fmla="*/ 370108 w 477264"/>
              <a:gd name="connsiteY56" fmla="*/ 646892 h 982498"/>
              <a:gd name="connsiteX57" fmla="*/ 345788 w 477264"/>
              <a:gd name="connsiteY57" fmla="*/ 671212 h 982498"/>
              <a:gd name="connsiteX58" fmla="*/ 321468 w 477264"/>
              <a:gd name="connsiteY58" fmla="*/ 646892 h 982498"/>
              <a:gd name="connsiteX59" fmla="*/ 345788 w 477264"/>
              <a:gd name="connsiteY59" fmla="*/ 622572 h 982498"/>
              <a:gd name="connsiteX60" fmla="*/ 238632 w 477264"/>
              <a:gd name="connsiteY60" fmla="*/ 622572 h 982498"/>
              <a:gd name="connsiteX61" fmla="*/ 262952 w 477264"/>
              <a:gd name="connsiteY61" fmla="*/ 646892 h 982498"/>
              <a:gd name="connsiteX62" fmla="*/ 238632 w 477264"/>
              <a:gd name="connsiteY62" fmla="*/ 671212 h 982498"/>
              <a:gd name="connsiteX63" fmla="*/ 214312 w 477264"/>
              <a:gd name="connsiteY63" fmla="*/ 646892 h 982498"/>
              <a:gd name="connsiteX64" fmla="*/ 238632 w 477264"/>
              <a:gd name="connsiteY64" fmla="*/ 622572 h 982498"/>
              <a:gd name="connsiteX65" fmla="*/ 131476 w 477264"/>
              <a:gd name="connsiteY65" fmla="*/ 622572 h 982498"/>
              <a:gd name="connsiteX66" fmla="*/ 155796 w 477264"/>
              <a:gd name="connsiteY66" fmla="*/ 646892 h 982498"/>
              <a:gd name="connsiteX67" fmla="*/ 131476 w 477264"/>
              <a:gd name="connsiteY67" fmla="*/ 671212 h 982498"/>
              <a:gd name="connsiteX68" fmla="*/ 107156 w 477264"/>
              <a:gd name="connsiteY68" fmla="*/ 646892 h 982498"/>
              <a:gd name="connsiteX69" fmla="*/ 131476 w 477264"/>
              <a:gd name="connsiteY69" fmla="*/ 622572 h 982498"/>
              <a:gd name="connsiteX70" fmla="*/ 24320 w 477264"/>
              <a:gd name="connsiteY70" fmla="*/ 622572 h 982498"/>
              <a:gd name="connsiteX71" fmla="*/ 48640 w 477264"/>
              <a:gd name="connsiteY71" fmla="*/ 646892 h 982498"/>
              <a:gd name="connsiteX72" fmla="*/ 24320 w 477264"/>
              <a:gd name="connsiteY72" fmla="*/ 671212 h 982498"/>
              <a:gd name="connsiteX73" fmla="*/ 0 w 477264"/>
              <a:gd name="connsiteY73" fmla="*/ 646892 h 982498"/>
              <a:gd name="connsiteX74" fmla="*/ 24320 w 477264"/>
              <a:gd name="connsiteY74" fmla="*/ 622572 h 982498"/>
              <a:gd name="connsiteX75" fmla="*/ 24320 w 477264"/>
              <a:gd name="connsiteY75" fmla="*/ 466929 h 982498"/>
              <a:gd name="connsiteX76" fmla="*/ 48640 w 477264"/>
              <a:gd name="connsiteY76" fmla="*/ 491249 h 982498"/>
              <a:gd name="connsiteX77" fmla="*/ 24320 w 477264"/>
              <a:gd name="connsiteY77" fmla="*/ 515569 h 982498"/>
              <a:gd name="connsiteX78" fmla="*/ 0 w 477264"/>
              <a:gd name="connsiteY78" fmla="*/ 491249 h 982498"/>
              <a:gd name="connsiteX79" fmla="*/ 24320 w 477264"/>
              <a:gd name="connsiteY79" fmla="*/ 466929 h 982498"/>
              <a:gd name="connsiteX80" fmla="*/ 131476 w 477264"/>
              <a:gd name="connsiteY80" fmla="*/ 466929 h 982498"/>
              <a:gd name="connsiteX81" fmla="*/ 155796 w 477264"/>
              <a:gd name="connsiteY81" fmla="*/ 491249 h 982498"/>
              <a:gd name="connsiteX82" fmla="*/ 131476 w 477264"/>
              <a:gd name="connsiteY82" fmla="*/ 515569 h 982498"/>
              <a:gd name="connsiteX83" fmla="*/ 107156 w 477264"/>
              <a:gd name="connsiteY83" fmla="*/ 491249 h 982498"/>
              <a:gd name="connsiteX84" fmla="*/ 131476 w 477264"/>
              <a:gd name="connsiteY84" fmla="*/ 466929 h 982498"/>
              <a:gd name="connsiteX85" fmla="*/ 238632 w 477264"/>
              <a:gd name="connsiteY85" fmla="*/ 466929 h 982498"/>
              <a:gd name="connsiteX86" fmla="*/ 262952 w 477264"/>
              <a:gd name="connsiteY86" fmla="*/ 491249 h 982498"/>
              <a:gd name="connsiteX87" fmla="*/ 238632 w 477264"/>
              <a:gd name="connsiteY87" fmla="*/ 515569 h 982498"/>
              <a:gd name="connsiteX88" fmla="*/ 214312 w 477264"/>
              <a:gd name="connsiteY88" fmla="*/ 491249 h 982498"/>
              <a:gd name="connsiteX89" fmla="*/ 238632 w 477264"/>
              <a:gd name="connsiteY89" fmla="*/ 466929 h 982498"/>
              <a:gd name="connsiteX90" fmla="*/ 345788 w 477264"/>
              <a:gd name="connsiteY90" fmla="*/ 466929 h 982498"/>
              <a:gd name="connsiteX91" fmla="*/ 370108 w 477264"/>
              <a:gd name="connsiteY91" fmla="*/ 491249 h 982498"/>
              <a:gd name="connsiteX92" fmla="*/ 345788 w 477264"/>
              <a:gd name="connsiteY92" fmla="*/ 515569 h 982498"/>
              <a:gd name="connsiteX93" fmla="*/ 321468 w 477264"/>
              <a:gd name="connsiteY93" fmla="*/ 491249 h 982498"/>
              <a:gd name="connsiteX94" fmla="*/ 345788 w 477264"/>
              <a:gd name="connsiteY94" fmla="*/ 466929 h 982498"/>
              <a:gd name="connsiteX95" fmla="*/ 452944 w 477264"/>
              <a:gd name="connsiteY95" fmla="*/ 466929 h 982498"/>
              <a:gd name="connsiteX96" fmla="*/ 477264 w 477264"/>
              <a:gd name="connsiteY96" fmla="*/ 491249 h 982498"/>
              <a:gd name="connsiteX97" fmla="*/ 452944 w 477264"/>
              <a:gd name="connsiteY97" fmla="*/ 515569 h 982498"/>
              <a:gd name="connsiteX98" fmla="*/ 428624 w 477264"/>
              <a:gd name="connsiteY98" fmla="*/ 491249 h 982498"/>
              <a:gd name="connsiteX99" fmla="*/ 452944 w 477264"/>
              <a:gd name="connsiteY99" fmla="*/ 466929 h 982498"/>
              <a:gd name="connsiteX100" fmla="*/ 24320 w 477264"/>
              <a:gd name="connsiteY100" fmla="*/ 311287 h 982498"/>
              <a:gd name="connsiteX101" fmla="*/ 48640 w 477264"/>
              <a:gd name="connsiteY101" fmla="*/ 335607 h 982498"/>
              <a:gd name="connsiteX102" fmla="*/ 24320 w 477264"/>
              <a:gd name="connsiteY102" fmla="*/ 359926 h 982498"/>
              <a:gd name="connsiteX103" fmla="*/ 0 w 477264"/>
              <a:gd name="connsiteY103" fmla="*/ 335607 h 982498"/>
              <a:gd name="connsiteX104" fmla="*/ 24320 w 477264"/>
              <a:gd name="connsiteY104" fmla="*/ 311287 h 982498"/>
              <a:gd name="connsiteX105" fmla="*/ 131476 w 477264"/>
              <a:gd name="connsiteY105" fmla="*/ 311286 h 982498"/>
              <a:gd name="connsiteX106" fmla="*/ 155796 w 477264"/>
              <a:gd name="connsiteY106" fmla="*/ 335606 h 982498"/>
              <a:gd name="connsiteX107" fmla="*/ 131476 w 477264"/>
              <a:gd name="connsiteY107" fmla="*/ 359926 h 982498"/>
              <a:gd name="connsiteX108" fmla="*/ 107156 w 477264"/>
              <a:gd name="connsiteY108" fmla="*/ 335606 h 982498"/>
              <a:gd name="connsiteX109" fmla="*/ 131476 w 477264"/>
              <a:gd name="connsiteY109" fmla="*/ 311286 h 982498"/>
              <a:gd name="connsiteX110" fmla="*/ 238632 w 477264"/>
              <a:gd name="connsiteY110" fmla="*/ 311286 h 982498"/>
              <a:gd name="connsiteX111" fmla="*/ 262952 w 477264"/>
              <a:gd name="connsiteY111" fmla="*/ 335606 h 982498"/>
              <a:gd name="connsiteX112" fmla="*/ 238632 w 477264"/>
              <a:gd name="connsiteY112" fmla="*/ 359926 h 982498"/>
              <a:gd name="connsiteX113" fmla="*/ 214312 w 477264"/>
              <a:gd name="connsiteY113" fmla="*/ 335606 h 982498"/>
              <a:gd name="connsiteX114" fmla="*/ 238632 w 477264"/>
              <a:gd name="connsiteY114" fmla="*/ 311286 h 982498"/>
              <a:gd name="connsiteX115" fmla="*/ 345788 w 477264"/>
              <a:gd name="connsiteY115" fmla="*/ 311286 h 982498"/>
              <a:gd name="connsiteX116" fmla="*/ 370108 w 477264"/>
              <a:gd name="connsiteY116" fmla="*/ 335606 h 982498"/>
              <a:gd name="connsiteX117" fmla="*/ 345788 w 477264"/>
              <a:gd name="connsiteY117" fmla="*/ 359926 h 982498"/>
              <a:gd name="connsiteX118" fmla="*/ 321468 w 477264"/>
              <a:gd name="connsiteY118" fmla="*/ 335606 h 982498"/>
              <a:gd name="connsiteX119" fmla="*/ 345788 w 477264"/>
              <a:gd name="connsiteY119" fmla="*/ 311286 h 982498"/>
              <a:gd name="connsiteX120" fmla="*/ 452944 w 477264"/>
              <a:gd name="connsiteY120" fmla="*/ 311286 h 982498"/>
              <a:gd name="connsiteX121" fmla="*/ 477264 w 477264"/>
              <a:gd name="connsiteY121" fmla="*/ 335606 h 982498"/>
              <a:gd name="connsiteX122" fmla="*/ 452944 w 477264"/>
              <a:gd name="connsiteY122" fmla="*/ 359926 h 982498"/>
              <a:gd name="connsiteX123" fmla="*/ 428624 w 477264"/>
              <a:gd name="connsiteY123" fmla="*/ 335606 h 982498"/>
              <a:gd name="connsiteX124" fmla="*/ 452944 w 477264"/>
              <a:gd name="connsiteY124" fmla="*/ 311286 h 982498"/>
              <a:gd name="connsiteX125" fmla="*/ 24320 w 477264"/>
              <a:gd name="connsiteY125" fmla="*/ 155643 h 982498"/>
              <a:gd name="connsiteX126" fmla="*/ 48640 w 477264"/>
              <a:gd name="connsiteY126" fmla="*/ 179963 h 982498"/>
              <a:gd name="connsiteX127" fmla="*/ 24320 w 477264"/>
              <a:gd name="connsiteY127" fmla="*/ 204283 h 982498"/>
              <a:gd name="connsiteX128" fmla="*/ 0 w 477264"/>
              <a:gd name="connsiteY128" fmla="*/ 179963 h 982498"/>
              <a:gd name="connsiteX129" fmla="*/ 24320 w 477264"/>
              <a:gd name="connsiteY129" fmla="*/ 155643 h 982498"/>
              <a:gd name="connsiteX130" fmla="*/ 131476 w 477264"/>
              <a:gd name="connsiteY130" fmla="*/ 155643 h 982498"/>
              <a:gd name="connsiteX131" fmla="*/ 155796 w 477264"/>
              <a:gd name="connsiteY131" fmla="*/ 179963 h 982498"/>
              <a:gd name="connsiteX132" fmla="*/ 131476 w 477264"/>
              <a:gd name="connsiteY132" fmla="*/ 204283 h 982498"/>
              <a:gd name="connsiteX133" fmla="*/ 107156 w 477264"/>
              <a:gd name="connsiteY133" fmla="*/ 179963 h 982498"/>
              <a:gd name="connsiteX134" fmla="*/ 131476 w 477264"/>
              <a:gd name="connsiteY134" fmla="*/ 155643 h 982498"/>
              <a:gd name="connsiteX135" fmla="*/ 238632 w 477264"/>
              <a:gd name="connsiteY135" fmla="*/ 155643 h 982498"/>
              <a:gd name="connsiteX136" fmla="*/ 262952 w 477264"/>
              <a:gd name="connsiteY136" fmla="*/ 179963 h 982498"/>
              <a:gd name="connsiteX137" fmla="*/ 238632 w 477264"/>
              <a:gd name="connsiteY137" fmla="*/ 204283 h 982498"/>
              <a:gd name="connsiteX138" fmla="*/ 214312 w 477264"/>
              <a:gd name="connsiteY138" fmla="*/ 179963 h 982498"/>
              <a:gd name="connsiteX139" fmla="*/ 238632 w 477264"/>
              <a:gd name="connsiteY139" fmla="*/ 155643 h 982498"/>
              <a:gd name="connsiteX140" fmla="*/ 345788 w 477264"/>
              <a:gd name="connsiteY140" fmla="*/ 155643 h 982498"/>
              <a:gd name="connsiteX141" fmla="*/ 370108 w 477264"/>
              <a:gd name="connsiteY141" fmla="*/ 179963 h 982498"/>
              <a:gd name="connsiteX142" fmla="*/ 345788 w 477264"/>
              <a:gd name="connsiteY142" fmla="*/ 204283 h 982498"/>
              <a:gd name="connsiteX143" fmla="*/ 321468 w 477264"/>
              <a:gd name="connsiteY143" fmla="*/ 179963 h 982498"/>
              <a:gd name="connsiteX144" fmla="*/ 345788 w 477264"/>
              <a:gd name="connsiteY144" fmla="*/ 155643 h 982498"/>
              <a:gd name="connsiteX145" fmla="*/ 452944 w 477264"/>
              <a:gd name="connsiteY145" fmla="*/ 155643 h 982498"/>
              <a:gd name="connsiteX146" fmla="*/ 477264 w 477264"/>
              <a:gd name="connsiteY146" fmla="*/ 179963 h 982498"/>
              <a:gd name="connsiteX147" fmla="*/ 452944 w 477264"/>
              <a:gd name="connsiteY147" fmla="*/ 204283 h 982498"/>
              <a:gd name="connsiteX148" fmla="*/ 428624 w 477264"/>
              <a:gd name="connsiteY148" fmla="*/ 179963 h 982498"/>
              <a:gd name="connsiteX149" fmla="*/ 452944 w 477264"/>
              <a:gd name="connsiteY149" fmla="*/ 155643 h 982498"/>
              <a:gd name="connsiteX150" fmla="*/ 452944 w 477264"/>
              <a:gd name="connsiteY150" fmla="*/ 0 h 982498"/>
              <a:gd name="connsiteX151" fmla="*/ 477264 w 477264"/>
              <a:gd name="connsiteY151" fmla="*/ 24320 h 982498"/>
              <a:gd name="connsiteX152" fmla="*/ 452944 w 477264"/>
              <a:gd name="connsiteY152" fmla="*/ 48640 h 982498"/>
              <a:gd name="connsiteX153" fmla="*/ 428624 w 477264"/>
              <a:gd name="connsiteY153" fmla="*/ 24320 h 982498"/>
              <a:gd name="connsiteX154" fmla="*/ 452944 w 477264"/>
              <a:gd name="connsiteY154" fmla="*/ 0 h 982498"/>
              <a:gd name="connsiteX155" fmla="*/ 345788 w 477264"/>
              <a:gd name="connsiteY155" fmla="*/ 0 h 982498"/>
              <a:gd name="connsiteX156" fmla="*/ 370108 w 477264"/>
              <a:gd name="connsiteY156" fmla="*/ 24320 h 982498"/>
              <a:gd name="connsiteX157" fmla="*/ 345788 w 477264"/>
              <a:gd name="connsiteY157" fmla="*/ 48640 h 982498"/>
              <a:gd name="connsiteX158" fmla="*/ 321468 w 477264"/>
              <a:gd name="connsiteY158" fmla="*/ 24320 h 982498"/>
              <a:gd name="connsiteX159" fmla="*/ 345788 w 477264"/>
              <a:gd name="connsiteY159" fmla="*/ 0 h 982498"/>
              <a:gd name="connsiteX160" fmla="*/ 238632 w 477264"/>
              <a:gd name="connsiteY160" fmla="*/ 0 h 982498"/>
              <a:gd name="connsiteX161" fmla="*/ 262952 w 477264"/>
              <a:gd name="connsiteY161" fmla="*/ 24320 h 982498"/>
              <a:gd name="connsiteX162" fmla="*/ 238632 w 477264"/>
              <a:gd name="connsiteY162" fmla="*/ 48640 h 982498"/>
              <a:gd name="connsiteX163" fmla="*/ 214312 w 477264"/>
              <a:gd name="connsiteY163" fmla="*/ 24320 h 982498"/>
              <a:gd name="connsiteX164" fmla="*/ 238632 w 477264"/>
              <a:gd name="connsiteY164" fmla="*/ 0 h 982498"/>
              <a:gd name="connsiteX165" fmla="*/ 131476 w 477264"/>
              <a:gd name="connsiteY165" fmla="*/ 0 h 982498"/>
              <a:gd name="connsiteX166" fmla="*/ 155796 w 477264"/>
              <a:gd name="connsiteY166" fmla="*/ 24320 h 982498"/>
              <a:gd name="connsiteX167" fmla="*/ 131476 w 477264"/>
              <a:gd name="connsiteY167" fmla="*/ 48640 h 982498"/>
              <a:gd name="connsiteX168" fmla="*/ 107156 w 477264"/>
              <a:gd name="connsiteY168" fmla="*/ 24320 h 982498"/>
              <a:gd name="connsiteX169" fmla="*/ 131476 w 477264"/>
              <a:gd name="connsiteY169" fmla="*/ 0 h 982498"/>
              <a:gd name="connsiteX170" fmla="*/ 24320 w 477264"/>
              <a:gd name="connsiteY170" fmla="*/ 0 h 982498"/>
              <a:gd name="connsiteX171" fmla="*/ 48640 w 477264"/>
              <a:gd name="connsiteY171" fmla="*/ 24320 h 982498"/>
              <a:gd name="connsiteX172" fmla="*/ 24320 w 477264"/>
              <a:gd name="connsiteY172" fmla="*/ 48640 h 982498"/>
              <a:gd name="connsiteX173" fmla="*/ 0 w 477264"/>
              <a:gd name="connsiteY173" fmla="*/ 24320 h 982498"/>
              <a:gd name="connsiteX174" fmla="*/ 24320 w 477264"/>
              <a:gd name="connsiteY174" fmla="*/ 0 h 9824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Lst>
            <a:rect l="l" t="t" r="r" b="b"/>
            <a:pathLst>
              <a:path w="477264" h="982498">
                <a:moveTo>
                  <a:pt x="452944" y="933858"/>
                </a:moveTo>
                <a:cubicBezTo>
                  <a:pt x="466376" y="933858"/>
                  <a:pt x="477264" y="944746"/>
                  <a:pt x="477264" y="958178"/>
                </a:cubicBezTo>
                <a:cubicBezTo>
                  <a:pt x="477264" y="971610"/>
                  <a:pt x="466376" y="982498"/>
                  <a:pt x="452944" y="982498"/>
                </a:cubicBezTo>
                <a:cubicBezTo>
                  <a:pt x="439512" y="982498"/>
                  <a:pt x="428624" y="971610"/>
                  <a:pt x="428624" y="958178"/>
                </a:cubicBezTo>
                <a:cubicBezTo>
                  <a:pt x="428624" y="944746"/>
                  <a:pt x="439512" y="933858"/>
                  <a:pt x="452944" y="933858"/>
                </a:cubicBezTo>
                <a:close/>
                <a:moveTo>
                  <a:pt x="345788" y="933858"/>
                </a:moveTo>
                <a:cubicBezTo>
                  <a:pt x="359220" y="933858"/>
                  <a:pt x="370108" y="944746"/>
                  <a:pt x="370108" y="958178"/>
                </a:cubicBezTo>
                <a:cubicBezTo>
                  <a:pt x="370108" y="971610"/>
                  <a:pt x="359220" y="982498"/>
                  <a:pt x="345788" y="982498"/>
                </a:cubicBezTo>
                <a:cubicBezTo>
                  <a:pt x="332356" y="982498"/>
                  <a:pt x="321468" y="971610"/>
                  <a:pt x="321468" y="958178"/>
                </a:cubicBezTo>
                <a:cubicBezTo>
                  <a:pt x="321468" y="944746"/>
                  <a:pt x="332356" y="933858"/>
                  <a:pt x="345788" y="933858"/>
                </a:cubicBezTo>
                <a:close/>
                <a:moveTo>
                  <a:pt x="238632" y="933858"/>
                </a:moveTo>
                <a:cubicBezTo>
                  <a:pt x="252064" y="933858"/>
                  <a:pt x="262952" y="944746"/>
                  <a:pt x="262952" y="958178"/>
                </a:cubicBezTo>
                <a:cubicBezTo>
                  <a:pt x="262952" y="971610"/>
                  <a:pt x="252064" y="982498"/>
                  <a:pt x="238632" y="982498"/>
                </a:cubicBezTo>
                <a:cubicBezTo>
                  <a:pt x="225200" y="982498"/>
                  <a:pt x="214312" y="971610"/>
                  <a:pt x="214312" y="958178"/>
                </a:cubicBezTo>
                <a:cubicBezTo>
                  <a:pt x="214312" y="944746"/>
                  <a:pt x="225200" y="933858"/>
                  <a:pt x="238632" y="933858"/>
                </a:cubicBezTo>
                <a:close/>
                <a:moveTo>
                  <a:pt x="131476" y="933858"/>
                </a:moveTo>
                <a:cubicBezTo>
                  <a:pt x="144908" y="933858"/>
                  <a:pt x="155796" y="944746"/>
                  <a:pt x="155796" y="958178"/>
                </a:cubicBezTo>
                <a:cubicBezTo>
                  <a:pt x="155796" y="971610"/>
                  <a:pt x="144908" y="982498"/>
                  <a:pt x="131476" y="982498"/>
                </a:cubicBezTo>
                <a:cubicBezTo>
                  <a:pt x="118044" y="982498"/>
                  <a:pt x="107156" y="971610"/>
                  <a:pt x="107156" y="958178"/>
                </a:cubicBezTo>
                <a:cubicBezTo>
                  <a:pt x="107156" y="944746"/>
                  <a:pt x="118044" y="933858"/>
                  <a:pt x="131476" y="933858"/>
                </a:cubicBezTo>
                <a:close/>
                <a:moveTo>
                  <a:pt x="24320" y="933858"/>
                </a:moveTo>
                <a:cubicBezTo>
                  <a:pt x="37752" y="933858"/>
                  <a:pt x="48640" y="944746"/>
                  <a:pt x="48640" y="958178"/>
                </a:cubicBezTo>
                <a:cubicBezTo>
                  <a:pt x="48640" y="971610"/>
                  <a:pt x="37752" y="982498"/>
                  <a:pt x="24320" y="982498"/>
                </a:cubicBezTo>
                <a:cubicBezTo>
                  <a:pt x="10888" y="982498"/>
                  <a:pt x="0" y="971610"/>
                  <a:pt x="0" y="958178"/>
                </a:cubicBezTo>
                <a:cubicBezTo>
                  <a:pt x="0" y="944746"/>
                  <a:pt x="10888" y="933858"/>
                  <a:pt x="24320" y="933858"/>
                </a:cubicBezTo>
                <a:close/>
                <a:moveTo>
                  <a:pt x="452944" y="778215"/>
                </a:moveTo>
                <a:cubicBezTo>
                  <a:pt x="466376" y="778215"/>
                  <a:pt x="477264" y="789103"/>
                  <a:pt x="477264" y="802535"/>
                </a:cubicBezTo>
                <a:cubicBezTo>
                  <a:pt x="477264" y="815967"/>
                  <a:pt x="466376" y="826855"/>
                  <a:pt x="452944" y="826855"/>
                </a:cubicBezTo>
                <a:cubicBezTo>
                  <a:pt x="439512" y="826855"/>
                  <a:pt x="428624" y="815967"/>
                  <a:pt x="428624" y="802535"/>
                </a:cubicBezTo>
                <a:cubicBezTo>
                  <a:pt x="428624" y="789103"/>
                  <a:pt x="439512" y="778215"/>
                  <a:pt x="452944" y="778215"/>
                </a:cubicBezTo>
                <a:close/>
                <a:moveTo>
                  <a:pt x="345788" y="778215"/>
                </a:moveTo>
                <a:cubicBezTo>
                  <a:pt x="359220" y="778215"/>
                  <a:pt x="370108" y="789103"/>
                  <a:pt x="370108" y="802535"/>
                </a:cubicBezTo>
                <a:cubicBezTo>
                  <a:pt x="370108" y="815967"/>
                  <a:pt x="359220" y="826855"/>
                  <a:pt x="345788" y="826855"/>
                </a:cubicBezTo>
                <a:cubicBezTo>
                  <a:pt x="332356" y="826855"/>
                  <a:pt x="321468" y="815967"/>
                  <a:pt x="321468" y="802535"/>
                </a:cubicBezTo>
                <a:cubicBezTo>
                  <a:pt x="321468" y="789103"/>
                  <a:pt x="332356" y="778215"/>
                  <a:pt x="345788" y="778215"/>
                </a:cubicBezTo>
                <a:close/>
                <a:moveTo>
                  <a:pt x="238632" y="778215"/>
                </a:moveTo>
                <a:cubicBezTo>
                  <a:pt x="252064" y="778215"/>
                  <a:pt x="262952" y="789103"/>
                  <a:pt x="262952" y="802535"/>
                </a:cubicBezTo>
                <a:cubicBezTo>
                  <a:pt x="262952" y="815967"/>
                  <a:pt x="252064" y="826855"/>
                  <a:pt x="238632" y="826855"/>
                </a:cubicBezTo>
                <a:cubicBezTo>
                  <a:pt x="225200" y="826855"/>
                  <a:pt x="214312" y="815967"/>
                  <a:pt x="214312" y="802535"/>
                </a:cubicBezTo>
                <a:cubicBezTo>
                  <a:pt x="214312" y="789103"/>
                  <a:pt x="225200" y="778215"/>
                  <a:pt x="238632" y="778215"/>
                </a:cubicBezTo>
                <a:close/>
                <a:moveTo>
                  <a:pt x="131476" y="778215"/>
                </a:moveTo>
                <a:cubicBezTo>
                  <a:pt x="144908" y="778215"/>
                  <a:pt x="155796" y="789103"/>
                  <a:pt x="155796" y="802535"/>
                </a:cubicBezTo>
                <a:cubicBezTo>
                  <a:pt x="155796" y="815967"/>
                  <a:pt x="144908" y="826855"/>
                  <a:pt x="131476" y="826855"/>
                </a:cubicBezTo>
                <a:cubicBezTo>
                  <a:pt x="118044" y="826855"/>
                  <a:pt x="107156" y="815967"/>
                  <a:pt x="107156" y="802535"/>
                </a:cubicBezTo>
                <a:cubicBezTo>
                  <a:pt x="107156" y="789103"/>
                  <a:pt x="118044" y="778215"/>
                  <a:pt x="131476" y="778215"/>
                </a:cubicBezTo>
                <a:close/>
                <a:moveTo>
                  <a:pt x="24320" y="778215"/>
                </a:moveTo>
                <a:cubicBezTo>
                  <a:pt x="37752" y="778215"/>
                  <a:pt x="48640" y="789103"/>
                  <a:pt x="48640" y="802535"/>
                </a:cubicBezTo>
                <a:cubicBezTo>
                  <a:pt x="48640" y="815967"/>
                  <a:pt x="37752" y="826855"/>
                  <a:pt x="24320" y="826855"/>
                </a:cubicBezTo>
                <a:cubicBezTo>
                  <a:pt x="10888" y="826855"/>
                  <a:pt x="0" y="815967"/>
                  <a:pt x="0" y="802535"/>
                </a:cubicBezTo>
                <a:cubicBezTo>
                  <a:pt x="0" y="789103"/>
                  <a:pt x="10888" y="778215"/>
                  <a:pt x="24320" y="778215"/>
                </a:cubicBezTo>
                <a:close/>
                <a:moveTo>
                  <a:pt x="452944" y="622572"/>
                </a:moveTo>
                <a:cubicBezTo>
                  <a:pt x="466376" y="622572"/>
                  <a:pt x="477264" y="633460"/>
                  <a:pt x="477264" y="646892"/>
                </a:cubicBezTo>
                <a:cubicBezTo>
                  <a:pt x="477264" y="660324"/>
                  <a:pt x="466376" y="671212"/>
                  <a:pt x="452944" y="671212"/>
                </a:cubicBezTo>
                <a:cubicBezTo>
                  <a:pt x="439512" y="671212"/>
                  <a:pt x="428624" y="660324"/>
                  <a:pt x="428624" y="646892"/>
                </a:cubicBezTo>
                <a:cubicBezTo>
                  <a:pt x="428624" y="633460"/>
                  <a:pt x="439512" y="622572"/>
                  <a:pt x="452944" y="622572"/>
                </a:cubicBezTo>
                <a:close/>
                <a:moveTo>
                  <a:pt x="345788" y="622572"/>
                </a:moveTo>
                <a:cubicBezTo>
                  <a:pt x="359220" y="622572"/>
                  <a:pt x="370108" y="633460"/>
                  <a:pt x="370108" y="646892"/>
                </a:cubicBezTo>
                <a:cubicBezTo>
                  <a:pt x="370108" y="660324"/>
                  <a:pt x="359220" y="671212"/>
                  <a:pt x="345788" y="671212"/>
                </a:cubicBezTo>
                <a:cubicBezTo>
                  <a:pt x="332356" y="671212"/>
                  <a:pt x="321468" y="660324"/>
                  <a:pt x="321468" y="646892"/>
                </a:cubicBezTo>
                <a:cubicBezTo>
                  <a:pt x="321468" y="633460"/>
                  <a:pt x="332356" y="622572"/>
                  <a:pt x="345788" y="622572"/>
                </a:cubicBezTo>
                <a:close/>
                <a:moveTo>
                  <a:pt x="238632" y="622572"/>
                </a:moveTo>
                <a:cubicBezTo>
                  <a:pt x="252064" y="622572"/>
                  <a:pt x="262952" y="633460"/>
                  <a:pt x="262952" y="646892"/>
                </a:cubicBezTo>
                <a:cubicBezTo>
                  <a:pt x="262952" y="660324"/>
                  <a:pt x="252064" y="671212"/>
                  <a:pt x="238632" y="671212"/>
                </a:cubicBezTo>
                <a:cubicBezTo>
                  <a:pt x="225200" y="671212"/>
                  <a:pt x="214312" y="660324"/>
                  <a:pt x="214312" y="646892"/>
                </a:cubicBezTo>
                <a:cubicBezTo>
                  <a:pt x="214312" y="633460"/>
                  <a:pt x="225200" y="622572"/>
                  <a:pt x="238632" y="622572"/>
                </a:cubicBezTo>
                <a:close/>
                <a:moveTo>
                  <a:pt x="131476" y="622572"/>
                </a:moveTo>
                <a:cubicBezTo>
                  <a:pt x="144908" y="622572"/>
                  <a:pt x="155796" y="633460"/>
                  <a:pt x="155796" y="646892"/>
                </a:cubicBezTo>
                <a:cubicBezTo>
                  <a:pt x="155796" y="660324"/>
                  <a:pt x="144908" y="671212"/>
                  <a:pt x="131476" y="671212"/>
                </a:cubicBezTo>
                <a:cubicBezTo>
                  <a:pt x="118044" y="671212"/>
                  <a:pt x="107156" y="660324"/>
                  <a:pt x="107156" y="646892"/>
                </a:cubicBezTo>
                <a:cubicBezTo>
                  <a:pt x="107156" y="633460"/>
                  <a:pt x="118044" y="622572"/>
                  <a:pt x="131476" y="622572"/>
                </a:cubicBezTo>
                <a:close/>
                <a:moveTo>
                  <a:pt x="24320" y="622572"/>
                </a:moveTo>
                <a:cubicBezTo>
                  <a:pt x="37752" y="622572"/>
                  <a:pt x="48640" y="633460"/>
                  <a:pt x="48640" y="646892"/>
                </a:cubicBezTo>
                <a:cubicBezTo>
                  <a:pt x="48640" y="660324"/>
                  <a:pt x="37752" y="671212"/>
                  <a:pt x="24320" y="671212"/>
                </a:cubicBezTo>
                <a:cubicBezTo>
                  <a:pt x="10888" y="671212"/>
                  <a:pt x="0" y="660324"/>
                  <a:pt x="0" y="646892"/>
                </a:cubicBezTo>
                <a:cubicBezTo>
                  <a:pt x="0" y="633460"/>
                  <a:pt x="10888" y="622572"/>
                  <a:pt x="24320" y="622572"/>
                </a:cubicBezTo>
                <a:close/>
                <a:moveTo>
                  <a:pt x="24320" y="466929"/>
                </a:moveTo>
                <a:cubicBezTo>
                  <a:pt x="37752" y="466929"/>
                  <a:pt x="48640" y="477817"/>
                  <a:pt x="48640" y="491249"/>
                </a:cubicBezTo>
                <a:cubicBezTo>
                  <a:pt x="48640" y="504681"/>
                  <a:pt x="37752" y="515569"/>
                  <a:pt x="24320" y="515569"/>
                </a:cubicBezTo>
                <a:cubicBezTo>
                  <a:pt x="10888" y="515569"/>
                  <a:pt x="0" y="504681"/>
                  <a:pt x="0" y="491249"/>
                </a:cubicBezTo>
                <a:cubicBezTo>
                  <a:pt x="0" y="477817"/>
                  <a:pt x="10888" y="466929"/>
                  <a:pt x="24320" y="466929"/>
                </a:cubicBezTo>
                <a:close/>
                <a:moveTo>
                  <a:pt x="131476" y="466929"/>
                </a:moveTo>
                <a:cubicBezTo>
                  <a:pt x="144908" y="466929"/>
                  <a:pt x="155796" y="477817"/>
                  <a:pt x="155796" y="491249"/>
                </a:cubicBezTo>
                <a:cubicBezTo>
                  <a:pt x="155796" y="504681"/>
                  <a:pt x="144908" y="515569"/>
                  <a:pt x="131476" y="515569"/>
                </a:cubicBezTo>
                <a:cubicBezTo>
                  <a:pt x="118044" y="515569"/>
                  <a:pt x="107156" y="504681"/>
                  <a:pt x="107156" y="491249"/>
                </a:cubicBezTo>
                <a:cubicBezTo>
                  <a:pt x="107156" y="477817"/>
                  <a:pt x="118044" y="466929"/>
                  <a:pt x="131476" y="466929"/>
                </a:cubicBezTo>
                <a:close/>
                <a:moveTo>
                  <a:pt x="238632" y="466929"/>
                </a:moveTo>
                <a:cubicBezTo>
                  <a:pt x="252064" y="466929"/>
                  <a:pt x="262952" y="477817"/>
                  <a:pt x="262952" y="491249"/>
                </a:cubicBezTo>
                <a:cubicBezTo>
                  <a:pt x="262952" y="504681"/>
                  <a:pt x="252064" y="515569"/>
                  <a:pt x="238632" y="515569"/>
                </a:cubicBezTo>
                <a:cubicBezTo>
                  <a:pt x="225200" y="515569"/>
                  <a:pt x="214312" y="504681"/>
                  <a:pt x="214312" y="491249"/>
                </a:cubicBezTo>
                <a:cubicBezTo>
                  <a:pt x="214312" y="477817"/>
                  <a:pt x="225200" y="466929"/>
                  <a:pt x="238632" y="466929"/>
                </a:cubicBezTo>
                <a:close/>
                <a:moveTo>
                  <a:pt x="345788" y="466929"/>
                </a:moveTo>
                <a:cubicBezTo>
                  <a:pt x="359220" y="466929"/>
                  <a:pt x="370108" y="477817"/>
                  <a:pt x="370108" y="491249"/>
                </a:cubicBezTo>
                <a:cubicBezTo>
                  <a:pt x="370108" y="504681"/>
                  <a:pt x="359220" y="515569"/>
                  <a:pt x="345788" y="515569"/>
                </a:cubicBezTo>
                <a:cubicBezTo>
                  <a:pt x="332356" y="515569"/>
                  <a:pt x="321468" y="504681"/>
                  <a:pt x="321468" y="491249"/>
                </a:cubicBezTo>
                <a:cubicBezTo>
                  <a:pt x="321468" y="477817"/>
                  <a:pt x="332356" y="466929"/>
                  <a:pt x="345788" y="466929"/>
                </a:cubicBezTo>
                <a:close/>
                <a:moveTo>
                  <a:pt x="452944" y="466929"/>
                </a:moveTo>
                <a:cubicBezTo>
                  <a:pt x="466376" y="466929"/>
                  <a:pt x="477264" y="477817"/>
                  <a:pt x="477264" y="491249"/>
                </a:cubicBezTo>
                <a:cubicBezTo>
                  <a:pt x="477264" y="504681"/>
                  <a:pt x="466376" y="515569"/>
                  <a:pt x="452944" y="515569"/>
                </a:cubicBezTo>
                <a:cubicBezTo>
                  <a:pt x="439512" y="515569"/>
                  <a:pt x="428624" y="504681"/>
                  <a:pt x="428624" y="491249"/>
                </a:cubicBezTo>
                <a:cubicBezTo>
                  <a:pt x="428624" y="477817"/>
                  <a:pt x="439512" y="466929"/>
                  <a:pt x="452944" y="466929"/>
                </a:cubicBezTo>
                <a:close/>
                <a:moveTo>
                  <a:pt x="24320" y="311287"/>
                </a:moveTo>
                <a:cubicBezTo>
                  <a:pt x="37752" y="311287"/>
                  <a:pt x="48640" y="322175"/>
                  <a:pt x="48640" y="335607"/>
                </a:cubicBezTo>
                <a:cubicBezTo>
                  <a:pt x="48640" y="349038"/>
                  <a:pt x="37752" y="359926"/>
                  <a:pt x="24320" y="359926"/>
                </a:cubicBezTo>
                <a:cubicBezTo>
                  <a:pt x="10888" y="359926"/>
                  <a:pt x="0" y="349038"/>
                  <a:pt x="0" y="335607"/>
                </a:cubicBezTo>
                <a:cubicBezTo>
                  <a:pt x="0" y="322175"/>
                  <a:pt x="10888" y="311287"/>
                  <a:pt x="24320" y="311287"/>
                </a:cubicBezTo>
                <a:close/>
                <a:moveTo>
                  <a:pt x="131476" y="311286"/>
                </a:moveTo>
                <a:cubicBezTo>
                  <a:pt x="144908" y="311286"/>
                  <a:pt x="155796" y="322174"/>
                  <a:pt x="155796" y="335606"/>
                </a:cubicBezTo>
                <a:cubicBezTo>
                  <a:pt x="155796" y="349038"/>
                  <a:pt x="144908" y="359926"/>
                  <a:pt x="131476" y="359926"/>
                </a:cubicBezTo>
                <a:cubicBezTo>
                  <a:pt x="118044" y="359926"/>
                  <a:pt x="107156" y="349038"/>
                  <a:pt x="107156" y="335606"/>
                </a:cubicBezTo>
                <a:cubicBezTo>
                  <a:pt x="107156" y="322174"/>
                  <a:pt x="118044" y="311286"/>
                  <a:pt x="131476" y="311286"/>
                </a:cubicBezTo>
                <a:close/>
                <a:moveTo>
                  <a:pt x="238632" y="311286"/>
                </a:moveTo>
                <a:cubicBezTo>
                  <a:pt x="252064" y="311286"/>
                  <a:pt x="262952" y="322174"/>
                  <a:pt x="262952" y="335606"/>
                </a:cubicBezTo>
                <a:cubicBezTo>
                  <a:pt x="262952" y="349038"/>
                  <a:pt x="252064" y="359926"/>
                  <a:pt x="238632" y="359926"/>
                </a:cubicBezTo>
                <a:cubicBezTo>
                  <a:pt x="225200" y="359926"/>
                  <a:pt x="214312" y="349038"/>
                  <a:pt x="214312" y="335606"/>
                </a:cubicBezTo>
                <a:cubicBezTo>
                  <a:pt x="214312" y="322174"/>
                  <a:pt x="225200" y="311286"/>
                  <a:pt x="238632" y="311286"/>
                </a:cubicBezTo>
                <a:close/>
                <a:moveTo>
                  <a:pt x="345788" y="311286"/>
                </a:moveTo>
                <a:cubicBezTo>
                  <a:pt x="359220" y="311286"/>
                  <a:pt x="370108" y="322174"/>
                  <a:pt x="370108" y="335606"/>
                </a:cubicBezTo>
                <a:cubicBezTo>
                  <a:pt x="370108" y="349038"/>
                  <a:pt x="359220" y="359926"/>
                  <a:pt x="345788" y="359926"/>
                </a:cubicBezTo>
                <a:cubicBezTo>
                  <a:pt x="332356" y="359926"/>
                  <a:pt x="321468" y="349038"/>
                  <a:pt x="321468" y="335606"/>
                </a:cubicBezTo>
                <a:cubicBezTo>
                  <a:pt x="321468" y="322174"/>
                  <a:pt x="332356" y="311286"/>
                  <a:pt x="345788" y="311286"/>
                </a:cubicBezTo>
                <a:close/>
                <a:moveTo>
                  <a:pt x="452944" y="311286"/>
                </a:moveTo>
                <a:cubicBezTo>
                  <a:pt x="466376" y="311286"/>
                  <a:pt x="477264" y="322174"/>
                  <a:pt x="477264" y="335606"/>
                </a:cubicBezTo>
                <a:cubicBezTo>
                  <a:pt x="477264" y="349038"/>
                  <a:pt x="466376" y="359926"/>
                  <a:pt x="452944" y="359926"/>
                </a:cubicBezTo>
                <a:cubicBezTo>
                  <a:pt x="439512" y="359926"/>
                  <a:pt x="428624" y="349038"/>
                  <a:pt x="428624" y="335606"/>
                </a:cubicBezTo>
                <a:cubicBezTo>
                  <a:pt x="428624" y="322174"/>
                  <a:pt x="439512" y="311286"/>
                  <a:pt x="452944" y="311286"/>
                </a:cubicBezTo>
                <a:close/>
                <a:moveTo>
                  <a:pt x="24320" y="155643"/>
                </a:moveTo>
                <a:cubicBezTo>
                  <a:pt x="37752" y="155643"/>
                  <a:pt x="48640" y="166531"/>
                  <a:pt x="48640" y="179963"/>
                </a:cubicBezTo>
                <a:cubicBezTo>
                  <a:pt x="48640" y="193395"/>
                  <a:pt x="37752" y="204283"/>
                  <a:pt x="24320" y="204283"/>
                </a:cubicBezTo>
                <a:cubicBezTo>
                  <a:pt x="10888" y="204283"/>
                  <a:pt x="0" y="193395"/>
                  <a:pt x="0" y="179963"/>
                </a:cubicBezTo>
                <a:cubicBezTo>
                  <a:pt x="0" y="166531"/>
                  <a:pt x="10888" y="155643"/>
                  <a:pt x="24320" y="155643"/>
                </a:cubicBezTo>
                <a:close/>
                <a:moveTo>
                  <a:pt x="131476" y="155643"/>
                </a:moveTo>
                <a:cubicBezTo>
                  <a:pt x="144908" y="155643"/>
                  <a:pt x="155796" y="166531"/>
                  <a:pt x="155796" y="179963"/>
                </a:cubicBezTo>
                <a:cubicBezTo>
                  <a:pt x="155796" y="193395"/>
                  <a:pt x="144908" y="204283"/>
                  <a:pt x="131476" y="204283"/>
                </a:cubicBezTo>
                <a:cubicBezTo>
                  <a:pt x="118044" y="204283"/>
                  <a:pt x="107156" y="193395"/>
                  <a:pt x="107156" y="179963"/>
                </a:cubicBezTo>
                <a:cubicBezTo>
                  <a:pt x="107156" y="166531"/>
                  <a:pt x="118044" y="155643"/>
                  <a:pt x="131476" y="155643"/>
                </a:cubicBezTo>
                <a:close/>
                <a:moveTo>
                  <a:pt x="238632" y="155643"/>
                </a:moveTo>
                <a:cubicBezTo>
                  <a:pt x="252064" y="155643"/>
                  <a:pt x="262952" y="166531"/>
                  <a:pt x="262952" y="179963"/>
                </a:cubicBezTo>
                <a:cubicBezTo>
                  <a:pt x="262952" y="193395"/>
                  <a:pt x="252064" y="204283"/>
                  <a:pt x="238632" y="204283"/>
                </a:cubicBezTo>
                <a:cubicBezTo>
                  <a:pt x="225200" y="204283"/>
                  <a:pt x="214312" y="193395"/>
                  <a:pt x="214312" y="179963"/>
                </a:cubicBezTo>
                <a:cubicBezTo>
                  <a:pt x="214312" y="166531"/>
                  <a:pt x="225200" y="155643"/>
                  <a:pt x="238632" y="155643"/>
                </a:cubicBezTo>
                <a:close/>
                <a:moveTo>
                  <a:pt x="345788" y="155643"/>
                </a:moveTo>
                <a:cubicBezTo>
                  <a:pt x="359220" y="155643"/>
                  <a:pt x="370108" y="166531"/>
                  <a:pt x="370108" y="179963"/>
                </a:cubicBezTo>
                <a:cubicBezTo>
                  <a:pt x="370108" y="193395"/>
                  <a:pt x="359220" y="204283"/>
                  <a:pt x="345788" y="204283"/>
                </a:cubicBezTo>
                <a:cubicBezTo>
                  <a:pt x="332356" y="204283"/>
                  <a:pt x="321468" y="193395"/>
                  <a:pt x="321468" y="179963"/>
                </a:cubicBezTo>
                <a:cubicBezTo>
                  <a:pt x="321468" y="166531"/>
                  <a:pt x="332356" y="155643"/>
                  <a:pt x="345788" y="155643"/>
                </a:cubicBezTo>
                <a:close/>
                <a:moveTo>
                  <a:pt x="452944" y="155643"/>
                </a:moveTo>
                <a:cubicBezTo>
                  <a:pt x="466376" y="155643"/>
                  <a:pt x="477264" y="166531"/>
                  <a:pt x="477264" y="179963"/>
                </a:cubicBezTo>
                <a:cubicBezTo>
                  <a:pt x="477264" y="193395"/>
                  <a:pt x="466376" y="204283"/>
                  <a:pt x="452944" y="204283"/>
                </a:cubicBezTo>
                <a:cubicBezTo>
                  <a:pt x="439512" y="204283"/>
                  <a:pt x="428624" y="193395"/>
                  <a:pt x="428624" y="179963"/>
                </a:cubicBezTo>
                <a:cubicBezTo>
                  <a:pt x="428624" y="166531"/>
                  <a:pt x="439512" y="155643"/>
                  <a:pt x="452944" y="155643"/>
                </a:cubicBezTo>
                <a:close/>
                <a:moveTo>
                  <a:pt x="452944" y="0"/>
                </a:moveTo>
                <a:cubicBezTo>
                  <a:pt x="466376" y="0"/>
                  <a:pt x="477264" y="10888"/>
                  <a:pt x="477264" y="24320"/>
                </a:cubicBezTo>
                <a:cubicBezTo>
                  <a:pt x="477264" y="37752"/>
                  <a:pt x="466376" y="48640"/>
                  <a:pt x="452944" y="48640"/>
                </a:cubicBezTo>
                <a:cubicBezTo>
                  <a:pt x="439512" y="48640"/>
                  <a:pt x="428624" y="37752"/>
                  <a:pt x="428624" y="24320"/>
                </a:cubicBezTo>
                <a:cubicBezTo>
                  <a:pt x="428624" y="10888"/>
                  <a:pt x="439512" y="0"/>
                  <a:pt x="452944" y="0"/>
                </a:cubicBezTo>
                <a:close/>
                <a:moveTo>
                  <a:pt x="345788" y="0"/>
                </a:moveTo>
                <a:cubicBezTo>
                  <a:pt x="359220" y="0"/>
                  <a:pt x="370108" y="10888"/>
                  <a:pt x="370108" y="24320"/>
                </a:cubicBezTo>
                <a:cubicBezTo>
                  <a:pt x="370108" y="37752"/>
                  <a:pt x="359220" y="48640"/>
                  <a:pt x="345788" y="48640"/>
                </a:cubicBezTo>
                <a:cubicBezTo>
                  <a:pt x="332356" y="48640"/>
                  <a:pt x="321468" y="37752"/>
                  <a:pt x="321468" y="24320"/>
                </a:cubicBezTo>
                <a:cubicBezTo>
                  <a:pt x="321468" y="10888"/>
                  <a:pt x="332356" y="0"/>
                  <a:pt x="345788" y="0"/>
                </a:cubicBezTo>
                <a:close/>
                <a:moveTo>
                  <a:pt x="238632" y="0"/>
                </a:moveTo>
                <a:cubicBezTo>
                  <a:pt x="252064" y="0"/>
                  <a:pt x="262952" y="10888"/>
                  <a:pt x="262952" y="24320"/>
                </a:cubicBezTo>
                <a:cubicBezTo>
                  <a:pt x="262952" y="37752"/>
                  <a:pt x="252064" y="48640"/>
                  <a:pt x="238632" y="48640"/>
                </a:cubicBezTo>
                <a:cubicBezTo>
                  <a:pt x="225200" y="48640"/>
                  <a:pt x="214312" y="37752"/>
                  <a:pt x="214312" y="24320"/>
                </a:cubicBezTo>
                <a:cubicBezTo>
                  <a:pt x="214312" y="10888"/>
                  <a:pt x="225200" y="0"/>
                  <a:pt x="238632" y="0"/>
                </a:cubicBezTo>
                <a:close/>
                <a:moveTo>
                  <a:pt x="131476" y="0"/>
                </a:moveTo>
                <a:cubicBezTo>
                  <a:pt x="144908" y="0"/>
                  <a:pt x="155796" y="10888"/>
                  <a:pt x="155796" y="24320"/>
                </a:cubicBezTo>
                <a:cubicBezTo>
                  <a:pt x="155796" y="37752"/>
                  <a:pt x="144908" y="48640"/>
                  <a:pt x="131476" y="48640"/>
                </a:cubicBezTo>
                <a:cubicBezTo>
                  <a:pt x="118044" y="48640"/>
                  <a:pt x="107156" y="37752"/>
                  <a:pt x="107156" y="24320"/>
                </a:cubicBezTo>
                <a:cubicBezTo>
                  <a:pt x="107156" y="10888"/>
                  <a:pt x="118044" y="0"/>
                  <a:pt x="131476" y="0"/>
                </a:cubicBezTo>
                <a:close/>
                <a:moveTo>
                  <a:pt x="24320" y="0"/>
                </a:moveTo>
                <a:cubicBezTo>
                  <a:pt x="37752" y="0"/>
                  <a:pt x="48640" y="10888"/>
                  <a:pt x="48640" y="24320"/>
                </a:cubicBezTo>
                <a:cubicBezTo>
                  <a:pt x="48640" y="37752"/>
                  <a:pt x="37752" y="48640"/>
                  <a:pt x="24320" y="48640"/>
                </a:cubicBezTo>
                <a:cubicBezTo>
                  <a:pt x="10888" y="48640"/>
                  <a:pt x="0" y="37752"/>
                  <a:pt x="0" y="24320"/>
                </a:cubicBezTo>
                <a:cubicBezTo>
                  <a:pt x="0" y="10888"/>
                  <a:pt x="10888" y="0"/>
                  <a:pt x="24320" y="0"/>
                </a:cubicBezTo>
                <a:close/>
              </a:path>
            </a:pathLst>
          </a:custGeom>
          <a:gradFill flip="none" rotWithShape="1">
            <a:gsLst>
              <a:gs pos="0">
                <a:srgbClr val="FFFFFF"/>
              </a:gs>
              <a:gs pos="100000">
                <a:srgbClr val="FFFFFF">
                  <a:alpha val="0"/>
                </a:srgbClr>
              </a:gs>
            </a:gsLst>
            <a:lin ang="54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sp>
        <p:nvSpPr>
          <p:cNvPr id="30" name="椭圆 29"/>
          <p:cNvSpPr/>
          <p:nvPr/>
        </p:nvSpPr>
        <p:spPr>
          <a:xfrm>
            <a:off x="5627534" y="1216230"/>
            <a:ext cx="520700" cy="520700"/>
          </a:xfrm>
          <a:prstGeom prst="ellipse">
            <a:avLst/>
          </a:prstGeom>
          <a:gradFill flip="none" rotWithShape="1">
            <a:gsLst>
              <a:gs pos="0">
                <a:srgbClr val="41EEFE"/>
              </a:gs>
              <a:gs pos="70000">
                <a:srgbClr val="41EEFE">
                  <a:alpha val="0"/>
                </a:srgbClr>
              </a:gs>
            </a:gsLst>
            <a:lin ang="54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200">
              <a:solidFill>
                <a:schemeClr val="tx1">
                  <a:lumMod val="85000"/>
                  <a:lumOff val="15000"/>
                </a:schemeClr>
              </a:solidFill>
              <a:latin typeface="思源黑体 CN Bold" panose="020B0800000000000000" pitchFamily="34" charset="-122"/>
              <a:ea typeface="思源黑体 CN Bold" panose="020B0800000000000000" pitchFamily="34" charset="-122"/>
              <a:cs typeface="+mn-ea"/>
            </a:endParaRPr>
          </a:p>
        </p:txBody>
      </p:sp>
      <p:grpSp>
        <p:nvGrpSpPr>
          <p:cNvPr id="38" name="组合 37"/>
          <p:cNvGrpSpPr/>
          <p:nvPr/>
        </p:nvGrpSpPr>
        <p:grpSpPr>
          <a:xfrm>
            <a:off x="688974" y="6040437"/>
            <a:ext cx="434976" cy="63500"/>
            <a:chOff x="688974" y="6040437"/>
            <a:chExt cx="434976" cy="63500"/>
          </a:xfrm>
        </p:grpSpPr>
        <p:sp>
          <p:nvSpPr>
            <p:cNvPr id="31" name="椭圆 30"/>
            <p:cNvSpPr/>
            <p:nvPr/>
          </p:nvSpPr>
          <p:spPr>
            <a:xfrm>
              <a:off x="688974" y="6040437"/>
              <a:ext cx="63500" cy="63500"/>
            </a:xfrm>
            <a:prstGeom prst="ellipse">
              <a:avLst/>
            </a:prstGeom>
            <a:gradFill flip="none" rotWithShape="1">
              <a:gsLst>
                <a:gs pos="0">
                  <a:srgbClr val="41EEFE"/>
                </a:gs>
                <a:gs pos="70000">
                  <a:srgbClr val="41EEFE">
                    <a:alpha val="0"/>
                  </a:srgbClr>
                </a:gs>
              </a:gsLst>
              <a:lin ang="54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200">
                <a:solidFill>
                  <a:schemeClr val="tx1">
                    <a:lumMod val="85000"/>
                    <a:lumOff val="15000"/>
                  </a:schemeClr>
                </a:solidFill>
                <a:latin typeface="思源黑体 CN Bold" panose="020B0800000000000000" pitchFamily="34" charset="-122"/>
                <a:ea typeface="思源黑体 CN Bold" panose="020B0800000000000000" pitchFamily="34" charset="-122"/>
                <a:cs typeface="+mn-ea"/>
              </a:endParaRPr>
            </a:p>
          </p:txBody>
        </p:sp>
        <p:sp>
          <p:nvSpPr>
            <p:cNvPr id="33" name="椭圆 32"/>
            <p:cNvSpPr/>
            <p:nvPr/>
          </p:nvSpPr>
          <p:spPr>
            <a:xfrm>
              <a:off x="781843" y="6040437"/>
              <a:ext cx="63500" cy="63500"/>
            </a:xfrm>
            <a:prstGeom prst="ellipse">
              <a:avLst/>
            </a:prstGeom>
            <a:gradFill flip="none" rotWithShape="1">
              <a:gsLst>
                <a:gs pos="0">
                  <a:srgbClr val="41EEFE"/>
                </a:gs>
                <a:gs pos="70000">
                  <a:srgbClr val="41EEFE">
                    <a:alpha val="0"/>
                  </a:srgbClr>
                </a:gs>
              </a:gsLst>
              <a:lin ang="54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200">
                <a:solidFill>
                  <a:schemeClr val="tx1">
                    <a:lumMod val="85000"/>
                    <a:lumOff val="15000"/>
                  </a:schemeClr>
                </a:solidFill>
                <a:latin typeface="思源黑体 CN Bold" panose="020B0800000000000000" pitchFamily="34" charset="-122"/>
                <a:ea typeface="思源黑体 CN Bold" panose="020B0800000000000000" pitchFamily="34" charset="-122"/>
                <a:cs typeface="+mn-ea"/>
              </a:endParaRPr>
            </a:p>
          </p:txBody>
        </p:sp>
        <p:sp>
          <p:nvSpPr>
            <p:cNvPr id="34" name="椭圆 33"/>
            <p:cNvSpPr/>
            <p:nvPr/>
          </p:nvSpPr>
          <p:spPr>
            <a:xfrm>
              <a:off x="874712" y="6040437"/>
              <a:ext cx="63500" cy="63500"/>
            </a:xfrm>
            <a:prstGeom prst="ellipse">
              <a:avLst/>
            </a:prstGeom>
            <a:gradFill flip="none" rotWithShape="1">
              <a:gsLst>
                <a:gs pos="0">
                  <a:srgbClr val="41EEFE"/>
                </a:gs>
                <a:gs pos="70000">
                  <a:srgbClr val="41EEFE">
                    <a:alpha val="0"/>
                  </a:srgbClr>
                </a:gs>
              </a:gsLst>
              <a:lin ang="54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200">
                <a:solidFill>
                  <a:schemeClr val="tx1">
                    <a:lumMod val="85000"/>
                    <a:lumOff val="15000"/>
                  </a:schemeClr>
                </a:solidFill>
                <a:latin typeface="思源黑体 CN Bold" panose="020B0800000000000000" pitchFamily="34" charset="-122"/>
                <a:ea typeface="思源黑体 CN Bold" panose="020B0800000000000000" pitchFamily="34" charset="-122"/>
                <a:cs typeface="+mn-ea"/>
              </a:endParaRPr>
            </a:p>
          </p:txBody>
        </p:sp>
        <p:sp>
          <p:nvSpPr>
            <p:cNvPr id="35" name="椭圆 34"/>
            <p:cNvSpPr/>
            <p:nvPr/>
          </p:nvSpPr>
          <p:spPr>
            <a:xfrm>
              <a:off x="967581" y="6040437"/>
              <a:ext cx="63500" cy="63500"/>
            </a:xfrm>
            <a:prstGeom prst="ellipse">
              <a:avLst/>
            </a:prstGeom>
            <a:gradFill flip="none" rotWithShape="1">
              <a:gsLst>
                <a:gs pos="0">
                  <a:srgbClr val="41EEFE"/>
                </a:gs>
                <a:gs pos="70000">
                  <a:srgbClr val="41EEFE">
                    <a:alpha val="0"/>
                  </a:srgbClr>
                </a:gs>
              </a:gsLst>
              <a:lin ang="54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200">
                <a:solidFill>
                  <a:schemeClr val="tx1">
                    <a:lumMod val="85000"/>
                    <a:lumOff val="15000"/>
                  </a:schemeClr>
                </a:solidFill>
                <a:latin typeface="思源黑体 CN Bold" panose="020B0800000000000000" pitchFamily="34" charset="-122"/>
                <a:ea typeface="思源黑体 CN Bold" panose="020B0800000000000000" pitchFamily="34" charset="-122"/>
                <a:cs typeface="+mn-ea"/>
              </a:endParaRPr>
            </a:p>
          </p:txBody>
        </p:sp>
        <p:sp>
          <p:nvSpPr>
            <p:cNvPr id="36" name="椭圆 35"/>
            <p:cNvSpPr/>
            <p:nvPr/>
          </p:nvSpPr>
          <p:spPr>
            <a:xfrm>
              <a:off x="1060450" y="6040437"/>
              <a:ext cx="63500" cy="63500"/>
            </a:xfrm>
            <a:prstGeom prst="ellipse">
              <a:avLst/>
            </a:prstGeom>
            <a:gradFill flip="none" rotWithShape="1">
              <a:gsLst>
                <a:gs pos="0">
                  <a:srgbClr val="41EEFE"/>
                </a:gs>
                <a:gs pos="70000">
                  <a:srgbClr val="41EEFE">
                    <a:alpha val="0"/>
                  </a:srgbClr>
                </a:gs>
              </a:gsLst>
              <a:lin ang="54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200">
                <a:solidFill>
                  <a:schemeClr val="tx1">
                    <a:lumMod val="85000"/>
                    <a:lumOff val="15000"/>
                  </a:schemeClr>
                </a:solidFill>
                <a:latin typeface="思源黑体 CN Bold" panose="020B0800000000000000" pitchFamily="34" charset="-122"/>
                <a:ea typeface="思源黑体 CN Bold" panose="020B0800000000000000" pitchFamily="34" charset="-122"/>
                <a:cs typeface="+mn-ea"/>
              </a:endParaRPr>
            </a:p>
          </p:txBody>
        </p:sp>
      </p:grpSp>
      <p:sp>
        <p:nvSpPr>
          <p:cNvPr id="32" name="文本框 31"/>
          <p:cNvSpPr txBox="1"/>
          <p:nvPr/>
        </p:nvSpPr>
        <p:spPr>
          <a:xfrm>
            <a:off x="1513000" y="2247227"/>
            <a:ext cx="3541600" cy="2215991"/>
          </a:xfrm>
          <a:prstGeom prst="rect">
            <a:avLst/>
          </a:prstGeom>
          <a:noFill/>
        </p:spPr>
        <p:txBody>
          <a:bodyPr wrap="square" rtlCol="0">
            <a:spAutoFit/>
          </a:bodyPr>
          <a:lstStyle/>
          <a:p>
            <a:pPr algn="ctr"/>
            <a:r>
              <a:rPr lang="en-US" altLang="zh-CN" sz="13800" dirty="0">
                <a:gradFill>
                  <a:gsLst>
                    <a:gs pos="38000">
                      <a:srgbClr val="62EFFE"/>
                    </a:gs>
                    <a:gs pos="90000">
                      <a:srgbClr val="02ECFE"/>
                    </a:gs>
                  </a:gsLst>
                  <a:lin ang="5400000" scaled="1"/>
                </a:gradFill>
                <a:latin typeface="思源黑体 CN Bold" panose="020B0800000000000000" pitchFamily="34" charset="-122"/>
                <a:ea typeface="思源黑体 CN Bold" panose="020B0800000000000000" pitchFamily="34" charset="-122"/>
                <a:cs typeface="+mn-ea"/>
                <a:sym typeface="+mn-lt"/>
              </a:rPr>
              <a:t>01.</a:t>
            </a:r>
            <a:endParaRPr lang="zh-CN" altLang="en-US" sz="13800" dirty="0">
              <a:gradFill>
                <a:gsLst>
                  <a:gs pos="38000">
                    <a:srgbClr val="62EFFE"/>
                  </a:gs>
                  <a:gs pos="90000">
                    <a:srgbClr val="02ECFE"/>
                  </a:gs>
                </a:gsLst>
                <a:lin ang="5400000" scaled="1"/>
              </a:gradFill>
              <a:latin typeface="思源黑体 CN Bold" panose="020B0800000000000000" pitchFamily="34" charset="-122"/>
              <a:ea typeface="思源黑体 CN Bold" panose="020B0800000000000000" pitchFamily="34" charset="-122"/>
              <a:cs typeface="+mn-ea"/>
              <a:sym typeface="+mn-lt"/>
            </a:endParaRPr>
          </a:p>
        </p:txBody>
      </p:sp>
      <p:sp>
        <p:nvSpPr>
          <p:cNvPr id="37" name="矩形: 圆角 36"/>
          <p:cNvSpPr/>
          <p:nvPr/>
        </p:nvSpPr>
        <p:spPr>
          <a:xfrm flipV="1">
            <a:off x="6063043" y="5162164"/>
            <a:ext cx="1048957" cy="45719"/>
          </a:xfrm>
          <a:prstGeom prst="roundRect">
            <a:avLst>
              <a:gd name="adj" fmla="val 50000"/>
            </a:avLst>
          </a:prstGeom>
          <a:gradFill flip="none" rotWithShape="1">
            <a:gsLst>
              <a:gs pos="0">
                <a:srgbClr val="41EEFE"/>
              </a:gs>
              <a:gs pos="70000">
                <a:srgbClr val="23EFFE"/>
              </a:gs>
            </a:gsLst>
            <a:lin ang="54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200" dirty="0">
              <a:solidFill>
                <a:schemeClr val="tx1">
                  <a:lumMod val="85000"/>
                  <a:lumOff val="15000"/>
                </a:schemeClr>
              </a:solidFill>
              <a:latin typeface="思源黑体 CN Bold" panose="020B0800000000000000" pitchFamily="34" charset="-122"/>
              <a:ea typeface="思源黑体 CN Bold" panose="020B0800000000000000" pitchFamily="34" charset="-122"/>
              <a:cs typeface="+mn-ea"/>
              <a:sym typeface="+mn-lt"/>
            </a:endParaRPr>
          </a:p>
        </p:txBody>
      </p:sp>
      <p:grpSp>
        <p:nvGrpSpPr>
          <p:cNvPr id="13" name="组合 12"/>
          <p:cNvGrpSpPr/>
          <p:nvPr/>
        </p:nvGrpSpPr>
        <p:grpSpPr>
          <a:xfrm>
            <a:off x="4058577" y="4375150"/>
            <a:ext cx="1384300" cy="1384300"/>
            <a:chOff x="4058577" y="4375150"/>
            <a:chExt cx="1384300" cy="1384300"/>
          </a:xfrm>
        </p:grpSpPr>
        <p:sp>
          <p:nvSpPr>
            <p:cNvPr id="9" name="椭圆 8"/>
            <p:cNvSpPr/>
            <p:nvPr/>
          </p:nvSpPr>
          <p:spPr>
            <a:xfrm>
              <a:off x="4058577" y="4375150"/>
              <a:ext cx="1384300" cy="1384300"/>
            </a:xfrm>
            <a:prstGeom prst="ellipse">
              <a:avLst/>
            </a:prstGeom>
            <a:solidFill>
              <a:schemeClr val="bg1">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200">
                <a:solidFill>
                  <a:schemeClr val="tx1">
                    <a:lumMod val="85000"/>
                    <a:lumOff val="15000"/>
                  </a:schemeClr>
                </a:solidFill>
                <a:latin typeface="思源黑体 CN Bold" panose="020B0800000000000000" pitchFamily="34" charset="-122"/>
                <a:ea typeface="思源黑体 CN Bold" panose="020B0800000000000000" pitchFamily="34" charset="-122"/>
                <a:cs typeface="+mn-ea"/>
              </a:endParaRPr>
            </a:p>
          </p:txBody>
        </p:sp>
        <p:pic>
          <p:nvPicPr>
            <p:cNvPr id="11" name="图片 10"/>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311650" y="4619625"/>
              <a:ext cx="889000" cy="889000"/>
            </a:xfrm>
            <a:prstGeom prst="rect">
              <a:avLst/>
            </a:prstGeom>
          </p:spPr>
        </p:pic>
      </p:grpSp>
      <p:sp>
        <p:nvSpPr>
          <p:cNvPr id="10" name="文本框 9"/>
          <p:cNvSpPr txBox="1"/>
          <p:nvPr/>
        </p:nvSpPr>
        <p:spPr>
          <a:xfrm>
            <a:off x="9031605" y="569557"/>
            <a:ext cx="2705562" cy="337185"/>
          </a:xfrm>
          <a:prstGeom prst="rect">
            <a:avLst/>
          </a:prstGeom>
          <a:noFill/>
        </p:spPr>
        <p:txBody>
          <a:bodyPr wrap="square" rtlCol="0">
            <a:spAutoFit/>
          </a:bodyPr>
          <a:lstStyle/>
          <a:p>
            <a:pPr algn="dist"/>
            <a:r>
              <a:rPr lang="en-US" altLang="zh-CN" sz="1600" b="1" dirty="0">
                <a:solidFill>
                  <a:schemeClr val="bg1"/>
                </a:solidFill>
                <a:latin typeface="思源黑体 CN Normal" panose="020B0400000000000000" pitchFamily="34" charset="-122"/>
                <a:ea typeface="思源黑体 CN Normal" panose="020B0400000000000000" pitchFamily="34" charset="-122"/>
                <a:cs typeface="+mn-ea"/>
                <a:sym typeface="+mn-lt"/>
              </a:rPr>
              <a:t>2023Google</a:t>
            </a:r>
            <a:r>
              <a:rPr lang="zh-CN" altLang="en-US" sz="1600" b="1" dirty="0">
                <a:solidFill>
                  <a:schemeClr val="bg1"/>
                </a:solidFill>
                <a:latin typeface="思源黑体 CN Normal" panose="020B0400000000000000" pitchFamily="34" charset="-122"/>
                <a:ea typeface="思源黑体 CN Normal" panose="020B0400000000000000" pitchFamily="34" charset="-122"/>
                <a:cs typeface="+mn-ea"/>
                <a:sym typeface="+mn-lt"/>
              </a:rPr>
              <a:t>开发者大会</a:t>
            </a:r>
            <a:endParaRPr lang="zh-CN" altLang="en-US" sz="1600" b="1" dirty="0">
              <a:solidFill>
                <a:schemeClr val="bg1"/>
              </a:solidFill>
              <a:latin typeface="思源黑体 CN Normal" panose="020B0400000000000000" pitchFamily="34" charset="-122"/>
              <a:ea typeface="思源黑体 CN Normal" panose="020B0400000000000000" pitchFamily="34" charset="-122"/>
              <a:cs typeface="+mn-ea"/>
              <a:sym typeface="+mn-lt"/>
            </a:endParaRPr>
          </a:p>
        </p:txBody>
      </p:sp>
    </p:spTree>
  </p:cSld>
  <p:clrMapOvr>
    <a:masterClrMapping/>
  </p:clrMapOvr>
  <mc:AlternateContent xmlns:mc="http://schemas.openxmlformats.org/markup-compatibility/2006">
    <mc:Choice xmlns:p14="http://schemas.microsoft.com/office/powerpoint/2010/main" Requires="p14">
      <p:transition spd="slow" p14:dur="1250" advTm="5000">
        <p14:switch dir="r"/>
      </p:transition>
    </mc:Choice>
    <mc:Fallback>
      <p:transition spd="slow" advTm="5000">
        <p:fade/>
      </p:transition>
    </mc:Fallback>
  </mc:AlternateContent>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8" name="组合 7"/>
          <p:cNvGrpSpPr/>
          <p:nvPr/>
        </p:nvGrpSpPr>
        <p:grpSpPr>
          <a:xfrm>
            <a:off x="-698500" y="-582990"/>
            <a:ext cx="13589000" cy="8023980"/>
            <a:chOff x="-863600" y="-584200"/>
            <a:chExt cx="13335000" cy="7874000"/>
          </a:xfrm>
          <a:solidFill>
            <a:srgbClr val="E6E6E6"/>
          </a:solidFill>
        </p:grpSpPr>
        <p:grpSp>
          <p:nvGrpSpPr>
            <p:cNvPr id="4" name="组合 3"/>
            <p:cNvGrpSpPr/>
            <p:nvPr/>
          </p:nvGrpSpPr>
          <p:grpSpPr>
            <a:xfrm>
              <a:off x="-863600" y="-584200"/>
              <a:ext cx="165100" cy="7874000"/>
              <a:chOff x="-863600" y="-584200"/>
              <a:chExt cx="165100" cy="7874000"/>
            </a:xfrm>
            <a:grpFill/>
          </p:grpSpPr>
          <p:sp>
            <p:nvSpPr>
              <p:cNvPr id="2" name="椭圆 1"/>
              <p:cNvSpPr/>
              <p:nvPr/>
            </p:nvSpPr>
            <p:spPr>
              <a:xfrm>
                <a:off x="-863600" y="-584200"/>
                <a:ext cx="165100" cy="165100"/>
              </a:xfrm>
              <a:prstGeom prst="ellipse">
                <a:avLst/>
              </a:prstGeom>
              <a:grp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椭圆 2"/>
              <p:cNvSpPr/>
              <p:nvPr/>
            </p:nvSpPr>
            <p:spPr>
              <a:xfrm>
                <a:off x="-863600" y="7124700"/>
                <a:ext cx="165100" cy="165100"/>
              </a:xfrm>
              <a:prstGeom prst="ellipse">
                <a:avLst/>
              </a:prstGeom>
              <a:grp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5" name="组合 4"/>
            <p:cNvGrpSpPr/>
            <p:nvPr/>
          </p:nvGrpSpPr>
          <p:grpSpPr>
            <a:xfrm>
              <a:off x="12306300" y="-584200"/>
              <a:ext cx="165100" cy="7874000"/>
              <a:chOff x="-863600" y="-584200"/>
              <a:chExt cx="165100" cy="7874000"/>
            </a:xfrm>
            <a:grpFill/>
          </p:grpSpPr>
          <p:sp>
            <p:nvSpPr>
              <p:cNvPr id="6" name="椭圆 5"/>
              <p:cNvSpPr/>
              <p:nvPr/>
            </p:nvSpPr>
            <p:spPr>
              <a:xfrm>
                <a:off x="-863600" y="-584200"/>
                <a:ext cx="165100" cy="165100"/>
              </a:xfrm>
              <a:prstGeom prst="ellipse">
                <a:avLst/>
              </a:prstGeom>
              <a:grp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椭圆 6"/>
              <p:cNvSpPr/>
              <p:nvPr/>
            </p:nvSpPr>
            <p:spPr>
              <a:xfrm>
                <a:off x="-863600" y="7124700"/>
                <a:ext cx="165100" cy="165100"/>
              </a:xfrm>
              <a:prstGeom prst="ellipse">
                <a:avLst/>
              </a:prstGeom>
              <a:grp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sp>
        <p:nvSpPr>
          <p:cNvPr id="25" name="任意多边形: 形状 24"/>
          <p:cNvSpPr/>
          <p:nvPr/>
        </p:nvSpPr>
        <p:spPr>
          <a:xfrm>
            <a:off x="11328401" y="4965700"/>
            <a:ext cx="396593" cy="816428"/>
          </a:xfrm>
          <a:custGeom>
            <a:avLst/>
            <a:gdLst>
              <a:gd name="connsiteX0" fmla="*/ 452944 w 477264"/>
              <a:gd name="connsiteY0" fmla="*/ 933858 h 982498"/>
              <a:gd name="connsiteX1" fmla="*/ 477264 w 477264"/>
              <a:gd name="connsiteY1" fmla="*/ 958178 h 982498"/>
              <a:gd name="connsiteX2" fmla="*/ 452944 w 477264"/>
              <a:gd name="connsiteY2" fmla="*/ 982498 h 982498"/>
              <a:gd name="connsiteX3" fmla="*/ 428624 w 477264"/>
              <a:gd name="connsiteY3" fmla="*/ 958178 h 982498"/>
              <a:gd name="connsiteX4" fmla="*/ 452944 w 477264"/>
              <a:gd name="connsiteY4" fmla="*/ 933858 h 982498"/>
              <a:gd name="connsiteX5" fmla="*/ 345788 w 477264"/>
              <a:gd name="connsiteY5" fmla="*/ 933858 h 982498"/>
              <a:gd name="connsiteX6" fmla="*/ 370108 w 477264"/>
              <a:gd name="connsiteY6" fmla="*/ 958178 h 982498"/>
              <a:gd name="connsiteX7" fmla="*/ 345788 w 477264"/>
              <a:gd name="connsiteY7" fmla="*/ 982498 h 982498"/>
              <a:gd name="connsiteX8" fmla="*/ 321468 w 477264"/>
              <a:gd name="connsiteY8" fmla="*/ 958178 h 982498"/>
              <a:gd name="connsiteX9" fmla="*/ 345788 w 477264"/>
              <a:gd name="connsiteY9" fmla="*/ 933858 h 982498"/>
              <a:gd name="connsiteX10" fmla="*/ 238632 w 477264"/>
              <a:gd name="connsiteY10" fmla="*/ 933858 h 982498"/>
              <a:gd name="connsiteX11" fmla="*/ 262952 w 477264"/>
              <a:gd name="connsiteY11" fmla="*/ 958178 h 982498"/>
              <a:gd name="connsiteX12" fmla="*/ 238632 w 477264"/>
              <a:gd name="connsiteY12" fmla="*/ 982498 h 982498"/>
              <a:gd name="connsiteX13" fmla="*/ 214312 w 477264"/>
              <a:gd name="connsiteY13" fmla="*/ 958178 h 982498"/>
              <a:gd name="connsiteX14" fmla="*/ 238632 w 477264"/>
              <a:gd name="connsiteY14" fmla="*/ 933858 h 982498"/>
              <a:gd name="connsiteX15" fmla="*/ 131476 w 477264"/>
              <a:gd name="connsiteY15" fmla="*/ 933858 h 982498"/>
              <a:gd name="connsiteX16" fmla="*/ 155796 w 477264"/>
              <a:gd name="connsiteY16" fmla="*/ 958178 h 982498"/>
              <a:gd name="connsiteX17" fmla="*/ 131476 w 477264"/>
              <a:gd name="connsiteY17" fmla="*/ 982498 h 982498"/>
              <a:gd name="connsiteX18" fmla="*/ 107156 w 477264"/>
              <a:gd name="connsiteY18" fmla="*/ 958178 h 982498"/>
              <a:gd name="connsiteX19" fmla="*/ 131476 w 477264"/>
              <a:gd name="connsiteY19" fmla="*/ 933858 h 982498"/>
              <a:gd name="connsiteX20" fmla="*/ 24320 w 477264"/>
              <a:gd name="connsiteY20" fmla="*/ 933858 h 982498"/>
              <a:gd name="connsiteX21" fmla="*/ 48640 w 477264"/>
              <a:gd name="connsiteY21" fmla="*/ 958178 h 982498"/>
              <a:gd name="connsiteX22" fmla="*/ 24320 w 477264"/>
              <a:gd name="connsiteY22" fmla="*/ 982498 h 982498"/>
              <a:gd name="connsiteX23" fmla="*/ 0 w 477264"/>
              <a:gd name="connsiteY23" fmla="*/ 958178 h 982498"/>
              <a:gd name="connsiteX24" fmla="*/ 24320 w 477264"/>
              <a:gd name="connsiteY24" fmla="*/ 933858 h 982498"/>
              <a:gd name="connsiteX25" fmla="*/ 452944 w 477264"/>
              <a:gd name="connsiteY25" fmla="*/ 778215 h 982498"/>
              <a:gd name="connsiteX26" fmla="*/ 477264 w 477264"/>
              <a:gd name="connsiteY26" fmla="*/ 802535 h 982498"/>
              <a:gd name="connsiteX27" fmla="*/ 452944 w 477264"/>
              <a:gd name="connsiteY27" fmla="*/ 826855 h 982498"/>
              <a:gd name="connsiteX28" fmla="*/ 428624 w 477264"/>
              <a:gd name="connsiteY28" fmla="*/ 802535 h 982498"/>
              <a:gd name="connsiteX29" fmla="*/ 452944 w 477264"/>
              <a:gd name="connsiteY29" fmla="*/ 778215 h 982498"/>
              <a:gd name="connsiteX30" fmla="*/ 345788 w 477264"/>
              <a:gd name="connsiteY30" fmla="*/ 778215 h 982498"/>
              <a:gd name="connsiteX31" fmla="*/ 370108 w 477264"/>
              <a:gd name="connsiteY31" fmla="*/ 802535 h 982498"/>
              <a:gd name="connsiteX32" fmla="*/ 345788 w 477264"/>
              <a:gd name="connsiteY32" fmla="*/ 826855 h 982498"/>
              <a:gd name="connsiteX33" fmla="*/ 321468 w 477264"/>
              <a:gd name="connsiteY33" fmla="*/ 802535 h 982498"/>
              <a:gd name="connsiteX34" fmla="*/ 345788 w 477264"/>
              <a:gd name="connsiteY34" fmla="*/ 778215 h 982498"/>
              <a:gd name="connsiteX35" fmla="*/ 238632 w 477264"/>
              <a:gd name="connsiteY35" fmla="*/ 778215 h 982498"/>
              <a:gd name="connsiteX36" fmla="*/ 262952 w 477264"/>
              <a:gd name="connsiteY36" fmla="*/ 802535 h 982498"/>
              <a:gd name="connsiteX37" fmla="*/ 238632 w 477264"/>
              <a:gd name="connsiteY37" fmla="*/ 826855 h 982498"/>
              <a:gd name="connsiteX38" fmla="*/ 214312 w 477264"/>
              <a:gd name="connsiteY38" fmla="*/ 802535 h 982498"/>
              <a:gd name="connsiteX39" fmla="*/ 238632 w 477264"/>
              <a:gd name="connsiteY39" fmla="*/ 778215 h 982498"/>
              <a:gd name="connsiteX40" fmla="*/ 131476 w 477264"/>
              <a:gd name="connsiteY40" fmla="*/ 778215 h 982498"/>
              <a:gd name="connsiteX41" fmla="*/ 155796 w 477264"/>
              <a:gd name="connsiteY41" fmla="*/ 802535 h 982498"/>
              <a:gd name="connsiteX42" fmla="*/ 131476 w 477264"/>
              <a:gd name="connsiteY42" fmla="*/ 826855 h 982498"/>
              <a:gd name="connsiteX43" fmla="*/ 107156 w 477264"/>
              <a:gd name="connsiteY43" fmla="*/ 802535 h 982498"/>
              <a:gd name="connsiteX44" fmla="*/ 131476 w 477264"/>
              <a:gd name="connsiteY44" fmla="*/ 778215 h 982498"/>
              <a:gd name="connsiteX45" fmla="*/ 24320 w 477264"/>
              <a:gd name="connsiteY45" fmla="*/ 778215 h 982498"/>
              <a:gd name="connsiteX46" fmla="*/ 48640 w 477264"/>
              <a:gd name="connsiteY46" fmla="*/ 802535 h 982498"/>
              <a:gd name="connsiteX47" fmla="*/ 24320 w 477264"/>
              <a:gd name="connsiteY47" fmla="*/ 826855 h 982498"/>
              <a:gd name="connsiteX48" fmla="*/ 0 w 477264"/>
              <a:gd name="connsiteY48" fmla="*/ 802535 h 982498"/>
              <a:gd name="connsiteX49" fmla="*/ 24320 w 477264"/>
              <a:gd name="connsiteY49" fmla="*/ 778215 h 982498"/>
              <a:gd name="connsiteX50" fmla="*/ 452944 w 477264"/>
              <a:gd name="connsiteY50" fmla="*/ 622572 h 982498"/>
              <a:gd name="connsiteX51" fmla="*/ 477264 w 477264"/>
              <a:gd name="connsiteY51" fmla="*/ 646892 h 982498"/>
              <a:gd name="connsiteX52" fmla="*/ 452944 w 477264"/>
              <a:gd name="connsiteY52" fmla="*/ 671212 h 982498"/>
              <a:gd name="connsiteX53" fmla="*/ 428624 w 477264"/>
              <a:gd name="connsiteY53" fmla="*/ 646892 h 982498"/>
              <a:gd name="connsiteX54" fmla="*/ 452944 w 477264"/>
              <a:gd name="connsiteY54" fmla="*/ 622572 h 982498"/>
              <a:gd name="connsiteX55" fmla="*/ 345788 w 477264"/>
              <a:gd name="connsiteY55" fmla="*/ 622572 h 982498"/>
              <a:gd name="connsiteX56" fmla="*/ 370108 w 477264"/>
              <a:gd name="connsiteY56" fmla="*/ 646892 h 982498"/>
              <a:gd name="connsiteX57" fmla="*/ 345788 w 477264"/>
              <a:gd name="connsiteY57" fmla="*/ 671212 h 982498"/>
              <a:gd name="connsiteX58" fmla="*/ 321468 w 477264"/>
              <a:gd name="connsiteY58" fmla="*/ 646892 h 982498"/>
              <a:gd name="connsiteX59" fmla="*/ 345788 w 477264"/>
              <a:gd name="connsiteY59" fmla="*/ 622572 h 982498"/>
              <a:gd name="connsiteX60" fmla="*/ 238632 w 477264"/>
              <a:gd name="connsiteY60" fmla="*/ 622572 h 982498"/>
              <a:gd name="connsiteX61" fmla="*/ 262952 w 477264"/>
              <a:gd name="connsiteY61" fmla="*/ 646892 h 982498"/>
              <a:gd name="connsiteX62" fmla="*/ 238632 w 477264"/>
              <a:gd name="connsiteY62" fmla="*/ 671212 h 982498"/>
              <a:gd name="connsiteX63" fmla="*/ 214312 w 477264"/>
              <a:gd name="connsiteY63" fmla="*/ 646892 h 982498"/>
              <a:gd name="connsiteX64" fmla="*/ 238632 w 477264"/>
              <a:gd name="connsiteY64" fmla="*/ 622572 h 982498"/>
              <a:gd name="connsiteX65" fmla="*/ 131476 w 477264"/>
              <a:gd name="connsiteY65" fmla="*/ 622572 h 982498"/>
              <a:gd name="connsiteX66" fmla="*/ 155796 w 477264"/>
              <a:gd name="connsiteY66" fmla="*/ 646892 h 982498"/>
              <a:gd name="connsiteX67" fmla="*/ 131476 w 477264"/>
              <a:gd name="connsiteY67" fmla="*/ 671212 h 982498"/>
              <a:gd name="connsiteX68" fmla="*/ 107156 w 477264"/>
              <a:gd name="connsiteY68" fmla="*/ 646892 h 982498"/>
              <a:gd name="connsiteX69" fmla="*/ 131476 w 477264"/>
              <a:gd name="connsiteY69" fmla="*/ 622572 h 982498"/>
              <a:gd name="connsiteX70" fmla="*/ 24320 w 477264"/>
              <a:gd name="connsiteY70" fmla="*/ 622572 h 982498"/>
              <a:gd name="connsiteX71" fmla="*/ 48640 w 477264"/>
              <a:gd name="connsiteY71" fmla="*/ 646892 h 982498"/>
              <a:gd name="connsiteX72" fmla="*/ 24320 w 477264"/>
              <a:gd name="connsiteY72" fmla="*/ 671212 h 982498"/>
              <a:gd name="connsiteX73" fmla="*/ 0 w 477264"/>
              <a:gd name="connsiteY73" fmla="*/ 646892 h 982498"/>
              <a:gd name="connsiteX74" fmla="*/ 24320 w 477264"/>
              <a:gd name="connsiteY74" fmla="*/ 622572 h 982498"/>
              <a:gd name="connsiteX75" fmla="*/ 24320 w 477264"/>
              <a:gd name="connsiteY75" fmla="*/ 466929 h 982498"/>
              <a:gd name="connsiteX76" fmla="*/ 48640 w 477264"/>
              <a:gd name="connsiteY76" fmla="*/ 491249 h 982498"/>
              <a:gd name="connsiteX77" fmla="*/ 24320 w 477264"/>
              <a:gd name="connsiteY77" fmla="*/ 515569 h 982498"/>
              <a:gd name="connsiteX78" fmla="*/ 0 w 477264"/>
              <a:gd name="connsiteY78" fmla="*/ 491249 h 982498"/>
              <a:gd name="connsiteX79" fmla="*/ 24320 w 477264"/>
              <a:gd name="connsiteY79" fmla="*/ 466929 h 982498"/>
              <a:gd name="connsiteX80" fmla="*/ 131476 w 477264"/>
              <a:gd name="connsiteY80" fmla="*/ 466929 h 982498"/>
              <a:gd name="connsiteX81" fmla="*/ 155796 w 477264"/>
              <a:gd name="connsiteY81" fmla="*/ 491249 h 982498"/>
              <a:gd name="connsiteX82" fmla="*/ 131476 w 477264"/>
              <a:gd name="connsiteY82" fmla="*/ 515569 h 982498"/>
              <a:gd name="connsiteX83" fmla="*/ 107156 w 477264"/>
              <a:gd name="connsiteY83" fmla="*/ 491249 h 982498"/>
              <a:gd name="connsiteX84" fmla="*/ 131476 w 477264"/>
              <a:gd name="connsiteY84" fmla="*/ 466929 h 982498"/>
              <a:gd name="connsiteX85" fmla="*/ 238632 w 477264"/>
              <a:gd name="connsiteY85" fmla="*/ 466929 h 982498"/>
              <a:gd name="connsiteX86" fmla="*/ 262952 w 477264"/>
              <a:gd name="connsiteY86" fmla="*/ 491249 h 982498"/>
              <a:gd name="connsiteX87" fmla="*/ 238632 w 477264"/>
              <a:gd name="connsiteY87" fmla="*/ 515569 h 982498"/>
              <a:gd name="connsiteX88" fmla="*/ 214312 w 477264"/>
              <a:gd name="connsiteY88" fmla="*/ 491249 h 982498"/>
              <a:gd name="connsiteX89" fmla="*/ 238632 w 477264"/>
              <a:gd name="connsiteY89" fmla="*/ 466929 h 982498"/>
              <a:gd name="connsiteX90" fmla="*/ 345788 w 477264"/>
              <a:gd name="connsiteY90" fmla="*/ 466929 h 982498"/>
              <a:gd name="connsiteX91" fmla="*/ 370108 w 477264"/>
              <a:gd name="connsiteY91" fmla="*/ 491249 h 982498"/>
              <a:gd name="connsiteX92" fmla="*/ 345788 w 477264"/>
              <a:gd name="connsiteY92" fmla="*/ 515569 h 982498"/>
              <a:gd name="connsiteX93" fmla="*/ 321468 w 477264"/>
              <a:gd name="connsiteY93" fmla="*/ 491249 h 982498"/>
              <a:gd name="connsiteX94" fmla="*/ 345788 w 477264"/>
              <a:gd name="connsiteY94" fmla="*/ 466929 h 982498"/>
              <a:gd name="connsiteX95" fmla="*/ 452944 w 477264"/>
              <a:gd name="connsiteY95" fmla="*/ 466929 h 982498"/>
              <a:gd name="connsiteX96" fmla="*/ 477264 w 477264"/>
              <a:gd name="connsiteY96" fmla="*/ 491249 h 982498"/>
              <a:gd name="connsiteX97" fmla="*/ 452944 w 477264"/>
              <a:gd name="connsiteY97" fmla="*/ 515569 h 982498"/>
              <a:gd name="connsiteX98" fmla="*/ 428624 w 477264"/>
              <a:gd name="connsiteY98" fmla="*/ 491249 h 982498"/>
              <a:gd name="connsiteX99" fmla="*/ 452944 w 477264"/>
              <a:gd name="connsiteY99" fmla="*/ 466929 h 982498"/>
              <a:gd name="connsiteX100" fmla="*/ 24320 w 477264"/>
              <a:gd name="connsiteY100" fmla="*/ 311287 h 982498"/>
              <a:gd name="connsiteX101" fmla="*/ 48640 w 477264"/>
              <a:gd name="connsiteY101" fmla="*/ 335607 h 982498"/>
              <a:gd name="connsiteX102" fmla="*/ 24320 w 477264"/>
              <a:gd name="connsiteY102" fmla="*/ 359926 h 982498"/>
              <a:gd name="connsiteX103" fmla="*/ 0 w 477264"/>
              <a:gd name="connsiteY103" fmla="*/ 335607 h 982498"/>
              <a:gd name="connsiteX104" fmla="*/ 24320 w 477264"/>
              <a:gd name="connsiteY104" fmla="*/ 311287 h 982498"/>
              <a:gd name="connsiteX105" fmla="*/ 131476 w 477264"/>
              <a:gd name="connsiteY105" fmla="*/ 311286 h 982498"/>
              <a:gd name="connsiteX106" fmla="*/ 155796 w 477264"/>
              <a:gd name="connsiteY106" fmla="*/ 335606 h 982498"/>
              <a:gd name="connsiteX107" fmla="*/ 131476 w 477264"/>
              <a:gd name="connsiteY107" fmla="*/ 359926 h 982498"/>
              <a:gd name="connsiteX108" fmla="*/ 107156 w 477264"/>
              <a:gd name="connsiteY108" fmla="*/ 335606 h 982498"/>
              <a:gd name="connsiteX109" fmla="*/ 131476 w 477264"/>
              <a:gd name="connsiteY109" fmla="*/ 311286 h 982498"/>
              <a:gd name="connsiteX110" fmla="*/ 238632 w 477264"/>
              <a:gd name="connsiteY110" fmla="*/ 311286 h 982498"/>
              <a:gd name="connsiteX111" fmla="*/ 262952 w 477264"/>
              <a:gd name="connsiteY111" fmla="*/ 335606 h 982498"/>
              <a:gd name="connsiteX112" fmla="*/ 238632 w 477264"/>
              <a:gd name="connsiteY112" fmla="*/ 359926 h 982498"/>
              <a:gd name="connsiteX113" fmla="*/ 214312 w 477264"/>
              <a:gd name="connsiteY113" fmla="*/ 335606 h 982498"/>
              <a:gd name="connsiteX114" fmla="*/ 238632 w 477264"/>
              <a:gd name="connsiteY114" fmla="*/ 311286 h 982498"/>
              <a:gd name="connsiteX115" fmla="*/ 345788 w 477264"/>
              <a:gd name="connsiteY115" fmla="*/ 311286 h 982498"/>
              <a:gd name="connsiteX116" fmla="*/ 370108 w 477264"/>
              <a:gd name="connsiteY116" fmla="*/ 335606 h 982498"/>
              <a:gd name="connsiteX117" fmla="*/ 345788 w 477264"/>
              <a:gd name="connsiteY117" fmla="*/ 359926 h 982498"/>
              <a:gd name="connsiteX118" fmla="*/ 321468 w 477264"/>
              <a:gd name="connsiteY118" fmla="*/ 335606 h 982498"/>
              <a:gd name="connsiteX119" fmla="*/ 345788 w 477264"/>
              <a:gd name="connsiteY119" fmla="*/ 311286 h 982498"/>
              <a:gd name="connsiteX120" fmla="*/ 452944 w 477264"/>
              <a:gd name="connsiteY120" fmla="*/ 311286 h 982498"/>
              <a:gd name="connsiteX121" fmla="*/ 477264 w 477264"/>
              <a:gd name="connsiteY121" fmla="*/ 335606 h 982498"/>
              <a:gd name="connsiteX122" fmla="*/ 452944 w 477264"/>
              <a:gd name="connsiteY122" fmla="*/ 359926 h 982498"/>
              <a:gd name="connsiteX123" fmla="*/ 428624 w 477264"/>
              <a:gd name="connsiteY123" fmla="*/ 335606 h 982498"/>
              <a:gd name="connsiteX124" fmla="*/ 452944 w 477264"/>
              <a:gd name="connsiteY124" fmla="*/ 311286 h 982498"/>
              <a:gd name="connsiteX125" fmla="*/ 24320 w 477264"/>
              <a:gd name="connsiteY125" fmla="*/ 155643 h 982498"/>
              <a:gd name="connsiteX126" fmla="*/ 48640 w 477264"/>
              <a:gd name="connsiteY126" fmla="*/ 179963 h 982498"/>
              <a:gd name="connsiteX127" fmla="*/ 24320 w 477264"/>
              <a:gd name="connsiteY127" fmla="*/ 204283 h 982498"/>
              <a:gd name="connsiteX128" fmla="*/ 0 w 477264"/>
              <a:gd name="connsiteY128" fmla="*/ 179963 h 982498"/>
              <a:gd name="connsiteX129" fmla="*/ 24320 w 477264"/>
              <a:gd name="connsiteY129" fmla="*/ 155643 h 982498"/>
              <a:gd name="connsiteX130" fmla="*/ 131476 w 477264"/>
              <a:gd name="connsiteY130" fmla="*/ 155643 h 982498"/>
              <a:gd name="connsiteX131" fmla="*/ 155796 w 477264"/>
              <a:gd name="connsiteY131" fmla="*/ 179963 h 982498"/>
              <a:gd name="connsiteX132" fmla="*/ 131476 w 477264"/>
              <a:gd name="connsiteY132" fmla="*/ 204283 h 982498"/>
              <a:gd name="connsiteX133" fmla="*/ 107156 w 477264"/>
              <a:gd name="connsiteY133" fmla="*/ 179963 h 982498"/>
              <a:gd name="connsiteX134" fmla="*/ 131476 w 477264"/>
              <a:gd name="connsiteY134" fmla="*/ 155643 h 982498"/>
              <a:gd name="connsiteX135" fmla="*/ 238632 w 477264"/>
              <a:gd name="connsiteY135" fmla="*/ 155643 h 982498"/>
              <a:gd name="connsiteX136" fmla="*/ 262952 w 477264"/>
              <a:gd name="connsiteY136" fmla="*/ 179963 h 982498"/>
              <a:gd name="connsiteX137" fmla="*/ 238632 w 477264"/>
              <a:gd name="connsiteY137" fmla="*/ 204283 h 982498"/>
              <a:gd name="connsiteX138" fmla="*/ 214312 w 477264"/>
              <a:gd name="connsiteY138" fmla="*/ 179963 h 982498"/>
              <a:gd name="connsiteX139" fmla="*/ 238632 w 477264"/>
              <a:gd name="connsiteY139" fmla="*/ 155643 h 982498"/>
              <a:gd name="connsiteX140" fmla="*/ 345788 w 477264"/>
              <a:gd name="connsiteY140" fmla="*/ 155643 h 982498"/>
              <a:gd name="connsiteX141" fmla="*/ 370108 w 477264"/>
              <a:gd name="connsiteY141" fmla="*/ 179963 h 982498"/>
              <a:gd name="connsiteX142" fmla="*/ 345788 w 477264"/>
              <a:gd name="connsiteY142" fmla="*/ 204283 h 982498"/>
              <a:gd name="connsiteX143" fmla="*/ 321468 w 477264"/>
              <a:gd name="connsiteY143" fmla="*/ 179963 h 982498"/>
              <a:gd name="connsiteX144" fmla="*/ 345788 w 477264"/>
              <a:gd name="connsiteY144" fmla="*/ 155643 h 982498"/>
              <a:gd name="connsiteX145" fmla="*/ 452944 w 477264"/>
              <a:gd name="connsiteY145" fmla="*/ 155643 h 982498"/>
              <a:gd name="connsiteX146" fmla="*/ 477264 w 477264"/>
              <a:gd name="connsiteY146" fmla="*/ 179963 h 982498"/>
              <a:gd name="connsiteX147" fmla="*/ 452944 w 477264"/>
              <a:gd name="connsiteY147" fmla="*/ 204283 h 982498"/>
              <a:gd name="connsiteX148" fmla="*/ 428624 w 477264"/>
              <a:gd name="connsiteY148" fmla="*/ 179963 h 982498"/>
              <a:gd name="connsiteX149" fmla="*/ 452944 w 477264"/>
              <a:gd name="connsiteY149" fmla="*/ 155643 h 982498"/>
              <a:gd name="connsiteX150" fmla="*/ 452944 w 477264"/>
              <a:gd name="connsiteY150" fmla="*/ 0 h 982498"/>
              <a:gd name="connsiteX151" fmla="*/ 477264 w 477264"/>
              <a:gd name="connsiteY151" fmla="*/ 24320 h 982498"/>
              <a:gd name="connsiteX152" fmla="*/ 452944 w 477264"/>
              <a:gd name="connsiteY152" fmla="*/ 48640 h 982498"/>
              <a:gd name="connsiteX153" fmla="*/ 428624 w 477264"/>
              <a:gd name="connsiteY153" fmla="*/ 24320 h 982498"/>
              <a:gd name="connsiteX154" fmla="*/ 452944 w 477264"/>
              <a:gd name="connsiteY154" fmla="*/ 0 h 982498"/>
              <a:gd name="connsiteX155" fmla="*/ 345788 w 477264"/>
              <a:gd name="connsiteY155" fmla="*/ 0 h 982498"/>
              <a:gd name="connsiteX156" fmla="*/ 370108 w 477264"/>
              <a:gd name="connsiteY156" fmla="*/ 24320 h 982498"/>
              <a:gd name="connsiteX157" fmla="*/ 345788 w 477264"/>
              <a:gd name="connsiteY157" fmla="*/ 48640 h 982498"/>
              <a:gd name="connsiteX158" fmla="*/ 321468 w 477264"/>
              <a:gd name="connsiteY158" fmla="*/ 24320 h 982498"/>
              <a:gd name="connsiteX159" fmla="*/ 345788 w 477264"/>
              <a:gd name="connsiteY159" fmla="*/ 0 h 982498"/>
              <a:gd name="connsiteX160" fmla="*/ 238632 w 477264"/>
              <a:gd name="connsiteY160" fmla="*/ 0 h 982498"/>
              <a:gd name="connsiteX161" fmla="*/ 262952 w 477264"/>
              <a:gd name="connsiteY161" fmla="*/ 24320 h 982498"/>
              <a:gd name="connsiteX162" fmla="*/ 238632 w 477264"/>
              <a:gd name="connsiteY162" fmla="*/ 48640 h 982498"/>
              <a:gd name="connsiteX163" fmla="*/ 214312 w 477264"/>
              <a:gd name="connsiteY163" fmla="*/ 24320 h 982498"/>
              <a:gd name="connsiteX164" fmla="*/ 238632 w 477264"/>
              <a:gd name="connsiteY164" fmla="*/ 0 h 982498"/>
              <a:gd name="connsiteX165" fmla="*/ 131476 w 477264"/>
              <a:gd name="connsiteY165" fmla="*/ 0 h 982498"/>
              <a:gd name="connsiteX166" fmla="*/ 155796 w 477264"/>
              <a:gd name="connsiteY166" fmla="*/ 24320 h 982498"/>
              <a:gd name="connsiteX167" fmla="*/ 131476 w 477264"/>
              <a:gd name="connsiteY167" fmla="*/ 48640 h 982498"/>
              <a:gd name="connsiteX168" fmla="*/ 107156 w 477264"/>
              <a:gd name="connsiteY168" fmla="*/ 24320 h 982498"/>
              <a:gd name="connsiteX169" fmla="*/ 131476 w 477264"/>
              <a:gd name="connsiteY169" fmla="*/ 0 h 982498"/>
              <a:gd name="connsiteX170" fmla="*/ 24320 w 477264"/>
              <a:gd name="connsiteY170" fmla="*/ 0 h 982498"/>
              <a:gd name="connsiteX171" fmla="*/ 48640 w 477264"/>
              <a:gd name="connsiteY171" fmla="*/ 24320 h 982498"/>
              <a:gd name="connsiteX172" fmla="*/ 24320 w 477264"/>
              <a:gd name="connsiteY172" fmla="*/ 48640 h 982498"/>
              <a:gd name="connsiteX173" fmla="*/ 0 w 477264"/>
              <a:gd name="connsiteY173" fmla="*/ 24320 h 982498"/>
              <a:gd name="connsiteX174" fmla="*/ 24320 w 477264"/>
              <a:gd name="connsiteY174" fmla="*/ 0 h 9824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Lst>
            <a:rect l="l" t="t" r="r" b="b"/>
            <a:pathLst>
              <a:path w="477264" h="982498">
                <a:moveTo>
                  <a:pt x="452944" y="933858"/>
                </a:moveTo>
                <a:cubicBezTo>
                  <a:pt x="466376" y="933858"/>
                  <a:pt x="477264" y="944746"/>
                  <a:pt x="477264" y="958178"/>
                </a:cubicBezTo>
                <a:cubicBezTo>
                  <a:pt x="477264" y="971610"/>
                  <a:pt x="466376" y="982498"/>
                  <a:pt x="452944" y="982498"/>
                </a:cubicBezTo>
                <a:cubicBezTo>
                  <a:pt x="439512" y="982498"/>
                  <a:pt x="428624" y="971610"/>
                  <a:pt x="428624" y="958178"/>
                </a:cubicBezTo>
                <a:cubicBezTo>
                  <a:pt x="428624" y="944746"/>
                  <a:pt x="439512" y="933858"/>
                  <a:pt x="452944" y="933858"/>
                </a:cubicBezTo>
                <a:close/>
                <a:moveTo>
                  <a:pt x="345788" y="933858"/>
                </a:moveTo>
                <a:cubicBezTo>
                  <a:pt x="359220" y="933858"/>
                  <a:pt x="370108" y="944746"/>
                  <a:pt x="370108" y="958178"/>
                </a:cubicBezTo>
                <a:cubicBezTo>
                  <a:pt x="370108" y="971610"/>
                  <a:pt x="359220" y="982498"/>
                  <a:pt x="345788" y="982498"/>
                </a:cubicBezTo>
                <a:cubicBezTo>
                  <a:pt x="332356" y="982498"/>
                  <a:pt x="321468" y="971610"/>
                  <a:pt x="321468" y="958178"/>
                </a:cubicBezTo>
                <a:cubicBezTo>
                  <a:pt x="321468" y="944746"/>
                  <a:pt x="332356" y="933858"/>
                  <a:pt x="345788" y="933858"/>
                </a:cubicBezTo>
                <a:close/>
                <a:moveTo>
                  <a:pt x="238632" y="933858"/>
                </a:moveTo>
                <a:cubicBezTo>
                  <a:pt x="252064" y="933858"/>
                  <a:pt x="262952" y="944746"/>
                  <a:pt x="262952" y="958178"/>
                </a:cubicBezTo>
                <a:cubicBezTo>
                  <a:pt x="262952" y="971610"/>
                  <a:pt x="252064" y="982498"/>
                  <a:pt x="238632" y="982498"/>
                </a:cubicBezTo>
                <a:cubicBezTo>
                  <a:pt x="225200" y="982498"/>
                  <a:pt x="214312" y="971610"/>
                  <a:pt x="214312" y="958178"/>
                </a:cubicBezTo>
                <a:cubicBezTo>
                  <a:pt x="214312" y="944746"/>
                  <a:pt x="225200" y="933858"/>
                  <a:pt x="238632" y="933858"/>
                </a:cubicBezTo>
                <a:close/>
                <a:moveTo>
                  <a:pt x="131476" y="933858"/>
                </a:moveTo>
                <a:cubicBezTo>
                  <a:pt x="144908" y="933858"/>
                  <a:pt x="155796" y="944746"/>
                  <a:pt x="155796" y="958178"/>
                </a:cubicBezTo>
                <a:cubicBezTo>
                  <a:pt x="155796" y="971610"/>
                  <a:pt x="144908" y="982498"/>
                  <a:pt x="131476" y="982498"/>
                </a:cubicBezTo>
                <a:cubicBezTo>
                  <a:pt x="118044" y="982498"/>
                  <a:pt x="107156" y="971610"/>
                  <a:pt x="107156" y="958178"/>
                </a:cubicBezTo>
                <a:cubicBezTo>
                  <a:pt x="107156" y="944746"/>
                  <a:pt x="118044" y="933858"/>
                  <a:pt x="131476" y="933858"/>
                </a:cubicBezTo>
                <a:close/>
                <a:moveTo>
                  <a:pt x="24320" y="933858"/>
                </a:moveTo>
                <a:cubicBezTo>
                  <a:pt x="37752" y="933858"/>
                  <a:pt x="48640" y="944746"/>
                  <a:pt x="48640" y="958178"/>
                </a:cubicBezTo>
                <a:cubicBezTo>
                  <a:pt x="48640" y="971610"/>
                  <a:pt x="37752" y="982498"/>
                  <a:pt x="24320" y="982498"/>
                </a:cubicBezTo>
                <a:cubicBezTo>
                  <a:pt x="10888" y="982498"/>
                  <a:pt x="0" y="971610"/>
                  <a:pt x="0" y="958178"/>
                </a:cubicBezTo>
                <a:cubicBezTo>
                  <a:pt x="0" y="944746"/>
                  <a:pt x="10888" y="933858"/>
                  <a:pt x="24320" y="933858"/>
                </a:cubicBezTo>
                <a:close/>
                <a:moveTo>
                  <a:pt x="452944" y="778215"/>
                </a:moveTo>
                <a:cubicBezTo>
                  <a:pt x="466376" y="778215"/>
                  <a:pt x="477264" y="789103"/>
                  <a:pt x="477264" y="802535"/>
                </a:cubicBezTo>
                <a:cubicBezTo>
                  <a:pt x="477264" y="815967"/>
                  <a:pt x="466376" y="826855"/>
                  <a:pt x="452944" y="826855"/>
                </a:cubicBezTo>
                <a:cubicBezTo>
                  <a:pt x="439512" y="826855"/>
                  <a:pt x="428624" y="815967"/>
                  <a:pt x="428624" y="802535"/>
                </a:cubicBezTo>
                <a:cubicBezTo>
                  <a:pt x="428624" y="789103"/>
                  <a:pt x="439512" y="778215"/>
                  <a:pt x="452944" y="778215"/>
                </a:cubicBezTo>
                <a:close/>
                <a:moveTo>
                  <a:pt x="345788" y="778215"/>
                </a:moveTo>
                <a:cubicBezTo>
                  <a:pt x="359220" y="778215"/>
                  <a:pt x="370108" y="789103"/>
                  <a:pt x="370108" y="802535"/>
                </a:cubicBezTo>
                <a:cubicBezTo>
                  <a:pt x="370108" y="815967"/>
                  <a:pt x="359220" y="826855"/>
                  <a:pt x="345788" y="826855"/>
                </a:cubicBezTo>
                <a:cubicBezTo>
                  <a:pt x="332356" y="826855"/>
                  <a:pt x="321468" y="815967"/>
                  <a:pt x="321468" y="802535"/>
                </a:cubicBezTo>
                <a:cubicBezTo>
                  <a:pt x="321468" y="789103"/>
                  <a:pt x="332356" y="778215"/>
                  <a:pt x="345788" y="778215"/>
                </a:cubicBezTo>
                <a:close/>
                <a:moveTo>
                  <a:pt x="238632" y="778215"/>
                </a:moveTo>
                <a:cubicBezTo>
                  <a:pt x="252064" y="778215"/>
                  <a:pt x="262952" y="789103"/>
                  <a:pt x="262952" y="802535"/>
                </a:cubicBezTo>
                <a:cubicBezTo>
                  <a:pt x="262952" y="815967"/>
                  <a:pt x="252064" y="826855"/>
                  <a:pt x="238632" y="826855"/>
                </a:cubicBezTo>
                <a:cubicBezTo>
                  <a:pt x="225200" y="826855"/>
                  <a:pt x="214312" y="815967"/>
                  <a:pt x="214312" y="802535"/>
                </a:cubicBezTo>
                <a:cubicBezTo>
                  <a:pt x="214312" y="789103"/>
                  <a:pt x="225200" y="778215"/>
                  <a:pt x="238632" y="778215"/>
                </a:cubicBezTo>
                <a:close/>
                <a:moveTo>
                  <a:pt x="131476" y="778215"/>
                </a:moveTo>
                <a:cubicBezTo>
                  <a:pt x="144908" y="778215"/>
                  <a:pt x="155796" y="789103"/>
                  <a:pt x="155796" y="802535"/>
                </a:cubicBezTo>
                <a:cubicBezTo>
                  <a:pt x="155796" y="815967"/>
                  <a:pt x="144908" y="826855"/>
                  <a:pt x="131476" y="826855"/>
                </a:cubicBezTo>
                <a:cubicBezTo>
                  <a:pt x="118044" y="826855"/>
                  <a:pt x="107156" y="815967"/>
                  <a:pt x="107156" y="802535"/>
                </a:cubicBezTo>
                <a:cubicBezTo>
                  <a:pt x="107156" y="789103"/>
                  <a:pt x="118044" y="778215"/>
                  <a:pt x="131476" y="778215"/>
                </a:cubicBezTo>
                <a:close/>
                <a:moveTo>
                  <a:pt x="24320" y="778215"/>
                </a:moveTo>
                <a:cubicBezTo>
                  <a:pt x="37752" y="778215"/>
                  <a:pt x="48640" y="789103"/>
                  <a:pt x="48640" y="802535"/>
                </a:cubicBezTo>
                <a:cubicBezTo>
                  <a:pt x="48640" y="815967"/>
                  <a:pt x="37752" y="826855"/>
                  <a:pt x="24320" y="826855"/>
                </a:cubicBezTo>
                <a:cubicBezTo>
                  <a:pt x="10888" y="826855"/>
                  <a:pt x="0" y="815967"/>
                  <a:pt x="0" y="802535"/>
                </a:cubicBezTo>
                <a:cubicBezTo>
                  <a:pt x="0" y="789103"/>
                  <a:pt x="10888" y="778215"/>
                  <a:pt x="24320" y="778215"/>
                </a:cubicBezTo>
                <a:close/>
                <a:moveTo>
                  <a:pt x="452944" y="622572"/>
                </a:moveTo>
                <a:cubicBezTo>
                  <a:pt x="466376" y="622572"/>
                  <a:pt x="477264" y="633460"/>
                  <a:pt x="477264" y="646892"/>
                </a:cubicBezTo>
                <a:cubicBezTo>
                  <a:pt x="477264" y="660324"/>
                  <a:pt x="466376" y="671212"/>
                  <a:pt x="452944" y="671212"/>
                </a:cubicBezTo>
                <a:cubicBezTo>
                  <a:pt x="439512" y="671212"/>
                  <a:pt x="428624" y="660324"/>
                  <a:pt x="428624" y="646892"/>
                </a:cubicBezTo>
                <a:cubicBezTo>
                  <a:pt x="428624" y="633460"/>
                  <a:pt x="439512" y="622572"/>
                  <a:pt x="452944" y="622572"/>
                </a:cubicBezTo>
                <a:close/>
                <a:moveTo>
                  <a:pt x="345788" y="622572"/>
                </a:moveTo>
                <a:cubicBezTo>
                  <a:pt x="359220" y="622572"/>
                  <a:pt x="370108" y="633460"/>
                  <a:pt x="370108" y="646892"/>
                </a:cubicBezTo>
                <a:cubicBezTo>
                  <a:pt x="370108" y="660324"/>
                  <a:pt x="359220" y="671212"/>
                  <a:pt x="345788" y="671212"/>
                </a:cubicBezTo>
                <a:cubicBezTo>
                  <a:pt x="332356" y="671212"/>
                  <a:pt x="321468" y="660324"/>
                  <a:pt x="321468" y="646892"/>
                </a:cubicBezTo>
                <a:cubicBezTo>
                  <a:pt x="321468" y="633460"/>
                  <a:pt x="332356" y="622572"/>
                  <a:pt x="345788" y="622572"/>
                </a:cubicBezTo>
                <a:close/>
                <a:moveTo>
                  <a:pt x="238632" y="622572"/>
                </a:moveTo>
                <a:cubicBezTo>
                  <a:pt x="252064" y="622572"/>
                  <a:pt x="262952" y="633460"/>
                  <a:pt x="262952" y="646892"/>
                </a:cubicBezTo>
                <a:cubicBezTo>
                  <a:pt x="262952" y="660324"/>
                  <a:pt x="252064" y="671212"/>
                  <a:pt x="238632" y="671212"/>
                </a:cubicBezTo>
                <a:cubicBezTo>
                  <a:pt x="225200" y="671212"/>
                  <a:pt x="214312" y="660324"/>
                  <a:pt x="214312" y="646892"/>
                </a:cubicBezTo>
                <a:cubicBezTo>
                  <a:pt x="214312" y="633460"/>
                  <a:pt x="225200" y="622572"/>
                  <a:pt x="238632" y="622572"/>
                </a:cubicBezTo>
                <a:close/>
                <a:moveTo>
                  <a:pt x="131476" y="622572"/>
                </a:moveTo>
                <a:cubicBezTo>
                  <a:pt x="144908" y="622572"/>
                  <a:pt x="155796" y="633460"/>
                  <a:pt x="155796" y="646892"/>
                </a:cubicBezTo>
                <a:cubicBezTo>
                  <a:pt x="155796" y="660324"/>
                  <a:pt x="144908" y="671212"/>
                  <a:pt x="131476" y="671212"/>
                </a:cubicBezTo>
                <a:cubicBezTo>
                  <a:pt x="118044" y="671212"/>
                  <a:pt x="107156" y="660324"/>
                  <a:pt x="107156" y="646892"/>
                </a:cubicBezTo>
                <a:cubicBezTo>
                  <a:pt x="107156" y="633460"/>
                  <a:pt x="118044" y="622572"/>
                  <a:pt x="131476" y="622572"/>
                </a:cubicBezTo>
                <a:close/>
                <a:moveTo>
                  <a:pt x="24320" y="622572"/>
                </a:moveTo>
                <a:cubicBezTo>
                  <a:pt x="37752" y="622572"/>
                  <a:pt x="48640" y="633460"/>
                  <a:pt x="48640" y="646892"/>
                </a:cubicBezTo>
                <a:cubicBezTo>
                  <a:pt x="48640" y="660324"/>
                  <a:pt x="37752" y="671212"/>
                  <a:pt x="24320" y="671212"/>
                </a:cubicBezTo>
                <a:cubicBezTo>
                  <a:pt x="10888" y="671212"/>
                  <a:pt x="0" y="660324"/>
                  <a:pt x="0" y="646892"/>
                </a:cubicBezTo>
                <a:cubicBezTo>
                  <a:pt x="0" y="633460"/>
                  <a:pt x="10888" y="622572"/>
                  <a:pt x="24320" y="622572"/>
                </a:cubicBezTo>
                <a:close/>
                <a:moveTo>
                  <a:pt x="24320" y="466929"/>
                </a:moveTo>
                <a:cubicBezTo>
                  <a:pt x="37752" y="466929"/>
                  <a:pt x="48640" y="477817"/>
                  <a:pt x="48640" y="491249"/>
                </a:cubicBezTo>
                <a:cubicBezTo>
                  <a:pt x="48640" y="504681"/>
                  <a:pt x="37752" y="515569"/>
                  <a:pt x="24320" y="515569"/>
                </a:cubicBezTo>
                <a:cubicBezTo>
                  <a:pt x="10888" y="515569"/>
                  <a:pt x="0" y="504681"/>
                  <a:pt x="0" y="491249"/>
                </a:cubicBezTo>
                <a:cubicBezTo>
                  <a:pt x="0" y="477817"/>
                  <a:pt x="10888" y="466929"/>
                  <a:pt x="24320" y="466929"/>
                </a:cubicBezTo>
                <a:close/>
                <a:moveTo>
                  <a:pt x="131476" y="466929"/>
                </a:moveTo>
                <a:cubicBezTo>
                  <a:pt x="144908" y="466929"/>
                  <a:pt x="155796" y="477817"/>
                  <a:pt x="155796" y="491249"/>
                </a:cubicBezTo>
                <a:cubicBezTo>
                  <a:pt x="155796" y="504681"/>
                  <a:pt x="144908" y="515569"/>
                  <a:pt x="131476" y="515569"/>
                </a:cubicBezTo>
                <a:cubicBezTo>
                  <a:pt x="118044" y="515569"/>
                  <a:pt x="107156" y="504681"/>
                  <a:pt x="107156" y="491249"/>
                </a:cubicBezTo>
                <a:cubicBezTo>
                  <a:pt x="107156" y="477817"/>
                  <a:pt x="118044" y="466929"/>
                  <a:pt x="131476" y="466929"/>
                </a:cubicBezTo>
                <a:close/>
                <a:moveTo>
                  <a:pt x="238632" y="466929"/>
                </a:moveTo>
                <a:cubicBezTo>
                  <a:pt x="252064" y="466929"/>
                  <a:pt x="262952" y="477817"/>
                  <a:pt x="262952" y="491249"/>
                </a:cubicBezTo>
                <a:cubicBezTo>
                  <a:pt x="262952" y="504681"/>
                  <a:pt x="252064" y="515569"/>
                  <a:pt x="238632" y="515569"/>
                </a:cubicBezTo>
                <a:cubicBezTo>
                  <a:pt x="225200" y="515569"/>
                  <a:pt x="214312" y="504681"/>
                  <a:pt x="214312" y="491249"/>
                </a:cubicBezTo>
                <a:cubicBezTo>
                  <a:pt x="214312" y="477817"/>
                  <a:pt x="225200" y="466929"/>
                  <a:pt x="238632" y="466929"/>
                </a:cubicBezTo>
                <a:close/>
                <a:moveTo>
                  <a:pt x="345788" y="466929"/>
                </a:moveTo>
                <a:cubicBezTo>
                  <a:pt x="359220" y="466929"/>
                  <a:pt x="370108" y="477817"/>
                  <a:pt x="370108" y="491249"/>
                </a:cubicBezTo>
                <a:cubicBezTo>
                  <a:pt x="370108" y="504681"/>
                  <a:pt x="359220" y="515569"/>
                  <a:pt x="345788" y="515569"/>
                </a:cubicBezTo>
                <a:cubicBezTo>
                  <a:pt x="332356" y="515569"/>
                  <a:pt x="321468" y="504681"/>
                  <a:pt x="321468" y="491249"/>
                </a:cubicBezTo>
                <a:cubicBezTo>
                  <a:pt x="321468" y="477817"/>
                  <a:pt x="332356" y="466929"/>
                  <a:pt x="345788" y="466929"/>
                </a:cubicBezTo>
                <a:close/>
                <a:moveTo>
                  <a:pt x="452944" y="466929"/>
                </a:moveTo>
                <a:cubicBezTo>
                  <a:pt x="466376" y="466929"/>
                  <a:pt x="477264" y="477817"/>
                  <a:pt x="477264" y="491249"/>
                </a:cubicBezTo>
                <a:cubicBezTo>
                  <a:pt x="477264" y="504681"/>
                  <a:pt x="466376" y="515569"/>
                  <a:pt x="452944" y="515569"/>
                </a:cubicBezTo>
                <a:cubicBezTo>
                  <a:pt x="439512" y="515569"/>
                  <a:pt x="428624" y="504681"/>
                  <a:pt x="428624" y="491249"/>
                </a:cubicBezTo>
                <a:cubicBezTo>
                  <a:pt x="428624" y="477817"/>
                  <a:pt x="439512" y="466929"/>
                  <a:pt x="452944" y="466929"/>
                </a:cubicBezTo>
                <a:close/>
                <a:moveTo>
                  <a:pt x="24320" y="311287"/>
                </a:moveTo>
                <a:cubicBezTo>
                  <a:pt x="37752" y="311287"/>
                  <a:pt x="48640" y="322175"/>
                  <a:pt x="48640" y="335607"/>
                </a:cubicBezTo>
                <a:cubicBezTo>
                  <a:pt x="48640" y="349038"/>
                  <a:pt x="37752" y="359926"/>
                  <a:pt x="24320" y="359926"/>
                </a:cubicBezTo>
                <a:cubicBezTo>
                  <a:pt x="10888" y="359926"/>
                  <a:pt x="0" y="349038"/>
                  <a:pt x="0" y="335607"/>
                </a:cubicBezTo>
                <a:cubicBezTo>
                  <a:pt x="0" y="322175"/>
                  <a:pt x="10888" y="311287"/>
                  <a:pt x="24320" y="311287"/>
                </a:cubicBezTo>
                <a:close/>
                <a:moveTo>
                  <a:pt x="131476" y="311286"/>
                </a:moveTo>
                <a:cubicBezTo>
                  <a:pt x="144908" y="311286"/>
                  <a:pt x="155796" y="322174"/>
                  <a:pt x="155796" y="335606"/>
                </a:cubicBezTo>
                <a:cubicBezTo>
                  <a:pt x="155796" y="349038"/>
                  <a:pt x="144908" y="359926"/>
                  <a:pt x="131476" y="359926"/>
                </a:cubicBezTo>
                <a:cubicBezTo>
                  <a:pt x="118044" y="359926"/>
                  <a:pt x="107156" y="349038"/>
                  <a:pt x="107156" y="335606"/>
                </a:cubicBezTo>
                <a:cubicBezTo>
                  <a:pt x="107156" y="322174"/>
                  <a:pt x="118044" y="311286"/>
                  <a:pt x="131476" y="311286"/>
                </a:cubicBezTo>
                <a:close/>
                <a:moveTo>
                  <a:pt x="238632" y="311286"/>
                </a:moveTo>
                <a:cubicBezTo>
                  <a:pt x="252064" y="311286"/>
                  <a:pt x="262952" y="322174"/>
                  <a:pt x="262952" y="335606"/>
                </a:cubicBezTo>
                <a:cubicBezTo>
                  <a:pt x="262952" y="349038"/>
                  <a:pt x="252064" y="359926"/>
                  <a:pt x="238632" y="359926"/>
                </a:cubicBezTo>
                <a:cubicBezTo>
                  <a:pt x="225200" y="359926"/>
                  <a:pt x="214312" y="349038"/>
                  <a:pt x="214312" y="335606"/>
                </a:cubicBezTo>
                <a:cubicBezTo>
                  <a:pt x="214312" y="322174"/>
                  <a:pt x="225200" y="311286"/>
                  <a:pt x="238632" y="311286"/>
                </a:cubicBezTo>
                <a:close/>
                <a:moveTo>
                  <a:pt x="345788" y="311286"/>
                </a:moveTo>
                <a:cubicBezTo>
                  <a:pt x="359220" y="311286"/>
                  <a:pt x="370108" y="322174"/>
                  <a:pt x="370108" y="335606"/>
                </a:cubicBezTo>
                <a:cubicBezTo>
                  <a:pt x="370108" y="349038"/>
                  <a:pt x="359220" y="359926"/>
                  <a:pt x="345788" y="359926"/>
                </a:cubicBezTo>
                <a:cubicBezTo>
                  <a:pt x="332356" y="359926"/>
                  <a:pt x="321468" y="349038"/>
                  <a:pt x="321468" y="335606"/>
                </a:cubicBezTo>
                <a:cubicBezTo>
                  <a:pt x="321468" y="322174"/>
                  <a:pt x="332356" y="311286"/>
                  <a:pt x="345788" y="311286"/>
                </a:cubicBezTo>
                <a:close/>
                <a:moveTo>
                  <a:pt x="452944" y="311286"/>
                </a:moveTo>
                <a:cubicBezTo>
                  <a:pt x="466376" y="311286"/>
                  <a:pt x="477264" y="322174"/>
                  <a:pt x="477264" y="335606"/>
                </a:cubicBezTo>
                <a:cubicBezTo>
                  <a:pt x="477264" y="349038"/>
                  <a:pt x="466376" y="359926"/>
                  <a:pt x="452944" y="359926"/>
                </a:cubicBezTo>
                <a:cubicBezTo>
                  <a:pt x="439512" y="359926"/>
                  <a:pt x="428624" y="349038"/>
                  <a:pt x="428624" y="335606"/>
                </a:cubicBezTo>
                <a:cubicBezTo>
                  <a:pt x="428624" y="322174"/>
                  <a:pt x="439512" y="311286"/>
                  <a:pt x="452944" y="311286"/>
                </a:cubicBezTo>
                <a:close/>
                <a:moveTo>
                  <a:pt x="24320" y="155643"/>
                </a:moveTo>
                <a:cubicBezTo>
                  <a:pt x="37752" y="155643"/>
                  <a:pt x="48640" y="166531"/>
                  <a:pt x="48640" y="179963"/>
                </a:cubicBezTo>
                <a:cubicBezTo>
                  <a:pt x="48640" y="193395"/>
                  <a:pt x="37752" y="204283"/>
                  <a:pt x="24320" y="204283"/>
                </a:cubicBezTo>
                <a:cubicBezTo>
                  <a:pt x="10888" y="204283"/>
                  <a:pt x="0" y="193395"/>
                  <a:pt x="0" y="179963"/>
                </a:cubicBezTo>
                <a:cubicBezTo>
                  <a:pt x="0" y="166531"/>
                  <a:pt x="10888" y="155643"/>
                  <a:pt x="24320" y="155643"/>
                </a:cubicBezTo>
                <a:close/>
                <a:moveTo>
                  <a:pt x="131476" y="155643"/>
                </a:moveTo>
                <a:cubicBezTo>
                  <a:pt x="144908" y="155643"/>
                  <a:pt x="155796" y="166531"/>
                  <a:pt x="155796" y="179963"/>
                </a:cubicBezTo>
                <a:cubicBezTo>
                  <a:pt x="155796" y="193395"/>
                  <a:pt x="144908" y="204283"/>
                  <a:pt x="131476" y="204283"/>
                </a:cubicBezTo>
                <a:cubicBezTo>
                  <a:pt x="118044" y="204283"/>
                  <a:pt x="107156" y="193395"/>
                  <a:pt x="107156" y="179963"/>
                </a:cubicBezTo>
                <a:cubicBezTo>
                  <a:pt x="107156" y="166531"/>
                  <a:pt x="118044" y="155643"/>
                  <a:pt x="131476" y="155643"/>
                </a:cubicBezTo>
                <a:close/>
                <a:moveTo>
                  <a:pt x="238632" y="155643"/>
                </a:moveTo>
                <a:cubicBezTo>
                  <a:pt x="252064" y="155643"/>
                  <a:pt x="262952" y="166531"/>
                  <a:pt x="262952" y="179963"/>
                </a:cubicBezTo>
                <a:cubicBezTo>
                  <a:pt x="262952" y="193395"/>
                  <a:pt x="252064" y="204283"/>
                  <a:pt x="238632" y="204283"/>
                </a:cubicBezTo>
                <a:cubicBezTo>
                  <a:pt x="225200" y="204283"/>
                  <a:pt x="214312" y="193395"/>
                  <a:pt x="214312" y="179963"/>
                </a:cubicBezTo>
                <a:cubicBezTo>
                  <a:pt x="214312" y="166531"/>
                  <a:pt x="225200" y="155643"/>
                  <a:pt x="238632" y="155643"/>
                </a:cubicBezTo>
                <a:close/>
                <a:moveTo>
                  <a:pt x="345788" y="155643"/>
                </a:moveTo>
                <a:cubicBezTo>
                  <a:pt x="359220" y="155643"/>
                  <a:pt x="370108" y="166531"/>
                  <a:pt x="370108" y="179963"/>
                </a:cubicBezTo>
                <a:cubicBezTo>
                  <a:pt x="370108" y="193395"/>
                  <a:pt x="359220" y="204283"/>
                  <a:pt x="345788" y="204283"/>
                </a:cubicBezTo>
                <a:cubicBezTo>
                  <a:pt x="332356" y="204283"/>
                  <a:pt x="321468" y="193395"/>
                  <a:pt x="321468" y="179963"/>
                </a:cubicBezTo>
                <a:cubicBezTo>
                  <a:pt x="321468" y="166531"/>
                  <a:pt x="332356" y="155643"/>
                  <a:pt x="345788" y="155643"/>
                </a:cubicBezTo>
                <a:close/>
                <a:moveTo>
                  <a:pt x="452944" y="155643"/>
                </a:moveTo>
                <a:cubicBezTo>
                  <a:pt x="466376" y="155643"/>
                  <a:pt x="477264" y="166531"/>
                  <a:pt x="477264" y="179963"/>
                </a:cubicBezTo>
                <a:cubicBezTo>
                  <a:pt x="477264" y="193395"/>
                  <a:pt x="466376" y="204283"/>
                  <a:pt x="452944" y="204283"/>
                </a:cubicBezTo>
                <a:cubicBezTo>
                  <a:pt x="439512" y="204283"/>
                  <a:pt x="428624" y="193395"/>
                  <a:pt x="428624" y="179963"/>
                </a:cubicBezTo>
                <a:cubicBezTo>
                  <a:pt x="428624" y="166531"/>
                  <a:pt x="439512" y="155643"/>
                  <a:pt x="452944" y="155643"/>
                </a:cubicBezTo>
                <a:close/>
                <a:moveTo>
                  <a:pt x="452944" y="0"/>
                </a:moveTo>
                <a:cubicBezTo>
                  <a:pt x="466376" y="0"/>
                  <a:pt x="477264" y="10888"/>
                  <a:pt x="477264" y="24320"/>
                </a:cubicBezTo>
                <a:cubicBezTo>
                  <a:pt x="477264" y="37752"/>
                  <a:pt x="466376" y="48640"/>
                  <a:pt x="452944" y="48640"/>
                </a:cubicBezTo>
                <a:cubicBezTo>
                  <a:pt x="439512" y="48640"/>
                  <a:pt x="428624" y="37752"/>
                  <a:pt x="428624" y="24320"/>
                </a:cubicBezTo>
                <a:cubicBezTo>
                  <a:pt x="428624" y="10888"/>
                  <a:pt x="439512" y="0"/>
                  <a:pt x="452944" y="0"/>
                </a:cubicBezTo>
                <a:close/>
                <a:moveTo>
                  <a:pt x="345788" y="0"/>
                </a:moveTo>
                <a:cubicBezTo>
                  <a:pt x="359220" y="0"/>
                  <a:pt x="370108" y="10888"/>
                  <a:pt x="370108" y="24320"/>
                </a:cubicBezTo>
                <a:cubicBezTo>
                  <a:pt x="370108" y="37752"/>
                  <a:pt x="359220" y="48640"/>
                  <a:pt x="345788" y="48640"/>
                </a:cubicBezTo>
                <a:cubicBezTo>
                  <a:pt x="332356" y="48640"/>
                  <a:pt x="321468" y="37752"/>
                  <a:pt x="321468" y="24320"/>
                </a:cubicBezTo>
                <a:cubicBezTo>
                  <a:pt x="321468" y="10888"/>
                  <a:pt x="332356" y="0"/>
                  <a:pt x="345788" y="0"/>
                </a:cubicBezTo>
                <a:close/>
                <a:moveTo>
                  <a:pt x="238632" y="0"/>
                </a:moveTo>
                <a:cubicBezTo>
                  <a:pt x="252064" y="0"/>
                  <a:pt x="262952" y="10888"/>
                  <a:pt x="262952" y="24320"/>
                </a:cubicBezTo>
                <a:cubicBezTo>
                  <a:pt x="262952" y="37752"/>
                  <a:pt x="252064" y="48640"/>
                  <a:pt x="238632" y="48640"/>
                </a:cubicBezTo>
                <a:cubicBezTo>
                  <a:pt x="225200" y="48640"/>
                  <a:pt x="214312" y="37752"/>
                  <a:pt x="214312" y="24320"/>
                </a:cubicBezTo>
                <a:cubicBezTo>
                  <a:pt x="214312" y="10888"/>
                  <a:pt x="225200" y="0"/>
                  <a:pt x="238632" y="0"/>
                </a:cubicBezTo>
                <a:close/>
                <a:moveTo>
                  <a:pt x="131476" y="0"/>
                </a:moveTo>
                <a:cubicBezTo>
                  <a:pt x="144908" y="0"/>
                  <a:pt x="155796" y="10888"/>
                  <a:pt x="155796" y="24320"/>
                </a:cubicBezTo>
                <a:cubicBezTo>
                  <a:pt x="155796" y="37752"/>
                  <a:pt x="144908" y="48640"/>
                  <a:pt x="131476" y="48640"/>
                </a:cubicBezTo>
                <a:cubicBezTo>
                  <a:pt x="118044" y="48640"/>
                  <a:pt x="107156" y="37752"/>
                  <a:pt x="107156" y="24320"/>
                </a:cubicBezTo>
                <a:cubicBezTo>
                  <a:pt x="107156" y="10888"/>
                  <a:pt x="118044" y="0"/>
                  <a:pt x="131476" y="0"/>
                </a:cubicBezTo>
                <a:close/>
                <a:moveTo>
                  <a:pt x="24320" y="0"/>
                </a:moveTo>
                <a:cubicBezTo>
                  <a:pt x="37752" y="0"/>
                  <a:pt x="48640" y="10888"/>
                  <a:pt x="48640" y="24320"/>
                </a:cubicBezTo>
                <a:cubicBezTo>
                  <a:pt x="48640" y="37752"/>
                  <a:pt x="37752" y="48640"/>
                  <a:pt x="24320" y="48640"/>
                </a:cubicBezTo>
                <a:cubicBezTo>
                  <a:pt x="10888" y="48640"/>
                  <a:pt x="0" y="37752"/>
                  <a:pt x="0" y="24320"/>
                </a:cubicBezTo>
                <a:cubicBezTo>
                  <a:pt x="0" y="10888"/>
                  <a:pt x="10888" y="0"/>
                  <a:pt x="24320" y="0"/>
                </a:cubicBezTo>
                <a:close/>
              </a:path>
            </a:pathLst>
          </a:cu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sp>
        <p:nvSpPr>
          <p:cNvPr id="27" name="矩形 26"/>
          <p:cNvSpPr/>
          <p:nvPr/>
        </p:nvSpPr>
        <p:spPr>
          <a:xfrm>
            <a:off x="11933555" y="543560"/>
            <a:ext cx="258445" cy="111760"/>
          </a:xfrm>
          <a:prstGeom prst="rect">
            <a:avLst/>
          </a:prstGeom>
          <a:solidFill>
            <a:srgbClr val="62EFF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lumMod val="85000"/>
                  <a:lumOff val="15000"/>
                </a:schemeClr>
              </a:solidFill>
            </a:endParaRPr>
          </a:p>
        </p:txBody>
      </p:sp>
      <p:grpSp>
        <p:nvGrpSpPr>
          <p:cNvPr id="10" name="组合 9"/>
          <p:cNvGrpSpPr/>
          <p:nvPr/>
        </p:nvGrpSpPr>
        <p:grpSpPr>
          <a:xfrm>
            <a:off x="232812" y="241573"/>
            <a:ext cx="6191219" cy="626543"/>
            <a:chOff x="284882" y="285115"/>
            <a:chExt cx="6191219" cy="626543"/>
          </a:xfrm>
        </p:grpSpPr>
        <p:sp>
          <p:nvSpPr>
            <p:cNvPr id="21" name="文本框 20"/>
            <p:cNvSpPr txBox="1"/>
            <p:nvPr/>
          </p:nvSpPr>
          <p:spPr>
            <a:xfrm>
              <a:off x="831727" y="285115"/>
              <a:ext cx="5644374" cy="583565"/>
            </a:xfrm>
            <a:prstGeom prst="rect">
              <a:avLst/>
            </a:prstGeom>
            <a:noFill/>
          </p:spPr>
          <p:txBody>
            <a:bodyPr wrap="square" rtlCol="0">
              <a:spAutoFit/>
            </a:bodyPr>
            <a:lstStyle/>
            <a:p>
              <a:r>
                <a:rPr lang="zh-CN" altLang="en-US" sz="3200" dirty="0">
                  <a:solidFill>
                    <a:schemeClr val="tx1">
                      <a:lumMod val="85000"/>
                      <a:lumOff val="15000"/>
                    </a:schemeClr>
                  </a:solidFill>
                  <a:latin typeface="报隶-简" panose="02010600040101010101" charset="-122"/>
                  <a:ea typeface="报隶-简" panose="02010600040101010101" charset="-122"/>
                  <a:cs typeface="+mn-ea"/>
                  <a:sym typeface="+mn-lt"/>
                </a:rPr>
                <a:t>现状分析</a:t>
              </a:r>
              <a:r>
                <a:rPr lang="en-US" altLang="zh-CN" sz="3200" dirty="0">
                  <a:solidFill>
                    <a:schemeClr val="tx1">
                      <a:lumMod val="85000"/>
                      <a:lumOff val="15000"/>
                    </a:schemeClr>
                  </a:solidFill>
                  <a:latin typeface="报隶-简" panose="02010600040101010101" charset="-122"/>
                  <a:ea typeface="报隶-简" panose="02010600040101010101" charset="-122"/>
                  <a:cs typeface="+mn-ea"/>
                  <a:sym typeface="+mn-lt"/>
                </a:rPr>
                <a:t>-</a:t>
              </a:r>
              <a:r>
                <a:rPr lang="zh-CN" altLang="en-US" sz="3200" dirty="0">
                  <a:solidFill>
                    <a:schemeClr val="tx1">
                      <a:lumMod val="85000"/>
                      <a:lumOff val="15000"/>
                    </a:schemeClr>
                  </a:solidFill>
                  <a:latin typeface="报隶-简" panose="02010600040101010101" charset="-122"/>
                  <a:ea typeface="报隶-简" panose="02010600040101010101" charset="-122"/>
                  <a:cs typeface="+mn-ea"/>
                  <a:sym typeface="+mn-lt"/>
                </a:rPr>
                <a:t>背景</a:t>
              </a:r>
              <a:r>
                <a:rPr lang="zh-CN" altLang="en-US" sz="3200" dirty="0">
                  <a:solidFill>
                    <a:schemeClr val="tx1">
                      <a:lumMod val="85000"/>
                      <a:lumOff val="15000"/>
                    </a:schemeClr>
                  </a:solidFill>
                  <a:latin typeface="报隶-简" panose="02010600040101010101" charset="-122"/>
                  <a:ea typeface="报隶-简" panose="02010600040101010101" charset="-122"/>
                  <a:cs typeface="+mn-ea"/>
                  <a:sym typeface="+mn-lt"/>
                </a:rPr>
                <a:t>描述</a:t>
              </a:r>
              <a:endParaRPr lang="zh-CN" altLang="en-US" sz="3200" dirty="0">
                <a:solidFill>
                  <a:schemeClr val="tx1">
                    <a:lumMod val="85000"/>
                    <a:lumOff val="15000"/>
                  </a:schemeClr>
                </a:solidFill>
                <a:latin typeface="报隶-简" panose="02010600040101010101" charset="-122"/>
                <a:ea typeface="报隶-简" panose="02010600040101010101" charset="-122"/>
                <a:cs typeface="+mn-ea"/>
                <a:sym typeface="+mn-lt"/>
              </a:endParaRPr>
            </a:p>
          </p:txBody>
        </p:sp>
        <p:grpSp>
          <p:nvGrpSpPr>
            <p:cNvPr id="13" name="组合 12"/>
            <p:cNvGrpSpPr/>
            <p:nvPr/>
          </p:nvGrpSpPr>
          <p:grpSpPr>
            <a:xfrm>
              <a:off x="284882" y="369226"/>
              <a:ext cx="542432" cy="542432"/>
              <a:chOff x="4058577" y="4375150"/>
              <a:chExt cx="1384300" cy="1384300"/>
            </a:xfrm>
          </p:grpSpPr>
          <p:sp>
            <p:nvSpPr>
              <p:cNvPr id="9" name="椭圆 8"/>
              <p:cNvSpPr/>
              <p:nvPr/>
            </p:nvSpPr>
            <p:spPr>
              <a:xfrm>
                <a:off x="4058577" y="4375150"/>
                <a:ext cx="1384300" cy="1384300"/>
              </a:xfrm>
              <a:prstGeom prst="ellipse">
                <a:avLst/>
              </a:prstGeom>
              <a:gradFill flip="none" rotWithShape="1">
                <a:gsLst>
                  <a:gs pos="38000">
                    <a:srgbClr val="62EFFE"/>
                  </a:gs>
                  <a:gs pos="90000">
                    <a:srgbClr val="02ECFE"/>
                  </a:gs>
                </a:gsLst>
                <a:lin ang="54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a:solidFill>
                    <a:schemeClr val="tx1">
                      <a:lumMod val="85000"/>
                      <a:lumOff val="15000"/>
                    </a:schemeClr>
                  </a:solidFill>
                  <a:latin typeface="思源黑体 CN Bold" panose="020B0800000000000000" pitchFamily="34" charset="-122"/>
                  <a:ea typeface="思源黑体 CN Bold" panose="020B0800000000000000" pitchFamily="34" charset="-122"/>
                  <a:cs typeface="+mn-ea"/>
                </a:endParaRPr>
              </a:p>
            </p:txBody>
          </p:sp>
          <p:pic>
            <p:nvPicPr>
              <p:cNvPr id="11" name="图片 10"/>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4311650" y="4619625"/>
                <a:ext cx="889000" cy="889000"/>
              </a:xfrm>
              <a:prstGeom prst="rect">
                <a:avLst/>
              </a:prstGeom>
            </p:spPr>
          </p:pic>
        </p:grpSp>
      </p:grpSp>
      <p:sp>
        <p:nvSpPr>
          <p:cNvPr id="18" name="矩形: 圆角 17"/>
          <p:cNvSpPr/>
          <p:nvPr/>
        </p:nvSpPr>
        <p:spPr>
          <a:xfrm>
            <a:off x="889639" y="1539305"/>
            <a:ext cx="6882761" cy="4213039"/>
          </a:xfrm>
          <a:prstGeom prst="roundRect">
            <a:avLst>
              <a:gd name="adj" fmla="val 5876"/>
            </a:avLst>
          </a:prstGeom>
          <a:solidFill>
            <a:schemeClr val="bg1"/>
          </a:solid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19" name="išľïďe"/>
          <p:cNvSpPr/>
          <p:nvPr/>
        </p:nvSpPr>
        <p:spPr bwMode="auto">
          <a:xfrm>
            <a:off x="779780" y="2256790"/>
            <a:ext cx="421640" cy="2741930"/>
          </a:xfrm>
          <a:prstGeom prst="roundRect">
            <a:avLst>
              <a:gd name="adj" fmla="val 50000"/>
            </a:avLst>
          </a:prstGeom>
          <a:solidFill>
            <a:srgbClr val="13245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3765" rtl="0" eaLnBrk="1" latinLnBrk="0" hangingPunct="1">
              <a:defRPr sz="1800" kern="1200">
                <a:solidFill>
                  <a:schemeClr val="lt1"/>
                </a:solidFill>
              </a:defRPr>
            </a:lvl1pPr>
            <a:lvl2pPr marL="457200" algn="l" defTabSz="913765" rtl="0" eaLnBrk="1" latinLnBrk="0" hangingPunct="1">
              <a:defRPr sz="1800" kern="1200">
                <a:solidFill>
                  <a:schemeClr val="lt1"/>
                </a:solidFill>
              </a:defRPr>
            </a:lvl2pPr>
            <a:lvl3pPr marL="914400" algn="l" defTabSz="913765" rtl="0" eaLnBrk="1" latinLnBrk="0" hangingPunct="1">
              <a:defRPr sz="1800" kern="1200">
                <a:solidFill>
                  <a:schemeClr val="lt1"/>
                </a:solidFill>
              </a:defRPr>
            </a:lvl3pPr>
            <a:lvl4pPr marL="1371600" algn="l" defTabSz="913765" rtl="0" eaLnBrk="1" latinLnBrk="0" hangingPunct="1">
              <a:defRPr sz="1800" kern="1200">
                <a:solidFill>
                  <a:schemeClr val="lt1"/>
                </a:solidFill>
              </a:defRPr>
            </a:lvl4pPr>
            <a:lvl5pPr marL="1828800" algn="l" defTabSz="913765" rtl="0" eaLnBrk="1" latinLnBrk="0" hangingPunct="1">
              <a:defRPr sz="1800" kern="1200">
                <a:solidFill>
                  <a:schemeClr val="lt1"/>
                </a:solidFill>
              </a:defRPr>
            </a:lvl5pPr>
            <a:lvl6pPr marL="2286000" algn="l" defTabSz="913765" rtl="0" eaLnBrk="1" latinLnBrk="0" hangingPunct="1">
              <a:defRPr sz="1800" kern="1200">
                <a:solidFill>
                  <a:schemeClr val="lt1"/>
                </a:solidFill>
              </a:defRPr>
            </a:lvl6pPr>
            <a:lvl7pPr marL="2743200" algn="l" defTabSz="913765" rtl="0" eaLnBrk="1" latinLnBrk="0" hangingPunct="1">
              <a:defRPr sz="1800" kern="1200">
                <a:solidFill>
                  <a:schemeClr val="lt1"/>
                </a:solidFill>
              </a:defRPr>
            </a:lvl7pPr>
            <a:lvl8pPr marL="3200400" algn="l" defTabSz="913765" rtl="0" eaLnBrk="1" latinLnBrk="0" hangingPunct="1">
              <a:defRPr sz="1800" kern="1200">
                <a:solidFill>
                  <a:schemeClr val="lt1"/>
                </a:solidFill>
              </a:defRPr>
            </a:lvl8pPr>
            <a:lvl9pPr marL="3657600" algn="l" defTabSz="913765" rtl="0" eaLnBrk="1" latinLnBrk="0" hangingPunct="1">
              <a:defRPr sz="1800" kern="1200">
                <a:solidFill>
                  <a:schemeClr val="lt1"/>
                </a:solidFill>
              </a:defRPr>
            </a:lvl9pPr>
          </a:lstStyle>
          <a:p>
            <a:pPr algn="ctr"/>
            <a:r>
              <a:rPr lang="zh-CN" altLang="en-US" sz="2400">
                <a:latin typeface="汉仪中宋简" panose="02010600000101010101" charset="-122"/>
                <a:ea typeface="汉仪中宋简" panose="02010600000101010101" charset="-122"/>
                <a:cs typeface="汉仪中宋简" panose="02010600000101010101" charset="-122"/>
                <a:sym typeface="Arial" panose="020B0604020202020204" pitchFamily="34" charset="0"/>
              </a:rPr>
              <a:t>静 脉 血 栓 栓 塞 症 </a:t>
            </a:r>
            <a:endParaRPr lang="id-ID" altLang="zh-CN" sz="2400" dirty="0">
              <a:solidFill>
                <a:schemeClr val="bg1"/>
              </a:solidFill>
              <a:latin typeface="思源黑体 CN Bold" panose="020B0800000000000000" pitchFamily="34" charset="-122"/>
              <a:ea typeface="思源黑体 CN Bold" panose="020B0800000000000000" pitchFamily="34" charset="-122"/>
              <a:cs typeface="+mn-ea"/>
              <a:sym typeface="+mn-lt"/>
            </a:endParaRPr>
          </a:p>
        </p:txBody>
      </p:sp>
      <p:cxnSp>
        <p:nvCxnSpPr>
          <p:cNvPr id="20" name="直接连接符 19"/>
          <p:cNvCxnSpPr/>
          <p:nvPr/>
        </p:nvCxnSpPr>
        <p:spPr>
          <a:xfrm>
            <a:off x="1507958" y="3035398"/>
            <a:ext cx="5045241" cy="0"/>
          </a:xfrm>
          <a:prstGeom prst="line">
            <a:avLst/>
          </a:prstGeom>
          <a:ln>
            <a:solidFill>
              <a:schemeClr val="bg1">
                <a:lumMod val="75000"/>
              </a:schemeClr>
            </a:solidFill>
            <a:prstDash val="dashDot"/>
          </a:ln>
        </p:spPr>
        <p:style>
          <a:lnRef idx="1">
            <a:schemeClr val="accent3"/>
          </a:lnRef>
          <a:fillRef idx="0">
            <a:schemeClr val="accent3"/>
          </a:fillRef>
          <a:effectRef idx="0">
            <a:schemeClr val="accent3"/>
          </a:effectRef>
          <a:fontRef idx="minor">
            <a:schemeClr val="tx1"/>
          </a:fontRef>
        </p:style>
      </p:cxnSp>
      <p:cxnSp>
        <p:nvCxnSpPr>
          <p:cNvPr id="22" name="直接连接符 21"/>
          <p:cNvCxnSpPr/>
          <p:nvPr/>
        </p:nvCxnSpPr>
        <p:spPr>
          <a:xfrm>
            <a:off x="1507958" y="4343337"/>
            <a:ext cx="5045241" cy="0"/>
          </a:xfrm>
          <a:prstGeom prst="line">
            <a:avLst/>
          </a:prstGeom>
          <a:ln>
            <a:solidFill>
              <a:schemeClr val="bg1">
                <a:lumMod val="75000"/>
              </a:schemeClr>
            </a:solidFill>
            <a:prstDash val="dashDot"/>
          </a:ln>
        </p:spPr>
        <p:style>
          <a:lnRef idx="1">
            <a:schemeClr val="accent3"/>
          </a:lnRef>
          <a:fillRef idx="0">
            <a:schemeClr val="accent3"/>
          </a:fillRef>
          <a:effectRef idx="0">
            <a:schemeClr val="accent3"/>
          </a:effectRef>
          <a:fontRef idx="minor">
            <a:schemeClr val="tx1"/>
          </a:fontRef>
        </p:style>
      </p:cxnSp>
      <p:sp>
        <p:nvSpPr>
          <p:cNvPr id="23" name="矩形 3"/>
          <p:cNvSpPr>
            <a:spLocks noChangeArrowheads="1"/>
          </p:cNvSpPr>
          <p:nvPr/>
        </p:nvSpPr>
        <p:spPr bwMode="auto">
          <a:xfrm>
            <a:off x="1430679" y="1713747"/>
            <a:ext cx="1617322" cy="3689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p>
            <a:pPr algn="ctr" defTabSz="457200">
              <a:spcBef>
                <a:spcPct val="0"/>
              </a:spcBef>
            </a:pPr>
            <a:r>
              <a:rPr lang="en-US" altLang="zh-CN" sz="2400" dirty="0">
                <a:solidFill>
                  <a:schemeClr val="tx1">
                    <a:lumMod val="75000"/>
                    <a:lumOff val="25000"/>
                  </a:schemeClr>
                </a:solidFill>
                <a:latin typeface="阿里巴巴普惠体 B" panose="00020600040101010101" pitchFamily="18" charset="-122"/>
                <a:ea typeface="阿里巴巴普惠体 B" panose="00020600040101010101" pitchFamily="18" charset="-122"/>
                <a:cs typeface="阿里巴巴普惠体 B" panose="00020600040101010101" pitchFamily="18" charset="-122"/>
                <a:sym typeface="+mn-lt"/>
              </a:rPr>
              <a:t>VET</a:t>
            </a:r>
            <a:r>
              <a:rPr lang="zh-CN" altLang="en-US" sz="2400" dirty="0">
                <a:solidFill>
                  <a:schemeClr val="tx1">
                    <a:lumMod val="75000"/>
                    <a:lumOff val="25000"/>
                  </a:schemeClr>
                </a:solidFill>
                <a:latin typeface="阿里巴巴普惠体 B" panose="00020600040101010101" pitchFamily="18" charset="-122"/>
                <a:ea typeface="阿里巴巴普惠体 B" panose="00020600040101010101" pitchFamily="18" charset="-122"/>
                <a:cs typeface="阿里巴巴普惠体 B" panose="00020600040101010101" pitchFamily="18" charset="-122"/>
                <a:sym typeface="+mn-lt"/>
              </a:rPr>
              <a:t>背景</a:t>
            </a:r>
            <a:endParaRPr lang="zh-CN" altLang="en-US" sz="2400" dirty="0">
              <a:solidFill>
                <a:schemeClr val="tx1">
                  <a:lumMod val="75000"/>
                  <a:lumOff val="25000"/>
                </a:schemeClr>
              </a:solidFill>
              <a:latin typeface="阿里巴巴普惠体 B" panose="00020600040101010101" pitchFamily="18" charset="-122"/>
              <a:ea typeface="阿里巴巴普惠体 B" panose="00020600040101010101" pitchFamily="18" charset="-122"/>
              <a:cs typeface="阿里巴巴普惠体 B" panose="00020600040101010101" pitchFamily="18" charset="-122"/>
              <a:sym typeface="+mn-lt"/>
            </a:endParaRPr>
          </a:p>
        </p:txBody>
      </p:sp>
      <p:sp>
        <p:nvSpPr>
          <p:cNvPr id="24" name="文本框 23"/>
          <p:cNvSpPr txBox="1"/>
          <p:nvPr/>
        </p:nvSpPr>
        <p:spPr>
          <a:xfrm>
            <a:off x="1657555" y="2179091"/>
            <a:ext cx="5048045" cy="3939540"/>
          </a:xfrm>
          <a:prstGeom prst="rect">
            <a:avLst/>
          </a:prstGeom>
          <a:noFill/>
        </p:spPr>
        <p:txBody>
          <a:bodyPr wrap="square" lIns="0" tIns="0" rIns="0" bIns="0">
            <a:spAutoFit/>
          </a:bodyPr>
          <a:lstStyle/>
          <a:p>
            <a:pPr algn="l"/>
            <a:r>
              <a:rPr lang="zh-CN" altLang="en-US" sz="1600">
                <a:latin typeface="汉仪中宋简" panose="02010600000101010101" charset="-122"/>
                <a:ea typeface="汉仪中宋简" panose="02010600000101010101" charset="-122"/>
                <a:cs typeface="汉仪中宋简" panose="02010600000101010101" charset="-122"/>
                <a:sym typeface="Arial" panose="020B0604020202020204" pitchFamily="34" charset="0"/>
              </a:rPr>
              <a:t>静 脉 血 栓 栓 塞 症 （ＶＴＥ）包 括 深 静 脉 血 栓（ＤＶＴ）和肺动脉栓塞（ＰＥ），是患者住院期间常见的并发症，甚至死亡的常见原因，俗称</a:t>
            </a:r>
            <a:r>
              <a:rPr lang="zh-CN" altLang="en-US" sz="1600" b="1">
                <a:solidFill>
                  <a:schemeClr val="accent1">
                    <a:lumMod val="75000"/>
                  </a:schemeClr>
                </a:solidFill>
                <a:latin typeface="汉仪中宋简" panose="02010600000101010101" charset="-122"/>
                <a:ea typeface="汉仪中宋简" panose="02010600000101010101" charset="-122"/>
                <a:cs typeface="汉仪中宋简" panose="02010600000101010101" charset="-122"/>
                <a:sym typeface="Arial" panose="020B0604020202020204" pitchFamily="34" charset="0"/>
              </a:rPr>
              <a:t>疾病里的</a:t>
            </a:r>
            <a:r>
              <a:rPr lang="en-US" altLang="zh-CN" sz="1600" b="1">
                <a:solidFill>
                  <a:schemeClr val="accent1">
                    <a:lumMod val="75000"/>
                  </a:schemeClr>
                </a:solidFill>
                <a:latin typeface="汉仪中宋简" panose="02010600000101010101" charset="-122"/>
                <a:ea typeface="汉仪中宋简" panose="02010600000101010101" charset="-122"/>
                <a:cs typeface="汉仪中宋简" panose="02010600000101010101" charset="-122"/>
                <a:sym typeface="Arial" panose="020B0604020202020204" pitchFamily="34" charset="0"/>
              </a:rPr>
              <a:t>“</a:t>
            </a:r>
            <a:r>
              <a:rPr lang="zh-CN" altLang="en-US" sz="1600" b="1">
                <a:solidFill>
                  <a:schemeClr val="accent1">
                    <a:lumMod val="75000"/>
                  </a:schemeClr>
                </a:solidFill>
                <a:latin typeface="汉仪中宋简" panose="02010600000101010101" charset="-122"/>
                <a:ea typeface="汉仪中宋简" panose="02010600000101010101" charset="-122"/>
                <a:cs typeface="汉仪中宋简" panose="02010600000101010101" charset="-122"/>
                <a:sym typeface="Arial" panose="020B0604020202020204" pitchFamily="34" charset="0"/>
              </a:rPr>
              <a:t>温柔杀手</a:t>
            </a:r>
            <a:r>
              <a:rPr lang="en-US" altLang="zh-CN" sz="1600" b="1">
                <a:solidFill>
                  <a:schemeClr val="accent1">
                    <a:lumMod val="75000"/>
                  </a:schemeClr>
                </a:solidFill>
                <a:latin typeface="汉仪中宋简" panose="02010600000101010101" charset="-122"/>
                <a:ea typeface="汉仪中宋简" panose="02010600000101010101" charset="-122"/>
                <a:cs typeface="汉仪中宋简" panose="02010600000101010101" charset="-122"/>
                <a:sym typeface="Arial" panose="020B0604020202020204" pitchFamily="34" charset="0"/>
              </a:rPr>
              <a:t>”</a:t>
            </a:r>
            <a:r>
              <a:rPr lang="zh-CN" altLang="en-US" sz="1600">
                <a:latin typeface="汉仪中宋简" panose="02010600000101010101" charset="-122"/>
                <a:ea typeface="汉仪中宋简" panose="02010600000101010101" charset="-122"/>
                <a:cs typeface="汉仪中宋简" panose="02010600000101010101" charset="-122"/>
                <a:sym typeface="Arial" panose="020B0604020202020204" pitchFamily="34" charset="0"/>
              </a:rPr>
              <a:t>。</a:t>
            </a:r>
            <a:endParaRPr lang="zh-CN" altLang="en-US" sz="1600">
              <a:latin typeface="汉仪中宋简" panose="02010600000101010101" charset="-122"/>
              <a:ea typeface="汉仪中宋简" panose="02010600000101010101" charset="-122"/>
              <a:cs typeface="汉仪中宋简" panose="02010600000101010101" charset="-122"/>
              <a:sym typeface="Arial" panose="020B0604020202020204" pitchFamily="34" charset="0"/>
            </a:endParaRPr>
          </a:p>
          <a:p>
            <a:pPr algn="l"/>
            <a:endParaRPr lang="zh-CN" altLang="en-US" sz="1600">
              <a:latin typeface="汉仪中宋简" panose="02010600000101010101" charset="-122"/>
              <a:ea typeface="汉仪中宋简" panose="02010600000101010101" charset="-122"/>
              <a:cs typeface="汉仪中宋简" panose="02010600000101010101" charset="-122"/>
              <a:sym typeface="Arial" panose="020B0604020202020204" pitchFamily="34" charset="0"/>
            </a:endParaRPr>
          </a:p>
          <a:p>
            <a:pPr algn="l"/>
            <a:r>
              <a:rPr lang="zh-CN" altLang="en-US" sz="1600">
                <a:latin typeface="汉仪中宋简" panose="02010600000101010101" charset="-122"/>
                <a:ea typeface="汉仪中宋简" panose="02010600000101010101" charset="-122"/>
                <a:cs typeface="汉仪中宋简" panose="02010600000101010101" charset="-122"/>
                <a:sym typeface="Arial" panose="020B0604020202020204" pitchFamily="34" charset="0"/>
              </a:rPr>
              <a:t>在世界范围内，VTE是导致死亡的第三位血管疾病。每年全球范围内大约有1000万例VTE。近十年来，我国VTE的住院率从3.2/10万人上升到17.5/10万人。</a:t>
            </a:r>
            <a:r>
              <a:rPr lang="zh-CN" altLang="en-US" sz="1600" b="1">
                <a:solidFill>
                  <a:schemeClr val="accent1">
                    <a:lumMod val="75000"/>
                  </a:schemeClr>
                </a:solidFill>
                <a:latin typeface="汉仪中宋简" panose="02010600000101010101" charset="-122"/>
                <a:ea typeface="汉仪中宋简" panose="02010600000101010101" charset="-122"/>
                <a:cs typeface="汉仪中宋简" panose="02010600000101010101" charset="-122"/>
                <a:sym typeface="Arial" panose="020B0604020202020204" pitchFamily="34" charset="0"/>
              </a:rPr>
              <a:t>在所有住院患者中，无论是否手术，大部分患者至少存在一项及以上VTE的危险因素，但目前采取了预防手段的比例仍很低</a:t>
            </a:r>
            <a:r>
              <a:rPr lang="zh-CN" altLang="en-US" sz="1600">
                <a:latin typeface="汉仪中宋简" panose="02010600000101010101" charset="-122"/>
                <a:ea typeface="汉仪中宋简" panose="02010600000101010101" charset="-122"/>
                <a:cs typeface="汉仪中宋简" panose="02010600000101010101" charset="-122"/>
                <a:sym typeface="Arial" panose="020B0604020202020204" pitchFamily="34" charset="0"/>
              </a:rPr>
              <a:t>。</a:t>
            </a:r>
            <a:endParaRPr lang="zh-CN" altLang="en-US" sz="1600">
              <a:latin typeface="汉仪中宋简" panose="02010600000101010101" charset="-122"/>
              <a:ea typeface="汉仪中宋简" panose="02010600000101010101" charset="-122"/>
              <a:cs typeface="汉仪中宋简" panose="02010600000101010101" charset="-122"/>
              <a:sym typeface="Arial" panose="020B0604020202020204" pitchFamily="34" charset="0"/>
            </a:endParaRPr>
          </a:p>
          <a:p>
            <a:pPr algn="l"/>
            <a:endParaRPr lang="zh-CN" altLang="en-US" sz="1600">
              <a:latin typeface="汉仪中宋简" panose="02010600000101010101" charset="-122"/>
              <a:ea typeface="汉仪中宋简" panose="02010600000101010101" charset="-122"/>
              <a:cs typeface="汉仪中宋简" panose="02010600000101010101" charset="-122"/>
              <a:sym typeface="Arial" panose="020B0604020202020204" pitchFamily="34" charset="0"/>
            </a:endParaRPr>
          </a:p>
          <a:p>
            <a:pPr algn="l"/>
            <a:r>
              <a:rPr lang="zh-CN" altLang="en-US" sz="1600">
                <a:latin typeface="汉仪中宋简" panose="02010600000101010101" charset="-122"/>
                <a:ea typeface="汉仪中宋简" panose="02010600000101010101" charset="-122"/>
                <a:cs typeface="汉仪中宋简" panose="02010600000101010101" charset="-122"/>
                <a:sym typeface="Arial" panose="020B0604020202020204" pitchFamily="34" charset="0"/>
              </a:rPr>
              <a:t>对发生VTE的高危人群风险进行有效的早期识别和针对性预防可显著减少VTE发生率、病死率和病残率，亟需一种方便、快速、可靠的预测评估工具。</a:t>
            </a:r>
            <a:endParaRPr lang="zh-CN" altLang="en-US" sz="1600">
              <a:latin typeface="汉仪中宋简" panose="02010600000101010101" charset="-122"/>
              <a:ea typeface="汉仪中宋简" panose="02010600000101010101" charset="-122"/>
              <a:cs typeface="汉仪中宋简" panose="02010600000101010101" charset="-122"/>
              <a:sym typeface="+mn-lt"/>
            </a:endParaRPr>
          </a:p>
          <a:p>
            <a:pPr algn="l"/>
            <a:endParaRPr lang="zh-CN" altLang="en-US" sz="1600">
              <a:latin typeface="汉仪中宋简" panose="02010600000101010101" charset="-122"/>
              <a:ea typeface="汉仪中宋简" panose="02010600000101010101" charset="-122"/>
              <a:cs typeface="汉仪中宋简" panose="02010600000101010101" charset="-122"/>
              <a:sym typeface="Arial" panose="020B0604020202020204" pitchFamily="34" charset="0"/>
            </a:endParaRPr>
          </a:p>
          <a:p>
            <a:pPr algn="l"/>
            <a:endParaRPr lang="zh-CN" altLang="en-US" sz="1600" dirty="0">
              <a:solidFill>
                <a:schemeClr val="tx1">
                  <a:lumMod val="75000"/>
                  <a:lumOff val="25000"/>
                </a:schemeClr>
              </a:solidFill>
              <a:latin typeface="阿里巴巴普惠体 R" panose="00020600040101010101" pitchFamily="18" charset="-122"/>
              <a:ea typeface="阿里巴巴普惠体 R" panose="00020600040101010101" pitchFamily="18" charset="-122"/>
              <a:cs typeface="阿里巴巴普惠体 R" panose="00020600040101010101" pitchFamily="18" charset="-122"/>
              <a:sym typeface="+mn-lt"/>
            </a:endParaRPr>
          </a:p>
        </p:txBody>
      </p:sp>
      <p:sp>
        <p:nvSpPr>
          <p:cNvPr id="12" name="文本框 11"/>
          <p:cNvSpPr txBox="1"/>
          <p:nvPr/>
        </p:nvSpPr>
        <p:spPr>
          <a:xfrm>
            <a:off x="9031605" y="569557"/>
            <a:ext cx="2705562" cy="337185"/>
          </a:xfrm>
          <a:prstGeom prst="rect">
            <a:avLst/>
          </a:prstGeom>
          <a:noFill/>
        </p:spPr>
        <p:txBody>
          <a:bodyPr wrap="square" rtlCol="0">
            <a:spAutoFit/>
          </a:bodyPr>
          <a:lstStyle/>
          <a:p>
            <a:pPr algn="dist"/>
            <a:r>
              <a:rPr lang="zh-CN" altLang="en-US" sz="1600" b="1" dirty="0">
                <a:solidFill>
                  <a:schemeClr val="tx1"/>
                </a:solidFill>
                <a:latin typeface="思源黑体 CN Normal" panose="020B0400000000000000" pitchFamily="34" charset="-122"/>
                <a:ea typeface="思源黑体 CN Normal" panose="020B0400000000000000" pitchFamily="34" charset="-122"/>
                <a:cs typeface="+mn-ea"/>
                <a:sym typeface="+mn-lt"/>
              </a:rPr>
              <a:t>20</a:t>
            </a:r>
            <a:r>
              <a:rPr lang="en-US" altLang="zh-CN" sz="1600" b="1" dirty="0">
                <a:solidFill>
                  <a:schemeClr val="tx1"/>
                </a:solidFill>
                <a:latin typeface="思源黑体 CN Normal" panose="020B0400000000000000" pitchFamily="34" charset="-122"/>
                <a:ea typeface="思源黑体 CN Normal" panose="020B0400000000000000" pitchFamily="34" charset="-122"/>
                <a:cs typeface="+mn-ea"/>
                <a:sym typeface="+mn-lt"/>
              </a:rPr>
              <a:t>23Google</a:t>
            </a:r>
            <a:r>
              <a:rPr lang="zh-CN" altLang="en-US" sz="1600" b="1" dirty="0">
                <a:solidFill>
                  <a:schemeClr val="tx1"/>
                </a:solidFill>
                <a:latin typeface="思源黑体 CN Normal" panose="020B0400000000000000" pitchFamily="34" charset="-122"/>
                <a:ea typeface="思源黑体 CN Normal" panose="020B0400000000000000" pitchFamily="34" charset="-122"/>
                <a:cs typeface="+mn-ea"/>
                <a:sym typeface="+mn-lt"/>
              </a:rPr>
              <a:t>开发者大会</a:t>
            </a:r>
            <a:endParaRPr lang="zh-CN" altLang="en-US" sz="1600" b="1" dirty="0">
              <a:solidFill>
                <a:schemeClr val="tx1"/>
              </a:solidFill>
              <a:latin typeface="思源黑体 CN Normal" panose="020B0400000000000000" pitchFamily="34" charset="-122"/>
              <a:ea typeface="思源黑体 CN Normal" panose="020B0400000000000000" pitchFamily="34" charset="-122"/>
              <a:cs typeface="+mn-ea"/>
              <a:sym typeface="+mn-lt"/>
            </a:endParaRPr>
          </a:p>
        </p:txBody>
      </p:sp>
      <p:pic>
        <p:nvPicPr>
          <p:cNvPr id="15" name="图片 14"/>
          <p:cNvPicPr>
            <a:picLocks noChangeAspect="1"/>
          </p:cNvPicPr>
          <p:nvPr/>
        </p:nvPicPr>
        <p:blipFill>
          <a:blip r:embed="rId2"/>
          <a:stretch>
            <a:fillRect/>
          </a:stretch>
        </p:blipFill>
        <p:spPr>
          <a:xfrm>
            <a:off x="6856730" y="2047240"/>
            <a:ext cx="3902710" cy="330454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1600" advTm="5000">
        <p14:prism isInverted="1"/>
      </p:transition>
    </mc:Choice>
    <mc:Fallback>
      <p:transition spd="slow" advTm="5000">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18"/>
                                        </p:tgtEl>
                                        <p:attrNameLst>
                                          <p:attrName>style.visibility</p:attrName>
                                        </p:attrNameLst>
                                      </p:cBhvr>
                                      <p:to>
                                        <p:strVal val="visible"/>
                                      </p:to>
                                    </p:set>
                                    <p:animEffect transition="in" filter="wipe(down)">
                                      <p:cBhvr>
                                        <p:cTn id="7" dur="500"/>
                                        <p:tgtEl>
                                          <p:spTgt spid="18"/>
                                        </p:tgtEl>
                                      </p:cBhvr>
                                    </p:animEffect>
                                  </p:childTnLst>
                                </p:cTn>
                              </p:par>
                            </p:childTnLst>
                          </p:cTn>
                        </p:par>
                        <p:par>
                          <p:cTn id="8" fill="hold">
                            <p:stCondLst>
                              <p:cond delay="500"/>
                            </p:stCondLst>
                            <p:childTnLst>
                              <p:par>
                                <p:cTn id="9" presetID="22" presetClass="entr" presetSubtype="4" fill="hold" grpId="0" nodeType="afterEffect">
                                  <p:stCondLst>
                                    <p:cond delay="0"/>
                                  </p:stCondLst>
                                  <p:childTnLst>
                                    <p:set>
                                      <p:cBhvr>
                                        <p:cTn id="10" dur="1" fill="hold">
                                          <p:stCondLst>
                                            <p:cond delay="0"/>
                                          </p:stCondLst>
                                        </p:cTn>
                                        <p:tgtEl>
                                          <p:spTgt spid="19"/>
                                        </p:tgtEl>
                                        <p:attrNameLst>
                                          <p:attrName>style.visibility</p:attrName>
                                        </p:attrNameLst>
                                      </p:cBhvr>
                                      <p:to>
                                        <p:strVal val="visible"/>
                                      </p:to>
                                    </p:set>
                                    <p:animEffect transition="in" filter="wipe(down)">
                                      <p:cBhvr>
                                        <p:cTn id="11" dur="500"/>
                                        <p:tgtEl>
                                          <p:spTgt spid="19"/>
                                        </p:tgtEl>
                                      </p:cBhvr>
                                    </p:animEffect>
                                  </p:childTnLst>
                                </p:cTn>
                              </p:par>
                            </p:childTnLst>
                          </p:cTn>
                        </p:par>
                        <p:par>
                          <p:cTn id="12" fill="hold">
                            <p:stCondLst>
                              <p:cond delay="1000"/>
                            </p:stCondLst>
                            <p:childTnLst>
                              <p:par>
                                <p:cTn id="13" presetID="22" presetClass="entr" presetSubtype="4" fill="hold" nodeType="afterEffect">
                                  <p:stCondLst>
                                    <p:cond delay="0"/>
                                  </p:stCondLst>
                                  <p:childTnLst>
                                    <p:set>
                                      <p:cBhvr>
                                        <p:cTn id="14" dur="1" fill="hold">
                                          <p:stCondLst>
                                            <p:cond delay="0"/>
                                          </p:stCondLst>
                                        </p:cTn>
                                        <p:tgtEl>
                                          <p:spTgt spid="20"/>
                                        </p:tgtEl>
                                        <p:attrNameLst>
                                          <p:attrName>style.visibility</p:attrName>
                                        </p:attrNameLst>
                                      </p:cBhvr>
                                      <p:to>
                                        <p:strVal val="visible"/>
                                      </p:to>
                                    </p:set>
                                    <p:animEffect transition="in" filter="wipe(down)">
                                      <p:cBhvr>
                                        <p:cTn id="15" dur="500"/>
                                        <p:tgtEl>
                                          <p:spTgt spid="20"/>
                                        </p:tgtEl>
                                      </p:cBhvr>
                                    </p:animEffect>
                                  </p:childTnLst>
                                </p:cTn>
                              </p:par>
                            </p:childTnLst>
                          </p:cTn>
                        </p:par>
                        <p:par>
                          <p:cTn id="16" fill="hold">
                            <p:stCondLst>
                              <p:cond delay="1500"/>
                            </p:stCondLst>
                            <p:childTnLst>
                              <p:par>
                                <p:cTn id="17" presetID="22" presetClass="entr" presetSubtype="4" fill="hold" nodeType="afterEffect">
                                  <p:stCondLst>
                                    <p:cond delay="0"/>
                                  </p:stCondLst>
                                  <p:childTnLst>
                                    <p:set>
                                      <p:cBhvr>
                                        <p:cTn id="18" dur="1" fill="hold">
                                          <p:stCondLst>
                                            <p:cond delay="0"/>
                                          </p:stCondLst>
                                        </p:cTn>
                                        <p:tgtEl>
                                          <p:spTgt spid="22"/>
                                        </p:tgtEl>
                                        <p:attrNameLst>
                                          <p:attrName>style.visibility</p:attrName>
                                        </p:attrNameLst>
                                      </p:cBhvr>
                                      <p:to>
                                        <p:strVal val="visible"/>
                                      </p:to>
                                    </p:set>
                                    <p:animEffect transition="in" filter="wipe(down)">
                                      <p:cBhvr>
                                        <p:cTn id="19" dur="500"/>
                                        <p:tgtEl>
                                          <p:spTgt spid="22"/>
                                        </p:tgtEl>
                                      </p:cBhvr>
                                    </p:animEffect>
                                  </p:childTnLst>
                                </p:cTn>
                              </p:par>
                            </p:childTnLst>
                          </p:cTn>
                        </p:par>
                        <p:par>
                          <p:cTn id="20" fill="hold">
                            <p:stCondLst>
                              <p:cond delay="2000"/>
                            </p:stCondLst>
                            <p:childTnLst>
                              <p:par>
                                <p:cTn id="21" presetID="22" presetClass="entr" presetSubtype="4" fill="hold" grpId="0" nodeType="afterEffect">
                                  <p:stCondLst>
                                    <p:cond delay="0"/>
                                  </p:stCondLst>
                                  <p:childTnLst>
                                    <p:set>
                                      <p:cBhvr>
                                        <p:cTn id="22" dur="1" fill="hold">
                                          <p:stCondLst>
                                            <p:cond delay="0"/>
                                          </p:stCondLst>
                                        </p:cTn>
                                        <p:tgtEl>
                                          <p:spTgt spid="23"/>
                                        </p:tgtEl>
                                        <p:attrNameLst>
                                          <p:attrName>style.visibility</p:attrName>
                                        </p:attrNameLst>
                                      </p:cBhvr>
                                      <p:to>
                                        <p:strVal val="visible"/>
                                      </p:to>
                                    </p:set>
                                    <p:animEffect transition="in" filter="wipe(down)">
                                      <p:cBhvr>
                                        <p:cTn id="23" dur="500"/>
                                        <p:tgtEl>
                                          <p:spTgt spid="23"/>
                                        </p:tgtEl>
                                      </p:cBhvr>
                                    </p:animEffect>
                                  </p:childTnLst>
                                </p:cTn>
                              </p:par>
                            </p:childTnLst>
                          </p:cTn>
                        </p:par>
                        <p:par>
                          <p:cTn id="24" fill="hold">
                            <p:stCondLst>
                              <p:cond delay="2500"/>
                            </p:stCondLst>
                            <p:childTnLst>
                              <p:par>
                                <p:cTn id="25" presetID="22" presetClass="entr" presetSubtype="4" fill="hold" grpId="0" nodeType="afterEffect">
                                  <p:stCondLst>
                                    <p:cond delay="0"/>
                                  </p:stCondLst>
                                  <p:childTnLst>
                                    <p:set>
                                      <p:cBhvr>
                                        <p:cTn id="26" dur="1" fill="hold">
                                          <p:stCondLst>
                                            <p:cond delay="0"/>
                                          </p:stCondLst>
                                        </p:cTn>
                                        <p:tgtEl>
                                          <p:spTgt spid="24"/>
                                        </p:tgtEl>
                                        <p:attrNameLst>
                                          <p:attrName>style.visibility</p:attrName>
                                        </p:attrNameLst>
                                      </p:cBhvr>
                                      <p:to>
                                        <p:strVal val="visible"/>
                                      </p:to>
                                    </p:set>
                                    <p:animEffect transition="in" filter="wipe(down)">
                                      <p:cBhvr>
                                        <p:cTn id="27" dur="500"/>
                                        <p:tgtEl>
                                          <p:spTgt spid="2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bldLvl="0" animBg="1"/>
      <p:bldP spid="19" grpId="0" bldLvl="0" animBg="1"/>
      <p:bldP spid="23" grpId="0"/>
      <p:bldP spid="24"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8" name="组合 7"/>
          <p:cNvGrpSpPr/>
          <p:nvPr/>
        </p:nvGrpSpPr>
        <p:grpSpPr>
          <a:xfrm>
            <a:off x="-698500" y="-582990"/>
            <a:ext cx="13589000" cy="8023980"/>
            <a:chOff x="-863600" y="-584200"/>
            <a:chExt cx="13335000" cy="7874000"/>
          </a:xfrm>
          <a:solidFill>
            <a:srgbClr val="E6E6E6"/>
          </a:solidFill>
        </p:grpSpPr>
        <p:grpSp>
          <p:nvGrpSpPr>
            <p:cNvPr id="4" name="组合 3"/>
            <p:cNvGrpSpPr/>
            <p:nvPr/>
          </p:nvGrpSpPr>
          <p:grpSpPr>
            <a:xfrm>
              <a:off x="-863600" y="-584200"/>
              <a:ext cx="165100" cy="7874000"/>
              <a:chOff x="-863600" y="-584200"/>
              <a:chExt cx="165100" cy="7874000"/>
            </a:xfrm>
            <a:grpFill/>
          </p:grpSpPr>
          <p:sp>
            <p:nvSpPr>
              <p:cNvPr id="2" name="椭圆 1"/>
              <p:cNvSpPr/>
              <p:nvPr/>
            </p:nvSpPr>
            <p:spPr>
              <a:xfrm>
                <a:off x="-863600" y="-584200"/>
                <a:ext cx="165100" cy="165100"/>
              </a:xfrm>
              <a:prstGeom prst="ellipse">
                <a:avLst/>
              </a:prstGeom>
              <a:grp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椭圆 2"/>
              <p:cNvSpPr/>
              <p:nvPr/>
            </p:nvSpPr>
            <p:spPr>
              <a:xfrm>
                <a:off x="-863600" y="7124700"/>
                <a:ext cx="165100" cy="165100"/>
              </a:xfrm>
              <a:prstGeom prst="ellipse">
                <a:avLst/>
              </a:prstGeom>
              <a:grp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5" name="组合 4"/>
            <p:cNvGrpSpPr/>
            <p:nvPr/>
          </p:nvGrpSpPr>
          <p:grpSpPr>
            <a:xfrm>
              <a:off x="12306300" y="-584200"/>
              <a:ext cx="165100" cy="7874000"/>
              <a:chOff x="-863600" y="-584200"/>
              <a:chExt cx="165100" cy="7874000"/>
            </a:xfrm>
            <a:grpFill/>
          </p:grpSpPr>
          <p:sp>
            <p:nvSpPr>
              <p:cNvPr id="6" name="椭圆 5"/>
              <p:cNvSpPr/>
              <p:nvPr/>
            </p:nvSpPr>
            <p:spPr>
              <a:xfrm>
                <a:off x="-863600" y="-584200"/>
                <a:ext cx="165100" cy="165100"/>
              </a:xfrm>
              <a:prstGeom prst="ellipse">
                <a:avLst/>
              </a:prstGeom>
              <a:grp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椭圆 6"/>
              <p:cNvSpPr/>
              <p:nvPr/>
            </p:nvSpPr>
            <p:spPr>
              <a:xfrm>
                <a:off x="-863600" y="7124700"/>
                <a:ext cx="165100" cy="165100"/>
              </a:xfrm>
              <a:prstGeom prst="ellipse">
                <a:avLst/>
              </a:prstGeom>
              <a:grp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sp>
        <p:nvSpPr>
          <p:cNvPr id="25" name="任意多边形: 形状 24"/>
          <p:cNvSpPr/>
          <p:nvPr/>
        </p:nvSpPr>
        <p:spPr>
          <a:xfrm>
            <a:off x="11328401" y="4965700"/>
            <a:ext cx="396593" cy="816428"/>
          </a:xfrm>
          <a:custGeom>
            <a:avLst/>
            <a:gdLst>
              <a:gd name="connsiteX0" fmla="*/ 452944 w 477264"/>
              <a:gd name="connsiteY0" fmla="*/ 933858 h 982498"/>
              <a:gd name="connsiteX1" fmla="*/ 477264 w 477264"/>
              <a:gd name="connsiteY1" fmla="*/ 958178 h 982498"/>
              <a:gd name="connsiteX2" fmla="*/ 452944 w 477264"/>
              <a:gd name="connsiteY2" fmla="*/ 982498 h 982498"/>
              <a:gd name="connsiteX3" fmla="*/ 428624 w 477264"/>
              <a:gd name="connsiteY3" fmla="*/ 958178 h 982498"/>
              <a:gd name="connsiteX4" fmla="*/ 452944 w 477264"/>
              <a:gd name="connsiteY4" fmla="*/ 933858 h 982498"/>
              <a:gd name="connsiteX5" fmla="*/ 345788 w 477264"/>
              <a:gd name="connsiteY5" fmla="*/ 933858 h 982498"/>
              <a:gd name="connsiteX6" fmla="*/ 370108 w 477264"/>
              <a:gd name="connsiteY6" fmla="*/ 958178 h 982498"/>
              <a:gd name="connsiteX7" fmla="*/ 345788 w 477264"/>
              <a:gd name="connsiteY7" fmla="*/ 982498 h 982498"/>
              <a:gd name="connsiteX8" fmla="*/ 321468 w 477264"/>
              <a:gd name="connsiteY8" fmla="*/ 958178 h 982498"/>
              <a:gd name="connsiteX9" fmla="*/ 345788 w 477264"/>
              <a:gd name="connsiteY9" fmla="*/ 933858 h 982498"/>
              <a:gd name="connsiteX10" fmla="*/ 238632 w 477264"/>
              <a:gd name="connsiteY10" fmla="*/ 933858 h 982498"/>
              <a:gd name="connsiteX11" fmla="*/ 262952 w 477264"/>
              <a:gd name="connsiteY11" fmla="*/ 958178 h 982498"/>
              <a:gd name="connsiteX12" fmla="*/ 238632 w 477264"/>
              <a:gd name="connsiteY12" fmla="*/ 982498 h 982498"/>
              <a:gd name="connsiteX13" fmla="*/ 214312 w 477264"/>
              <a:gd name="connsiteY13" fmla="*/ 958178 h 982498"/>
              <a:gd name="connsiteX14" fmla="*/ 238632 w 477264"/>
              <a:gd name="connsiteY14" fmla="*/ 933858 h 982498"/>
              <a:gd name="connsiteX15" fmla="*/ 131476 w 477264"/>
              <a:gd name="connsiteY15" fmla="*/ 933858 h 982498"/>
              <a:gd name="connsiteX16" fmla="*/ 155796 w 477264"/>
              <a:gd name="connsiteY16" fmla="*/ 958178 h 982498"/>
              <a:gd name="connsiteX17" fmla="*/ 131476 w 477264"/>
              <a:gd name="connsiteY17" fmla="*/ 982498 h 982498"/>
              <a:gd name="connsiteX18" fmla="*/ 107156 w 477264"/>
              <a:gd name="connsiteY18" fmla="*/ 958178 h 982498"/>
              <a:gd name="connsiteX19" fmla="*/ 131476 w 477264"/>
              <a:gd name="connsiteY19" fmla="*/ 933858 h 982498"/>
              <a:gd name="connsiteX20" fmla="*/ 24320 w 477264"/>
              <a:gd name="connsiteY20" fmla="*/ 933858 h 982498"/>
              <a:gd name="connsiteX21" fmla="*/ 48640 w 477264"/>
              <a:gd name="connsiteY21" fmla="*/ 958178 h 982498"/>
              <a:gd name="connsiteX22" fmla="*/ 24320 w 477264"/>
              <a:gd name="connsiteY22" fmla="*/ 982498 h 982498"/>
              <a:gd name="connsiteX23" fmla="*/ 0 w 477264"/>
              <a:gd name="connsiteY23" fmla="*/ 958178 h 982498"/>
              <a:gd name="connsiteX24" fmla="*/ 24320 w 477264"/>
              <a:gd name="connsiteY24" fmla="*/ 933858 h 982498"/>
              <a:gd name="connsiteX25" fmla="*/ 452944 w 477264"/>
              <a:gd name="connsiteY25" fmla="*/ 778215 h 982498"/>
              <a:gd name="connsiteX26" fmla="*/ 477264 w 477264"/>
              <a:gd name="connsiteY26" fmla="*/ 802535 h 982498"/>
              <a:gd name="connsiteX27" fmla="*/ 452944 w 477264"/>
              <a:gd name="connsiteY27" fmla="*/ 826855 h 982498"/>
              <a:gd name="connsiteX28" fmla="*/ 428624 w 477264"/>
              <a:gd name="connsiteY28" fmla="*/ 802535 h 982498"/>
              <a:gd name="connsiteX29" fmla="*/ 452944 w 477264"/>
              <a:gd name="connsiteY29" fmla="*/ 778215 h 982498"/>
              <a:gd name="connsiteX30" fmla="*/ 345788 w 477264"/>
              <a:gd name="connsiteY30" fmla="*/ 778215 h 982498"/>
              <a:gd name="connsiteX31" fmla="*/ 370108 w 477264"/>
              <a:gd name="connsiteY31" fmla="*/ 802535 h 982498"/>
              <a:gd name="connsiteX32" fmla="*/ 345788 w 477264"/>
              <a:gd name="connsiteY32" fmla="*/ 826855 h 982498"/>
              <a:gd name="connsiteX33" fmla="*/ 321468 w 477264"/>
              <a:gd name="connsiteY33" fmla="*/ 802535 h 982498"/>
              <a:gd name="connsiteX34" fmla="*/ 345788 w 477264"/>
              <a:gd name="connsiteY34" fmla="*/ 778215 h 982498"/>
              <a:gd name="connsiteX35" fmla="*/ 238632 w 477264"/>
              <a:gd name="connsiteY35" fmla="*/ 778215 h 982498"/>
              <a:gd name="connsiteX36" fmla="*/ 262952 w 477264"/>
              <a:gd name="connsiteY36" fmla="*/ 802535 h 982498"/>
              <a:gd name="connsiteX37" fmla="*/ 238632 w 477264"/>
              <a:gd name="connsiteY37" fmla="*/ 826855 h 982498"/>
              <a:gd name="connsiteX38" fmla="*/ 214312 w 477264"/>
              <a:gd name="connsiteY38" fmla="*/ 802535 h 982498"/>
              <a:gd name="connsiteX39" fmla="*/ 238632 w 477264"/>
              <a:gd name="connsiteY39" fmla="*/ 778215 h 982498"/>
              <a:gd name="connsiteX40" fmla="*/ 131476 w 477264"/>
              <a:gd name="connsiteY40" fmla="*/ 778215 h 982498"/>
              <a:gd name="connsiteX41" fmla="*/ 155796 w 477264"/>
              <a:gd name="connsiteY41" fmla="*/ 802535 h 982498"/>
              <a:gd name="connsiteX42" fmla="*/ 131476 w 477264"/>
              <a:gd name="connsiteY42" fmla="*/ 826855 h 982498"/>
              <a:gd name="connsiteX43" fmla="*/ 107156 w 477264"/>
              <a:gd name="connsiteY43" fmla="*/ 802535 h 982498"/>
              <a:gd name="connsiteX44" fmla="*/ 131476 w 477264"/>
              <a:gd name="connsiteY44" fmla="*/ 778215 h 982498"/>
              <a:gd name="connsiteX45" fmla="*/ 24320 w 477264"/>
              <a:gd name="connsiteY45" fmla="*/ 778215 h 982498"/>
              <a:gd name="connsiteX46" fmla="*/ 48640 w 477264"/>
              <a:gd name="connsiteY46" fmla="*/ 802535 h 982498"/>
              <a:gd name="connsiteX47" fmla="*/ 24320 w 477264"/>
              <a:gd name="connsiteY47" fmla="*/ 826855 h 982498"/>
              <a:gd name="connsiteX48" fmla="*/ 0 w 477264"/>
              <a:gd name="connsiteY48" fmla="*/ 802535 h 982498"/>
              <a:gd name="connsiteX49" fmla="*/ 24320 w 477264"/>
              <a:gd name="connsiteY49" fmla="*/ 778215 h 982498"/>
              <a:gd name="connsiteX50" fmla="*/ 452944 w 477264"/>
              <a:gd name="connsiteY50" fmla="*/ 622572 h 982498"/>
              <a:gd name="connsiteX51" fmla="*/ 477264 w 477264"/>
              <a:gd name="connsiteY51" fmla="*/ 646892 h 982498"/>
              <a:gd name="connsiteX52" fmla="*/ 452944 w 477264"/>
              <a:gd name="connsiteY52" fmla="*/ 671212 h 982498"/>
              <a:gd name="connsiteX53" fmla="*/ 428624 w 477264"/>
              <a:gd name="connsiteY53" fmla="*/ 646892 h 982498"/>
              <a:gd name="connsiteX54" fmla="*/ 452944 w 477264"/>
              <a:gd name="connsiteY54" fmla="*/ 622572 h 982498"/>
              <a:gd name="connsiteX55" fmla="*/ 345788 w 477264"/>
              <a:gd name="connsiteY55" fmla="*/ 622572 h 982498"/>
              <a:gd name="connsiteX56" fmla="*/ 370108 w 477264"/>
              <a:gd name="connsiteY56" fmla="*/ 646892 h 982498"/>
              <a:gd name="connsiteX57" fmla="*/ 345788 w 477264"/>
              <a:gd name="connsiteY57" fmla="*/ 671212 h 982498"/>
              <a:gd name="connsiteX58" fmla="*/ 321468 w 477264"/>
              <a:gd name="connsiteY58" fmla="*/ 646892 h 982498"/>
              <a:gd name="connsiteX59" fmla="*/ 345788 w 477264"/>
              <a:gd name="connsiteY59" fmla="*/ 622572 h 982498"/>
              <a:gd name="connsiteX60" fmla="*/ 238632 w 477264"/>
              <a:gd name="connsiteY60" fmla="*/ 622572 h 982498"/>
              <a:gd name="connsiteX61" fmla="*/ 262952 w 477264"/>
              <a:gd name="connsiteY61" fmla="*/ 646892 h 982498"/>
              <a:gd name="connsiteX62" fmla="*/ 238632 w 477264"/>
              <a:gd name="connsiteY62" fmla="*/ 671212 h 982498"/>
              <a:gd name="connsiteX63" fmla="*/ 214312 w 477264"/>
              <a:gd name="connsiteY63" fmla="*/ 646892 h 982498"/>
              <a:gd name="connsiteX64" fmla="*/ 238632 w 477264"/>
              <a:gd name="connsiteY64" fmla="*/ 622572 h 982498"/>
              <a:gd name="connsiteX65" fmla="*/ 131476 w 477264"/>
              <a:gd name="connsiteY65" fmla="*/ 622572 h 982498"/>
              <a:gd name="connsiteX66" fmla="*/ 155796 w 477264"/>
              <a:gd name="connsiteY66" fmla="*/ 646892 h 982498"/>
              <a:gd name="connsiteX67" fmla="*/ 131476 w 477264"/>
              <a:gd name="connsiteY67" fmla="*/ 671212 h 982498"/>
              <a:gd name="connsiteX68" fmla="*/ 107156 w 477264"/>
              <a:gd name="connsiteY68" fmla="*/ 646892 h 982498"/>
              <a:gd name="connsiteX69" fmla="*/ 131476 w 477264"/>
              <a:gd name="connsiteY69" fmla="*/ 622572 h 982498"/>
              <a:gd name="connsiteX70" fmla="*/ 24320 w 477264"/>
              <a:gd name="connsiteY70" fmla="*/ 622572 h 982498"/>
              <a:gd name="connsiteX71" fmla="*/ 48640 w 477264"/>
              <a:gd name="connsiteY71" fmla="*/ 646892 h 982498"/>
              <a:gd name="connsiteX72" fmla="*/ 24320 w 477264"/>
              <a:gd name="connsiteY72" fmla="*/ 671212 h 982498"/>
              <a:gd name="connsiteX73" fmla="*/ 0 w 477264"/>
              <a:gd name="connsiteY73" fmla="*/ 646892 h 982498"/>
              <a:gd name="connsiteX74" fmla="*/ 24320 w 477264"/>
              <a:gd name="connsiteY74" fmla="*/ 622572 h 982498"/>
              <a:gd name="connsiteX75" fmla="*/ 24320 w 477264"/>
              <a:gd name="connsiteY75" fmla="*/ 466929 h 982498"/>
              <a:gd name="connsiteX76" fmla="*/ 48640 w 477264"/>
              <a:gd name="connsiteY76" fmla="*/ 491249 h 982498"/>
              <a:gd name="connsiteX77" fmla="*/ 24320 w 477264"/>
              <a:gd name="connsiteY77" fmla="*/ 515569 h 982498"/>
              <a:gd name="connsiteX78" fmla="*/ 0 w 477264"/>
              <a:gd name="connsiteY78" fmla="*/ 491249 h 982498"/>
              <a:gd name="connsiteX79" fmla="*/ 24320 w 477264"/>
              <a:gd name="connsiteY79" fmla="*/ 466929 h 982498"/>
              <a:gd name="connsiteX80" fmla="*/ 131476 w 477264"/>
              <a:gd name="connsiteY80" fmla="*/ 466929 h 982498"/>
              <a:gd name="connsiteX81" fmla="*/ 155796 w 477264"/>
              <a:gd name="connsiteY81" fmla="*/ 491249 h 982498"/>
              <a:gd name="connsiteX82" fmla="*/ 131476 w 477264"/>
              <a:gd name="connsiteY82" fmla="*/ 515569 h 982498"/>
              <a:gd name="connsiteX83" fmla="*/ 107156 w 477264"/>
              <a:gd name="connsiteY83" fmla="*/ 491249 h 982498"/>
              <a:gd name="connsiteX84" fmla="*/ 131476 w 477264"/>
              <a:gd name="connsiteY84" fmla="*/ 466929 h 982498"/>
              <a:gd name="connsiteX85" fmla="*/ 238632 w 477264"/>
              <a:gd name="connsiteY85" fmla="*/ 466929 h 982498"/>
              <a:gd name="connsiteX86" fmla="*/ 262952 w 477264"/>
              <a:gd name="connsiteY86" fmla="*/ 491249 h 982498"/>
              <a:gd name="connsiteX87" fmla="*/ 238632 w 477264"/>
              <a:gd name="connsiteY87" fmla="*/ 515569 h 982498"/>
              <a:gd name="connsiteX88" fmla="*/ 214312 w 477264"/>
              <a:gd name="connsiteY88" fmla="*/ 491249 h 982498"/>
              <a:gd name="connsiteX89" fmla="*/ 238632 w 477264"/>
              <a:gd name="connsiteY89" fmla="*/ 466929 h 982498"/>
              <a:gd name="connsiteX90" fmla="*/ 345788 w 477264"/>
              <a:gd name="connsiteY90" fmla="*/ 466929 h 982498"/>
              <a:gd name="connsiteX91" fmla="*/ 370108 w 477264"/>
              <a:gd name="connsiteY91" fmla="*/ 491249 h 982498"/>
              <a:gd name="connsiteX92" fmla="*/ 345788 w 477264"/>
              <a:gd name="connsiteY92" fmla="*/ 515569 h 982498"/>
              <a:gd name="connsiteX93" fmla="*/ 321468 w 477264"/>
              <a:gd name="connsiteY93" fmla="*/ 491249 h 982498"/>
              <a:gd name="connsiteX94" fmla="*/ 345788 w 477264"/>
              <a:gd name="connsiteY94" fmla="*/ 466929 h 982498"/>
              <a:gd name="connsiteX95" fmla="*/ 452944 w 477264"/>
              <a:gd name="connsiteY95" fmla="*/ 466929 h 982498"/>
              <a:gd name="connsiteX96" fmla="*/ 477264 w 477264"/>
              <a:gd name="connsiteY96" fmla="*/ 491249 h 982498"/>
              <a:gd name="connsiteX97" fmla="*/ 452944 w 477264"/>
              <a:gd name="connsiteY97" fmla="*/ 515569 h 982498"/>
              <a:gd name="connsiteX98" fmla="*/ 428624 w 477264"/>
              <a:gd name="connsiteY98" fmla="*/ 491249 h 982498"/>
              <a:gd name="connsiteX99" fmla="*/ 452944 w 477264"/>
              <a:gd name="connsiteY99" fmla="*/ 466929 h 982498"/>
              <a:gd name="connsiteX100" fmla="*/ 24320 w 477264"/>
              <a:gd name="connsiteY100" fmla="*/ 311287 h 982498"/>
              <a:gd name="connsiteX101" fmla="*/ 48640 w 477264"/>
              <a:gd name="connsiteY101" fmla="*/ 335607 h 982498"/>
              <a:gd name="connsiteX102" fmla="*/ 24320 w 477264"/>
              <a:gd name="connsiteY102" fmla="*/ 359926 h 982498"/>
              <a:gd name="connsiteX103" fmla="*/ 0 w 477264"/>
              <a:gd name="connsiteY103" fmla="*/ 335607 h 982498"/>
              <a:gd name="connsiteX104" fmla="*/ 24320 w 477264"/>
              <a:gd name="connsiteY104" fmla="*/ 311287 h 982498"/>
              <a:gd name="connsiteX105" fmla="*/ 131476 w 477264"/>
              <a:gd name="connsiteY105" fmla="*/ 311286 h 982498"/>
              <a:gd name="connsiteX106" fmla="*/ 155796 w 477264"/>
              <a:gd name="connsiteY106" fmla="*/ 335606 h 982498"/>
              <a:gd name="connsiteX107" fmla="*/ 131476 w 477264"/>
              <a:gd name="connsiteY107" fmla="*/ 359926 h 982498"/>
              <a:gd name="connsiteX108" fmla="*/ 107156 w 477264"/>
              <a:gd name="connsiteY108" fmla="*/ 335606 h 982498"/>
              <a:gd name="connsiteX109" fmla="*/ 131476 w 477264"/>
              <a:gd name="connsiteY109" fmla="*/ 311286 h 982498"/>
              <a:gd name="connsiteX110" fmla="*/ 238632 w 477264"/>
              <a:gd name="connsiteY110" fmla="*/ 311286 h 982498"/>
              <a:gd name="connsiteX111" fmla="*/ 262952 w 477264"/>
              <a:gd name="connsiteY111" fmla="*/ 335606 h 982498"/>
              <a:gd name="connsiteX112" fmla="*/ 238632 w 477264"/>
              <a:gd name="connsiteY112" fmla="*/ 359926 h 982498"/>
              <a:gd name="connsiteX113" fmla="*/ 214312 w 477264"/>
              <a:gd name="connsiteY113" fmla="*/ 335606 h 982498"/>
              <a:gd name="connsiteX114" fmla="*/ 238632 w 477264"/>
              <a:gd name="connsiteY114" fmla="*/ 311286 h 982498"/>
              <a:gd name="connsiteX115" fmla="*/ 345788 w 477264"/>
              <a:gd name="connsiteY115" fmla="*/ 311286 h 982498"/>
              <a:gd name="connsiteX116" fmla="*/ 370108 w 477264"/>
              <a:gd name="connsiteY116" fmla="*/ 335606 h 982498"/>
              <a:gd name="connsiteX117" fmla="*/ 345788 w 477264"/>
              <a:gd name="connsiteY117" fmla="*/ 359926 h 982498"/>
              <a:gd name="connsiteX118" fmla="*/ 321468 w 477264"/>
              <a:gd name="connsiteY118" fmla="*/ 335606 h 982498"/>
              <a:gd name="connsiteX119" fmla="*/ 345788 w 477264"/>
              <a:gd name="connsiteY119" fmla="*/ 311286 h 982498"/>
              <a:gd name="connsiteX120" fmla="*/ 452944 w 477264"/>
              <a:gd name="connsiteY120" fmla="*/ 311286 h 982498"/>
              <a:gd name="connsiteX121" fmla="*/ 477264 w 477264"/>
              <a:gd name="connsiteY121" fmla="*/ 335606 h 982498"/>
              <a:gd name="connsiteX122" fmla="*/ 452944 w 477264"/>
              <a:gd name="connsiteY122" fmla="*/ 359926 h 982498"/>
              <a:gd name="connsiteX123" fmla="*/ 428624 w 477264"/>
              <a:gd name="connsiteY123" fmla="*/ 335606 h 982498"/>
              <a:gd name="connsiteX124" fmla="*/ 452944 w 477264"/>
              <a:gd name="connsiteY124" fmla="*/ 311286 h 982498"/>
              <a:gd name="connsiteX125" fmla="*/ 24320 w 477264"/>
              <a:gd name="connsiteY125" fmla="*/ 155643 h 982498"/>
              <a:gd name="connsiteX126" fmla="*/ 48640 w 477264"/>
              <a:gd name="connsiteY126" fmla="*/ 179963 h 982498"/>
              <a:gd name="connsiteX127" fmla="*/ 24320 w 477264"/>
              <a:gd name="connsiteY127" fmla="*/ 204283 h 982498"/>
              <a:gd name="connsiteX128" fmla="*/ 0 w 477264"/>
              <a:gd name="connsiteY128" fmla="*/ 179963 h 982498"/>
              <a:gd name="connsiteX129" fmla="*/ 24320 w 477264"/>
              <a:gd name="connsiteY129" fmla="*/ 155643 h 982498"/>
              <a:gd name="connsiteX130" fmla="*/ 131476 w 477264"/>
              <a:gd name="connsiteY130" fmla="*/ 155643 h 982498"/>
              <a:gd name="connsiteX131" fmla="*/ 155796 w 477264"/>
              <a:gd name="connsiteY131" fmla="*/ 179963 h 982498"/>
              <a:gd name="connsiteX132" fmla="*/ 131476 w 477264"/>
              <a:gd name="connsiteY132" fmla="*/ 204283 h 982498"/>
              <a:gd name="connsiteX133" fmla="*/ 107156 w 477264"/>
              <a:gd name="connsiteY133" fmla="*/ 179963 h 982498"/>
              <a:gd name="connsiteX134" fmla="*/ 131476 w 477264"/>
              <a:gd name="connsiteY134" fmla="*/ 155643 h 982498"/>
              <a:gd name="connsiteX135" fmla="*/ 238632 w 477264"/>
              <a:gd name="connsiteY135" fmla="*/ 155643 h 982498"/>
              <a:gd name="connsiteX136" fmla="*/ 262952 w 477264"/>
              <a:gd name="connsiteY136" fmla="*/ 179963 h 982498"/>
              <a:gd name="connsiteX137" fmla="*/ 238632 w 477264"/>
              <a:gd name="connsiteY137" fmla="*/ 204283 h 982498"/>
              <a:gd name="connsiteX138" fmla="*/ 214312 w 477264"/>
              <a:gd name="connsiteY138" fmla="*/ 179963 h 982498"/>
              <a:gd name="connsiteX139" fmla="*/ 238632 w 477264"/>
              <a:gd name="connsiteY139" fmla="*/ 155643 h 982498"/>
              <a:gd name="connsiteX140" fmla="*/ 345788 w 477264"/>
              <a:gd name="connsiteY140" fmla="*/ 155643 h 982498"/>
              <a:gd name="connsiteX141" fmla="*/ 370108 w 477264"/>
              <a:gd name="connsiteY141" fmla="*/ 179963 h 982498"/>
              <a:gd name="connsiteX142" fmla="*/ 345788 w 477264"/>
              <a:gd name="connsiteY142" fmla="*/ 204283 h 982498"/>
              <a:gd name="connsiteX143" fmla="*/ 321468 w 477264"/>
              <a:gd name="connsiteY143" fmla="*/ 179963 h 982498"/>
              <a:gd name="connsiteX144" fmla="*/ 345788 w 477264"/>
              <a:gd name="connsiteY144" fmla="*/ 155643 h 982498"/>
              <a:gd name="connsiteX145" fmla="*/ 452944 w 477264"/>
              <a:gd name="connsiteY145" fmla="*/ 155643 h 982498"/>
              <a:gd name="connsiteX146" fmla="*/ 477264 w 477264"/>
              <a:gd name="connsiteY146" fmla="*/ 179963 h 982498"/>
              <a:gd name="connsiteX147" fmla="*/ 452944 w 477264"/>
              <a:gd name="connsiteY147" fmla="*/ 204283 h 982498"/>
              <a:gd name="connsiteX148" fmla="*/ 428624 w 477264"/>
              <a:gd name="connsiteY148" fmla="*/ 179963 h 982498"/>
              <a:gd name="connsiteX149" fmla="*/ 452944 w 477264"/>
              <a:gd name="connsiteY149" fmla="*/ 155643 h 982498"/>
              <a:gd name="connsiteX150" fmla="*/ 452944 w 477264"/>
              <a:gd name="connsiteY150" fmla="*/ 0 h 982498"/>
              <a:gd name="connsiteX151" fmla="*/ 477264 w 477264"/>
              <a:gd name="connsiteY151" fmla="*/ 24320 h 982498"/>
              <a:gd name="connsiteX152" fmla="*/ 452944 w 477264"/>
              <a:gd name="connsiteY152" fmla="*/ 48640 h 982498"/>
              <a:gd name="connsiteX153" fmla="*/ 428624 w 477264"/>
              <a:gd name="connsiteY153" fmla="*/ 24320 h 982498"/>
              <a:gd name="connsiteX154" fmla="*/ 452944 w 477264"/>
              <a:gd name="connsiteY154" fmla="*/ 0 h 982498"/>
              <a:gd name="connsiteX155" fmla="*/ 345788 w 477264"/>
              <a:gd name="connsiteY155" fmla="*/ 0 h 982498"/>
              <a:gd name="connsiteX156" fmla="*/ 370108 w 477264"/>
              <a:gd name="connsiteY156" fmla="*/ 24320 h 982498"/>
              <a:gd name="connsiteX157" fmla="*/ 345788 w 477264"/>
              <a:gd name="connsiteY157" fmla="*/ 48640 h 982498"/>
              <a:gd name="connsiteX158" fmla="*/ 321468 w 477264"/>
              <a:gd name="connsiteY158" fmla="*/ 24320 h 982498"/>
              <a:gd name="connsiteX159" fmla="*/ 345788 w 477264"/>
              <a:gd name="connsiteY159" fmla="*/ 0 h 982498"/>
              <a:gd name="connsiteX160" fmla="*/ 238632 w 477264"/>
              <a:gd name="connsiteY160" fmla="*/ 0 h 982498"/>
              <a:gd name="connsiteX161" fmla="*/ 262952 w 477264"/>
              <a:gd name="connsiteY161" fmla="*/ 24320 h 982498"/>
              <a:gd name="connsiteX162" fmla="*/ 238632 w 477264"/>
              <a:gd name="connsiteY162" fmla="*/ 48640 h 982498"/>
              <a:gd name="connsiteX163" fmla="*/ 214312 w 477264"/>
              <a:gd name="connsiteY163" fmla="*/ 24320 h 982498"/>
              <a:gd name="connsiteX164" fmla="*/ 238632 w 477264"/>
              <a:gd name="connsiteY164" fmla="*/ 0 h 982498"/>
              <a:gd name="connsiteX165" fmla="*/ 131476 w 477264"/>
              <a:gd name="connsiteY165" fmla="*/ 0 h 982498"/>
              <a:gd name="connsiteX166" fmla="*/ 155796 w 477264"/>
              <a:gd name="connsiteY166" fmla="*/ 24320 h 982498"/>
              <a:gd name="connsiteX167" fmla="*/ 131476 w 477264"/>
              <a:gd name="connsiteY167" fmla="*/ 48640 h 982498"/>
              <a:gd name="connsiteX168" fmla="*/ 107156 w 477264"/>
              <a:gd name="connsiteY168" fmla="*/ 24320 h 982498"/>
              <a:gd name="connsiteX169" fmla="*/ 131476 w 477264"/>
              <a:gd name="connsiteY169" fmla="*/ 0 h 982498"/>
              <a:gd name="connsiteX170" fmla="*/ 24320 w 477264"/>
              <a:gd name="connsiteY170" fmla="*/ 0 h 982498"/>
              <a:gd name="connsiteX171" fmla="*/ 48640 w 477264"/>
              <a:gd name="connsiteY171" fmla="*/ 24320 h 982498"/>
              <a:gd name="connsiteX172" fmla="*/ 24320 w 477264"/>
              <a:gd name="connsiteY172" fmla="*/ 48640 h 982498"/>
              <a:gd name="connsiteX173" fmla="*/ 0 w 477264"/>
              <a:gd name="connsiteY173" fmla="*/ 24320 h 982498"/>
              <a:gd name="connsiteX174" fmla="*/ 24320 w 477264"/>
              <a:gd name="connsiteY174" fmla="*/ 0 h 9824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Lst>
            <a:rect l="l" t="t" r="r" b="b"/>
            <a:pathLst>
              <a:path w="477264" h="982498">
                <a:moveTo>
                  <a:pt x="452944" y="933858"/>
                </a:moveTo>
                <a:cubicBezTo>
                  <a:pt x="466376" y="933858"/>
                  <a:pt x="477264" y="944746"/>
                  <a:pt x="477264" y="958178"/>
                </a:cubicBezTo>
                <a:cubicBezTo>
                  <a:pt x="477264" y="971610"/>
                  <a:pt x="466376" y="982498"/>
                  <a:pt x="452944" y="982498"/>
                </a:cubicBezTo>
                <a:cubicBezTo>
                  <a:pt x="439512" y="982498"/>
                  <a:pt x="428624" y="971610"/>
                  <a:pt x="428624" y="958178"/>
                </a:cubicBezTo>
                <a:cubicBezTo>
                  <a:pt x="428624" y="944746"/>
                  <a:pt x="439512" y="933858"/>
                  <a:pt x="452944" y="933858"/>
                </a:cubicBezTo>
                <a:close/>
                <a:moveTo>
                  <a:pt x="345788" y="933858"/>
                </a:moveTo>
                <a:cubicBezTo>
                  <a:pt x="359220" y="933858"/>
                  <a:pt x="370108" y="944746"/>
                  <a:pt x="370108" y="958178"/>
                </a:cubicBezTo>
                <a:cubicBezTo>
                  <a:pt x="370108" y="971610"/>
                  <a:pt x="359220" y="982498"/>
                  <a:pt x="345788" y="982498"/>
                </a:cubicBezTo>
                <a:cubicBezTo>
                  <a:pt x="332356" y="982498"/>
                  <a:pt x="321468" y="971610"/>
                  <a:pt x="321468" y="958178"/>
                </a:cubicBezTo>
                <a:cubicBezTo>
                  <a:pt x="321468" y="944746"/>
                  <a:pt x="332356" y="933858"/>
                  <a:pt x="345788" y="933858"/>
                </a:cubicBezTo>
                <a:close/>
                <a:moveTo>
                  <a:pt x="238632" y="933858"/>
                </a:moveTo>
                <a:cubicBezTo>
                  <a:pt x="252064" y="933858"/>
                  <a:pt x="262952" y="944746"/>
                  <a:pt x="262952" y="958178"/>
                </a:cubicBezTo>
                <a:cubicBezTo>
                  <a:pt x="262952" y="971610"/>
                  <a:pt x="252064" y="982498"/>
                  <a:pt x="238632" y="982498"/>
                </a:cubicBezTo>
                <a:cubicBezTo>
                  <a:pt x="225200" y="982498"/>
                  <a:pt x="214312" y="971610"/>
                  <a:pt x="214312" y="958178"/>
                </a:cubicBezTo>
                <a:cubicBezTo>
                  <a:pt x="214312" y="944746"/>
                  <a:pt x="225200" y="933858"/>
                  <a:pt x="238632" y="933858"/>
                </a:cubicBezTo>
                <a:close/>
                <a:moveTo>
                  <a:pt x="131476" y="933858"/>
                </a:moveTo>
                <a:cubicBezTo>
                  <a:pt x="144908" y="933858"/>
                  <a:pt x="155796" y="944746"/>
                  <a:pt x="155796" y="958178"/>
                </a:cubicBezTo>
                <a:cubicBezTo>
                  <a:pt x="155796" y="971610"/>
                  <a:pt x="144908" y="982498"/>
                  <a:pt x="131476" y="982498"/>
                </a:cubicBezTo>
                <a:cubicBezTo>
                  <a:pt x="118044" y="982498"/>
                  <a:pt x="107156" y="971610"/>
                  <a:pt x="107156" y="958178"/>
                </a:cubicBezTo>
                <a:cubicBezTo>
                  <a:pt x="107156" y="944746"/>
                  <a:pt x="118044" y="933858"/>
                  <a:pt x="131476" y="933858"/>
                </a:cubicBezTo>
                <a:close/>
                <a:moveTo>
                  <a:pt x="24320" y="933858"/>
                </a:moveTo>
                <a:cubicBezTo>
                  <a:pt x="37752" y="933858"/>
                  <a:pt x="48640" y="944746"/>
                  <a:pt x="48640" y="958178"/>
                </a:cubicBezTo>
                <a:cubicBezTo>
                  <a:pt x="48640" y="971610"/>
                  <a:pt x="37752" y="982498"/>
                  <a:pt x="24320" y="982498"/>
                </a:cubicBezTo>
                <a:cubicBezTo>
                  <a:pt x="10888" y="982498"/>
                  <a:pt x="0" y="971610"/>
                  <a:pt x="0" y="958178"/>
                </a:cubicBezTo>
                <a:cubicBezTo>
                  <a:pt x="0" y="944746"/>
                  <a:pt x="10888" y="933858"/>
                  <a:pt x="24320" y="933858"/>
                </a:cubicBezTo>
                <a:close/>
                <a:moveTo>
                  <a:pt x="452944" y="778215"/>
                </a:moveTo>
                <a:cubicBezTo>
                  <a:pt x="466376" y="778215"/>
                  <a:pt x="477264" y="789103"/>
                  <a:pt x="477264" y="802535"/>
                </a:cubicBezTo>
                <a:cubicBezTo>
                  <a:pt x="477264" y="815967"/>
                  <a:pt x="466376" y="826855"/>
                  <a:pt x="452944" y="826855"/>
                </a:cubicBezTo>
                <a:cubicBezTo>
                  <a:pt x="439512" y="826855"/>
                  <a:pt x="428624" y="815967"/>
                  <a:pt x="428624" y="802535"/>
                </a:cubicBezTo>
                <a:cubicBezTo>
                  <a:pt x="428624" y="789103"/>
                  <a:pt x="439512" y="778215"/>
                  <a:pt x="452944" y="778215"/>
                </a:cubicBezTo>
                <a:close/>
                <a:moveTo>
                  <a:pt x="345788" y="778215"/>
                </a:moveTo>
                <a:cubicBezTo>
                  <a:pt x="359220" y="778215"/>
                  <a:pt x="370108" y="789103"/>
                  <a:pt x="370108" y="802535"/>
                </a:cubicBezTo>
                <a:cubicBezTo>
                  <a:pt x="370108" y="815967"/>
                  <a:pt x="359220" y="826855"/>
                  <a:pt x="345788" y="826855"/>
                </a:cubicBezTo>
                <a:cubicBezTo>
                  <a:pt x="332356" y="826855"/>
                  <a:pt x="321468" y="815967"/>
                  <a:pt x="321468" y="802535"/>
                </a:cubicBezTo>
                <a:cubicBezTo>
                  <a:pt x="321468" y="789103"/>
                  <a:pt x="332356" y="778215"/>
                  <a:pt x="345788" y="778215"/>
                </a:cubicBezTo>
                <a:close/>
                <a:moveTo>
                  <a:pt x="238632" y="778215"/>
                </a:moveTo>
                <a:cubicBezTo>
                  <a:pt x="252064" y="778215"/>
                  <a:pt x="262952" y="789103"/>
                  <a:pt x="262952" y="802535"/>
                </a:cubicBezTo>
                <a:cubicBezTo>
                  <a:pt x="262952" y="815967"/>
                  <a:pt x="252064" y="826855"/>
                  <a:pt x="238632" y="826855"/>
                </a:cubicBezTo>
                <a:cubicBezTo>
                  <a:pt x="225200" y="826855"/>
                  <a:pt x="214312" y="815967"/>
                  <a:pt x="214312" y="802535"/>
                </a:cubicBezTo>
                <a:cubicBezTo>
                  <a:pt x="214312" y="789103"/>
                  <a:pt x="225200" y="778215"/>
                  <a:pt x="238632" y="778215"/>
                </a:cubicBezTo>
                <a:close/>
                <a:moveTo>
                  <a:pt x="131476" y="778215"/>
                </a:moveTo>
                <a:cubicBezTo>
                  <a:pt x="144908" y="778215"/>
                  <a:pt x="155796" y="789103"/>
                  <a:pt x="155796" y="802535"/>
                </a:cubicBezTo>
                <a:cubicBezTo>
                  <a:pt x="155796" y="815967"/>
                  <a:pt x="144908" y="826855"/>
                  <a:pt x="131476" y="826855"/>
                </a:cubicBezTo>
                <a:cubicBezTo>
                  <a:pt x="118044" y="826855"/>
                  <a:pt x="107156" y="815967"/>
                  <a:pt x="107156" y="802535"/>
                </a:cubicBezTo>
                <a:cubicBezTo>
                  <a:pt x="107156" y="789103"/>
                  <a:pt x="118044" y="778215"/>
                  <a:pt x="131476" y="778215"/>
                </a:cubicBezTo>
                <a:close/>
                <a:moveTo>
                  <a:pt x="24320" y="778215"/>
                </a:moveTo>
                <a:cubicBezTo>
                  <a:pt x="37752" y="778215"/>
                  <a:pt x="48640" y="789103"/>
                  <a:pt x="48640" y="802535"/>
                </a:cubicBezTo>
                <a:cubicBezTo>
                  <a:pt x="48640" y="815967"/>
                  <a:pt x="37752" y="826855"/>
                  <a:pt x="24320" y="826855"/>
                </a:cubicBezTo>
                <a:cubicBezTo>
                  <a:pt x="10888" y="826855"/>
                  <a:pt x="0" y="815967"/>
                  <a:pt x="0" y="802535"/>
                </a:cubicBezTo>
                <a:cubicBezTo>
                  <a:pt x="0" y="789103"/>
                  <a:pt x="10888" y="778215"/>
                  <a:pt x="24320" y="778215"/>
                </a:cubicBezTo>
                <a:close/>
                <a:moveTo>
                  <a:pt x="452944" y="622572"/>
                </a:moveTo>
                <a:cubicBezTo>
                  <a:pt x="466376" y="622572"/>
                  <a:pt x="477264" y="633460"/>
                  <a:pt x="477264" y="646892"/>
                </a:cubicBezTo>
                <a:cubicBezTo>
                  <a:pt x="477264" y="660324"/>
                  <a:pt x="466376" y="671212"/>
                  <a:pt x="452944" y="671212"/>
                </a:cubicBezTo>
                <a:cubicBezTo>
                  <a:pt x="439512" y="671212"/>
                  <a:pt x="428624" y="660324"/>
                  <a:pt x="428624" y="646892"/>
                </a:cubicBezTo>
                <a:cubicBezTo>
                  <a:pt x="428624" y="633460"/>
                  <a:pt x="439512" y="622572"/>
                  <a:pt x="452944" y="622572"/>
                </a:cubicBezTo>
                <a:close/>
                <a:moveTo>
                  <a:pt x="345788" y="622572"/>
                </a:moveTo>
                <a:cubicBezTo>
                  <a:pt x="359220" y="622572"/>
                  <a:pt x="370108" y="633460"/>
                  <a:pt x="370108" y="646892"/>
                </a:cubicBezTo>
                <a:cubicBezTo>
                  <a:pt x="370108" y="660324"/>
                  <a:pt x="359220" y="671212"/>
                  <a:pt x="345788" y="671212"/>
                </a:cubicBezTo>
                <a:cubicBezTo>
                  <a:pt x="332356" y="671212"/>
                  <a:pt x="321468" y="660324"/>
                  <a:pt x="321468" y="646892"/>
                </a:cubicBezTo>
                <a:cubicBezTo>
                  <a:pt x="321468" y="633460"/>
                  <a:pt x="332356" y="622572"/>
                  <a:pt x="345788" y="622572"/>
                </a:cubicBezTo>
                <a:close/>
                <a:moveTo>
                  <a:pt x="238632" y="622572"/>
                </a:moveTo>
                <a:cubicBezTo>
                  <a:pt x="252064" y="622572"/>
                  <a:pt x="262952" y="633460"/>
                  <a:pt x="262952" y="646892"/>
                </a:cubicBezTo>
                <a:cubicBezTo>
                  <a:pt x="262952" y="660324"/>
                  <a:pt x="252064" y="671212"/>
                  <a:pt x="238632" y="671212"/>
                </a:cubicBezTo>
                <a:cubicBezTo>
                  <a:pt x="225200" y="671212"/>
                  <a:pt x="214312" y="660324"/>
                  <a:pt x="214312" y="646892"/>
                </a:cubicBezTo>
                <a:cubicBezTo>
                  <a:pt x="214312" y="633460"/>
                  <a:pt x="225200" y="622572"/>
                  <a:pt x="238632" y="622572"/>
                </a:cubicBezTo>
                <a:close/>
                <a:moveTo>
                  <a:pt x="131476" y="622572"/>
                </a:moveTo>
                <a:cubicBezTo>
                  <a:pt x="144908" y="622572"/>
                  <a:pt x="155796" y="633460"/>
                  <a:pt x="155796" y="646892"/>
                </a:cubicBezTo>
                <a:cubicBezTo>
                  <a:pt x="155796" y="660324"/>
                  <a:pt x="144908" y="671212"/>
                  <a:pt x="131476" y="671212"/>
                </a:cubicBezTo>
                <a:cubicBezTo>
                  <a:pt x="118044" y="671212"/>
                  <a:pt x="107156" y="660324"/>
                  <a:pt x="107156" y="646892"/>
                </a:cubicBezTo>
                <a:cubicBezTo>
                  <a:pt x="107156" y="633460"/>
                  <a:pt x="118044" y="622572"/>
                  <a:pt x="131476" y="622572"/>
                </a:cubicBezTo>
                <a:close/>
                <a:moveTo>
                  <a:pt x="24320" y="622572"/>
                </a:moveTo>
                <a:cubicBezTo>
                  <a:pt x="37752" y="622572"/>
                  <a:pt x="48640" y="633460"/>
                  <a:pt x="48640" y="646892"/>
                </a:cubicBezTo>
                <a:cubicBezTo>
                  <a:pt x="48640" y="660324"/>
                  <a:pt x="37752" y="671212"/>
                  <a:pt x="24320" y="671212"/>
                </a:cubicBezTo>
                <a:cubicBezTo>
                  <a:pt x="10888" y="671212"/>
                  <a:pt x="0" y="660324"/>
                  <a:pt x="0" y="646892"/>
                </a:cubicBezTo>
                <a:cubicBezTo>
                  <a:pt x="0" y="633460"/>
                  <a:pt x="10888" y="622572"/>
                  <a:pt x="24320" y="622572"/>
                </a:cubicBezTo>
                <a:close/>
                <a:moveTo>
                  <a:pt x="24320" y="466929"/>
                </a:moveTo>
                <a:cubicBezTo>
                  <a:pt x="37752" y="466929"/>
                  <a:pt x="48640" y="477817"/>
                  <a:pt x="48640" y="491249"/>
                </a:cubicBezTo>
                <a:cubicBezTo>
                  <a:pt x="48640" y="504681"/>
                  <a:pt x="37752" y="515569"/>
                  <a:pt x="24320" y="515569"/>
                </a:cubicBezTo>
                <a:cubicBezTo>
                  <a:pt x="10888" y="515569"/>
                  <a:pt x="0" y="504681"/>
                  <a:pt x="0" y="491249"/>
                </a:cubicBezTo>
                <a:cubicBezTo>
                  <a:pt x="0" y="477817"/>
                  <a:pt x="10888" y="466929"/>
                  <a:pt x="24320" y="466929"/>
                </a:cubicBezTo>
                <a:close/>
                <a:moveTo>
                  <a:pt x="131476" y="466929"/>
                </a:moveTo>
                <a:cubicBezTo>
                  <a:pt x="144908" y="466929"/>
                  <a:pt x="155796" y="477817"/>
                  <a:pt x="155796" y="491249"/>
                </a:cubicBezTo>
                <a:cubicBezTo>
                  <a:pt x="155796" y="504681"/>
                  <a:pt x="144908" y="515569"/>
                  <a:pt x="131476" y="515569"/>
                </a:cubicBezTo>
                <a:cubicBezTo>
                  <a:pt x="118044" y="515569"/>
                  <a:pt x="107156" y="504681"/>
                  <a:pt x="107156" y="491249"/>
                </a:cubicBezTo>
                <a:cubicBezTo>
                  <a:pt x="107156" y="477817"/>
                  <a:pt x="118044" y="466929"/>
                  <a:pt x="131476" y="466929"/>
                </a:cubicBezTo>
                <a:close/>
                <a:moveTo>
                  <a:pt x="238632" y="466929"/>
                </a:moveTo>
                <a:cubicBezTo>
                  <a:pt x="252064" y="466929"/>
                  <a:pt x="262952" y="477817"/>
                  <a:pt x="262952" y="491249"/>
                </a:cubicBezTo>
                <a:cubicBezTo>
                  <a:pt x="262952" y="504681"/>
                  <a:pt x="252064" y="515569"/>
                  <a:pt x="238632" y="515569"/>
                </a:cubicBezTo>
                <a:cubicBezTo>
                  <a:pt x="225200" y="515569"/>
                  <a:pt x="214312" y="504681"/>
                  <a:pt x="214312" y="491249"/>
                </a:cubicBezTo>
                <a:cubicBezTo>
                  <a:pt x="214312" y="477817"/>
                  <a:pt x="225200" y="466929"/>
                  <a:pt x="238632" y="466929"/>
                </a:cubicBezTo>
                <a:close/>
                <a:moveTo>
                  <a:pt x="345788" y="466929"/>
                </a:moveTo>
                <a:cubicBezTo>
                  <a:pt x="359220" y="466929"/>
                  <a:pt x="370108" y="477817"/>
                  <a:pt x="370108" y="491249"/>
                </a:cubicBezTo>
                <a:cubicBezTo>
                  <a:pt x="370108" y="504681"/>
                  <a:pt x="359220" y="515569"/>
                  <a:pt x="345788" y="515569"/>
                </a:cubicBezTo>
                <a:cubicBezTo>
                  <a:pt x="332356" y="515569"/>
                  <a:pt x="321468" y="504681"/>
                  <a:pt x="321468" y="491249"/>
                </a:cubicBezTo>
                <a:cubicBezTo>
                  <a:pt x="321468" y="477817"/>
                  <a:pt x="332356" y="466929"/>
                  <a:pt x="345788" y="466929"/>
                </a:cubicBezTo>
                <a:close/>
                <a:moveTo>
                  <a:pt x="452944" y="466929"/>
                </a:moveTo>
                <a:cubicBezTo>
                  <a:pt x="466376" y="466929"/>
                  <a:pt x="477264" y="477817"/>
                  <a:pt x="477264" y="491249"/>
                </a:cubicBezTo>
                <a:cubicBezTo>
                  <a:pt x="477264" y="504681"/>
                  <a:pt x="466376" y="515569"/>
                  <a:pt x="452944" y="515569"/>
                </a:cubicBezTo>
                <a:cubicBezTo>
                  <a:pt x="439512" y="515569"/>
                  <a:pt x="428624" y="504681"/>
                  <a:pt x="428624" y="491249"/>
                </a:cubicBezTo>
                <a:cubicBezTo>
                  <a:pt x="428624" y="477817"/>
                  <a:pt x="439512" y="466929"/>
                  <a:pt x="452944" y="466929"/>
                </a:cubicBezTo>
                <a:close/>
                <a:moveTo>
                  <a:pt x="24320" y="311287"/>
                </a:moveTo>
                <a:cubicBezTo>
                  <a:pt x="37752" y="311287"/>
                  <a:pt x="48640" y="322175"/>
                  <a:pt x="48640" y="335607"/>
                </a:cubicBezTo>
                <a:cubicBezTo>
                  <a:pt x="48640" y="349038"/>
                  <a:pt x="37752" y="359926"/>
                  <a:pt x="24320" y="359926"/>
                </a:cubicBezTo>
                <a:cubicBezTo>
                  <a:pt x="10888" y="359926"/>
                  <a:pt x="0" y="349038"/>
                  <a:pt x="0" y="335607"/>
                </a:cubicBezTo>
                <a:cubicBezTo>
                  <a:pt x="0" y="322175"/>
                  <a:pt x="10888" y="311287"/>
                  <a:pt x="24320" y="311287"/>
                </a:cubicBezTo>
                <a:close/>
                <a:moveTo>
                  <a:pt x="131476" y="311286"/>
                </a:moveTo>
                <a:cubicBezTo>
                  <a:pt x="144908" y="311286"/>
                  <a:pt x="155796" y="322174"/>
                  <a:pt x="155796" y="335606"/>
                </a:cubicBezTo>
                <a:cubicBezTo>
                  <a:pt x="155796" y="349038"/>
                  <a:pt x="144908" y="359926"/>
                  <a:pt x="131476" y="359926"/>
                </a:cubicBezTo>
                <a:cubicBezTo>
                  <a:pt x="118044" y="359926"/>
                  <a:pt x="107156" y="349038"/>
                  <a:pt x="107156" y="335606"/>
                </a:cubicBezTo>
                <a:cubicBezTo>
                  <a:pt x="107156" y="322174"/>
                  <a:pt x="118044" y="311286"/>
                  <a:pt x="131476" y="311286"/>
                </a:cubicBezTo>
                <a:close/>
                <a:moveTo>
                  <a:pt x="238632" y="311286"/>
                </a:moveTo>
                <a:cubicBezTo>
                  <a:pt x="252064" y="311286"/>
                  <a:pt x="262952" y="322174"/>
                  <a:pt x="262952" y="335606"/>
                </a:cubicBezTo>
                <a:cubicBezTo>
                  <a:pt x="262952" y="349038"/>
                  <a:pt x="252064" y="359926"/>
                  <a:pt x="238632" y="359926"/>
                </a:cubicBezTo>
                <a:cubicBezTo>
                  <a:pt x="225200" y="359926"/>
                  <a:pt x="214312" y="349038"/>
                  <a:pt x="214312" y="335606"/>
                </a:cubicBezTo>
                <a:cubicBezTo>
                  <a:pt x="214312" y="322174"/>
                  <a:pt x="225200" y="311286"/>
                  <a:pt x="238632" y="311286"/>
                </a:cubicBezTo>
                <a:close/>
                <a:moveTo>
                  <a:pt x="345788" y="311286"/>
                </a:moveTo>
                <a:cubicBezTo>
                  <a:pt x="359220" y="311286"/>
                  <a:pt x="370108" y="322174"/>
                  <a:pt x="370108" y="335606"/>
                </a:cubicBezTo>
                <a:cubicBezTo>
                  <a:pt x="370108" y="349038"/>
                  <a:pt x="359220" y="359926"/>
                  <a:pt x="345788" y="359926"/>
                </a:cubicBezTo>
                <a:cubicBezTo>
                  <a:pt x="332356" y="359926"/>
                  <a:pt x="321468" y="349038"/>
                  <a:pt x="321468" y="335606"/>
                </a:cubicBezTo>
                <a:cubicBezTo>
                  <a:pt x="321468" y="322174"/>
                  <a:pt x="332356" y="311286"/>
                  <a:pt x="345788" y="311286"/>
                </a:cubicBezTo>
                <a:close/>
                <a:moveTo>
                  <a:pt x="452944" y="311286"/>
                </a:moveTo>
                <a:cubicBezTo>
                  <a:pt x="466376" y="311286"/>
                  <a:pt x="477264" y="322174"/>
                  <a:pt x="477264" y="335606"/>
                </a:cubicBezTo>
                <a:cubicBezTo>
                  <a:pt x="477264" y="349038"/>
                  <a:pt x="466376" y="359926"/>
                  <a:pt x="452944" y="359926"/>
                </a:cubicBezTo>
                <a:cubicBezTo>
                  <a:pt x="439512" y="359926"/>
                  <a:pt x="428624" y="349038"/>
                  <a:pt x="428624" y="335606"/>
                </a:cubicBezTo>
                <a:cubicBezTo>
                  <a:pt x="428624" y="322174"/>
                  <a:pt x="439512" y="311286"/>
                  <a:pt x="452944" y="311286"/>
                </a:cubicBezTo>
                <a:close/>
                <a:moveTo>
                  <a:pt x="24320" y="155643"/>
                </a:moveTo>
                <a:cubicBezTo>
                  <a:pt x="37752" y="155643"/>
                  <a:pt x="48640" y="166531"/>
                  <a:pt x="48640" y="179963"/>
                </a:cubicBezTo>
                <a:cubicBezTo>
                  <a:pt x="48640" y="193395"/>
                  <a:pt x="37752" y="204283"/>
                  <a:pt x="24320" y="204283"/>
                </a:cubicBezTo>
                <a:cubicBezTo>
                  <a:pt x="10888" y="204283"/>
                  <a:pt x="0" y="193395"/>
                  <a:pt x="0" y="179963"/>
                </a:cubicBezTo>
                <a:cubicBezTo>
                  <a:pt x="0" y="166531"/>
                  <a:pt x="10888" y="155643"/>
                  <a:pt x="24320" y="155643"/>
                </a:cubicBezTo>
                <a:close/>
                <a:moveTo>
                  <a:pt x="131476" y="155643"/>
                </a:moveTo>
                <a:cubicBezTo>
                  <a:pt x="144908" y="155643"/>
                  <a:pt x="155796" y="166531"/>
                  <a:pt x="155796" y="179963"/>
                </a:cubicBezTo>
                <a:cubicBezTo>
                  <a:pt x="155796" y="193395"/>
                  <a:pt x="144908" y="204283"/>
                  <a:pt x="131476" y="204283"/>
                </a:cubicBezTo>
                <a:cubicBezTo>
                  <a:pt x="118044" y="204283"/>
                  <a:pt x="107156" y="193395"/>
                  <a:pt x="107156" y="179963"/>
                </a:cubicBezTo>
                <a:cubicBezTo>
                  <a:pt x="107156" y="166531"/>
                  <a:pt x="118044" y="155643"/>
                  <a:pt x="131476" y="155643"/>
                </a:cubicBezTo>
                <a:close/>
                <a:moveTo>
                  <a:pt x="238632" y="155643"/>
                </a:moveTo>
                <a:cubicBezTo>
                  <a:pt x="252064" y="155643"/>
                  <a:pt x="262952" y="166531"/>
                  <a:pt x="262952" y="179963"/>
                </a:cubicBezTo>
                <a:cubicBezTo>
                  <a:pt x="262952" y="193395"/>
                  <a:pt x="252064" y="204283"/>
                  <a:pt x="238632" y="204283"/>
                </a:cubicBezTo>
                <a:cubicBezTo>
                  <a:pt x="225200" y="204283"/>
                  <a:pt x="214312" y="193395"/>
                  <a:pt x="214312" y="179963"/>
                </a:cubicBezTo>
                <a:cubicBezTo>
                  <a:pt x="214312" y="166531"/>
                  <a:pt x="225200" y="155643"/>
                  <a:pt x="238632" y="155643"/>
                </a:cubicBezTo>
                <a:close/>
                <a:moveTo>
                  <a:pt x="345788" y="155643"/>
                </a:moveTo>
                <a:cubicBezTo>
                  <a:pt x="359220" y="155643"/>
                  <a:pt x="370108" y="166531"/>
                  <a:pt x="370108" y="179963"/>
                </a:cubicBezTo>
                <a:cubicBezTo>
                  <a:pt x="370108" y="193395"/>
                  <a:pt x="359220" y="204283"/>
                  <a:pt x="345788" y="204283"/>
                </a:cubicBezTo>
                <a:cubicBezTo>
                  <a:pt x="332356" y="204283"/>
                  <a:pt x="321468" y="193395"/>
                  <a:pt x="321468" y="179963"/>
                </a:cubicBezTo>
                <a:cubicBezTo>
                  <a:pt x="321468" y="166531"/>
                  <a:pt x="332356" y="155643"/>
                  <a:pt x="345788" y="155643"/>
                </a:cubicBezTo>
                <a:close/>
                <a:moveTo>
                  <a:pt x="452944" y="155643"/>
                </a:moveTo>
                <a:cubicBezTo>
                  <a:pt x="466376" y="155643"/>
                  <a:pt x="477264" y="166531"/>
                  <a:pt x="477264" y="179963"/>
                </a:cubicBezTo>
                <a:cubicBezTo>
                  <a:pt x="477264" y="193395"/>
                  <a:pt x="466376" y="204283"/>
                  <a:pt x="452944" y="204283"/>
                </a:cubicBezTo>
                <a:cubicBezTo>
                  <a:pt x="439512" y="204283"/>
                  <a:pt x="428624" y="193395"/>
                  <a:pt x="428624" y="179963"/>
                </a:cubicBezTo>
                <a:cubicBezTo>
                  <a:pt x="428624" y="166531"/>
                  <a:pt x="439512" y="155643"/>
                  <a:pt x="452944" y="155643"/>
                </a:cubicBezTo>
                <a:close/>
                <a:moveTo>
                  <a:pt x="452944" y="0"/>
                </a:moveTo>
                <a:cubicBezTo>
                  <a:pt x="466376" y="0"/>
                  <a:pt x="477264" y="10888"/>
                  <a:pt x="477264" y="24320"/>
                </a:cubicBezTo>
                <a:cubicBezTo>
                  <a:pt x="477264" y="37752"/>
                  <a:pt x="466376" y="48640"/>
                  <a:pt x="452944" y="48640"/>
                </a:cubicBezTo>
                <a:cubicBezTo>
                  <a:pt x="439512" y="48640"/>
                  <a:pt x="428624" y="37752"/>
                  <a:pt x="428624" y="24320"/>
                </a:cubicBezTo>
                <a:cubicBezTo>
                  <a:pt x="428624" y="10888"/>
                  <a:pt x="439512" y="0"/>
                  <a:pt x="452944" y="0"/>
                </a:cubicBezTo>
                <a:close/>
                <a:moveTo>
                  <a:pt x="345788" y="0"/>
                </a:moveTo>
                <a:cubicBezTo>
                  <a:pt x="359220" y="0"/>
                  <a:pt x="370108" y="10888"/>
                  <a:pt x="370108" y="24320"/>
                </a:cubicBezTo>
                <a:cubicBezTo>
                  <a:pt x="370108" y="37752"/>
                  <a:pt x="359220" y="48640"/>
                  <a:pt x="345788" y="48640"/>
                </a:cubicBezTo>
                <a:cubicBezTo>
                  <a:pt x="332356" y="48640"/>
                  <a:pt x="321468" y="37752"/>
                  <a:pt x="321468" y="24320"/>
                </a:cubicBezTo>
                <a:cubicBezTo>
                  <a:pt x="321468" y="10888"/>
                  <a:pt x="332356" y="0"/>
                  <a:pt x="345788" y="0"/>
                </a:cubicBezTo>
                <a:close/>
                <a:moveTo>
                  <a:pt x="238632" y="0"/>
                </a:moveTo>
                <a:cubicBezTo>
                  <a:pt x="252064" y="0"/>
                  <a:pt x="262952" y="10888"/>
                  <a:pt x="262952" y="24320"/>
                </a:cubicBezTo>
                <a:cubicBezTo>
                  <a:pt x="262952" y="37752"/>
                  <a:pt x="252064" y="48640"/>
                  <a:pt x="238632" y="48640"/>
                </a:cubicBezTo>
                <a:cubicBezTo>
                  <a:pt x="225200" y="48640"/>
                  <a:pt x="214312" y="37752"/>
                  <a:pt x="214312" y="24320"/>
                </a:cubicBezTo>
                <a:cubicBezTo>
                  <a:pt x="214312" y="10888"/>
                  <a:pt x="225200" y="0"/>
                  <a:pt x="238632" y="0"/>
                </a:cubicBezTo>
                <a:close/>
                <a:moveTo>
                  <a:pt x="131476" y="0"/>
                </a:moveTo>
                <a:cubicBezTo>
                  <a:pt x="144908" y="0"/>
                  <a:pt x="155796" y="10888"/>
                  <a:pt x="155796" y="24320"/>
                </a:cubicBezTo>
                <a:cubicBezTo>
                  <a:pt x="155796" y="37752"/>
                  <a:pt x="144908" y="48640"/>
                  <a:pt x="131476" y="48640"/>
                </a:cubicBezTo>
                <a:cubicBezTo>
                  <a:pt x="118044" y="48640"/>
                  <a:pt x="107156" y="37752"/>
                  <a:pt x="107156" y="24320"/>
                </a:cubicBezTo>
                <a:cubicBezTo>
                  <a:pt x="107156" y="10888"/>
                  <a:pt x="118044" y="0"/>
                  <a:pt x="131476" y="0"/>
                </a:cubicBezTo>
                <a:close/>
                <a:moveTo>
                  <a:pt x="24320" y="0"/>
                </a:moveTo>
                <a:cubicBezTo>
                  <a:pt x="37752" y="0"/>
                  <a:pt x="48640" y="10888"/>
                  <a:pt x="48640" y="24320"/>
                </a:cubicBezTo>
                <a:cubicBezTo>
                  <a:pt x="48640" y="37752"/>
                  <a:pt x="37752" y="48640"/>
                  <a:pt x="24320" y="48640"/>
                </a:cubicBezTo>
                <a:cubicBezTo>
                  <a:pt x="10888" y="48640"/>
                  <a:pt x="0" y="37752"/>
                  <a:pt x="0" y="24320"/>
                </a:cubicBezTo>
                <a:cubicBezTo>
                  <a:pt x="0" y="10888"/>
                  <a:pt x="10888" y="0"/>
                  <a:pt x="24320" y="0"/>
                </a:cubicBezTo>
                <a:close/>
              </a:path>
            </a:pathLst>
          </a:cu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sp>
        <p:nvSpPr>
          <p:cNvPr id="27" name="矩形 26"/>
          <p:cNvSpPr/>
          <p:nvPr/>
        </p:nvSpPr>
        <p:spPr>
          <a:xfrm>
            <a:off x="11933555" y="543560"/>
            <a:ext cx="258445" cy="111760"/>
          </a:xfrm>
          <a:prstGeom prst="rect">
            <a:avLst/>
          </a:prstGeom>
          <a:solidFill>
            <a:srgbClr val="62EFF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lumMod val="85000"/>
                  <a:lumOff val="15000"/>
                </a:schemeClr>
              </a:solidFill>
            </a:endParaRPr>
          </a:p>
        </p:txBody>
      </p:sp>
      <p:grpSp>
        <p:nvGrpSpPr>
          <p:cNvPr id="10" name="组合 9"/>
          <p:cNvGrpSpPr/>
          <p:nvPr/>
        </p:nvGrpSpPr>
        <p:grpSpPr>
          <a:xfrm>
            <a:off x="284882" y="241573"/>
            <a:ext cx="6191219" cy="626543"/>
            <a:chOff x="284882" y="285115"/>
            <a:chExt cx="6191219" cy="626543"/>
          </a:xfrm>
        </p:grpSpPr>
        <p:sp>
          <p:nvSpPr>
            <p:cNvPr id="21" name="文本框 20"/>
            <p:cNvSpPr txBox="1"/>
            <p:nvPr/>
          </p:nvSpPr>
          <p:spPr>
            <a:xfrm>
              <a:off x="831727" y="285115"/>
              <a:ext cx="5644374" cy="583565"/>
            </a:xfrm>
            <a:prstGeom prst="rect">
              <a:avLst/>
            </a:prstGeom>
            <a:noFill/>
          </p:spPr>
          <p:txBody>
            <a:bodyPr wrap="square" rtlCol="0">
              <a:spAutoFit/>
            </a:bodyPr>
            <a:lstStyle/>
            <a:p>
              <a:r>
                <a:rPr lang="zh-CN" altLang="en-US" sz="3200" dirty="0">
                  <a:solidFill>
                    <a:schemeClr val="tx1">
                      <a:lumMod val="85000"/>
                      <a:lumOff val="15000"/>
                    </a:schemeClr>
                  </a:solidFill>
                  <a:latin typeface="报隶-简" panose="02010600040101010101" charset="-122"/>
                  <a:ea typeface="报隶-简" panose="02010600040101010101" charset="-122"/>
                  <a:cs typeface="+mn-ea"/>
                  <a:sym typeface="+mn-lt"/>
                </a:rPr>
                <a:t>现状分析</a:t>
              </a:r>
              <a:r>
                <a:rPr lang="en-US" altLang="zh-CN" sz="3200" dirty="0">
                  <a:solidFill>
                    <a:schemeClr val="tx1">
                      <a:lumMod val="85000"/>
                      <a:lumOff val="15000"/>
                    </a:schemeClr>
                  </a:solidFill>
                  <a:latin typeface="报隶-简" panose="02010600040101010101" charset="-122"/>
                  <a:ea typeface="报隶-简" panose="02010600040101010101" charset="-122"/>
                  <a:cs typeface="+mn-ea"/>
                  <a:sym typeface="+mn-lt"/>
                </a:rPr>
                <a:t>-</a:t>
              </a:r>
              <a:r>
                <a:rPr lang="zh-CN" altLang="en-US" sz="3200" dirty="0">
                  <a:solidFill>
                    <a:schemeClr val="tx1">
                      <a:lumMod val="85000"/>
                      <a:lumOff val="15000"/>
                    </a:schemeClr>
                  </a:solidFill>
                  <a:latin typeface="报隶-简" panose="02010600040101010101" charset="-122"/>
                  <a:ea typeface="报隶-简" panose="02010600040101010101" charset="-122"/>
                  <a:cs typeface="+mn-ea"/>
                  <a:sym typeface="+mn-lt"/>
                </a:rPr>
                <a:t>痛点</a:t>
              </a:r>
              <a:r>
                <a:rPr lang="zh-CN" altLang="en-US" sz="3200" dirty="0">
                  <a:solidFill>
                    <a:schemeClr val="tx1">
                      <a:lumMod val="85000"/>
                      <a:lumOff val="15000"/>
                    </a:schemeClr>
                  </a:solidFill>
                  <a:latin typeface="报隶-简" panose="02010600040101010101" charset="-122"/>
                  <a:ea typeface="报隶-简" panose="02010600040101010101" charset="-122"/>
                  <a:cs typeface="+mn-ea"/>
                  <a:sym typeface="+mn-lt"/>
                </a:rPr>
                <a:t>分析</a:t>
              </a:r>
              <a:endParaRPr lang="zh-CN" altLang="en-US" sz="3200" dirty="0">
                <a:solidFill>
                  <a:schemeClr val="tx1">
                    <a:lumMod val="85000"/>
                    <a:lumOff val="15000"/>
                  </a:schemeClr>
                </a:solidFill>
                <a:latin typeface="报隶-简" panose="02010600040101010101" charset="-122"/>
                <a:ea typeface="报隶-简" panose="02010600040101010101" charset="-122"/>
                <a:cs typeface="+mn-ea"/>
                <a:sym typeface="+mn-lt"/>
              </a:endParaRPr>
            </a:p>
          </p:txBody>
        </p:sp>
        <p:grpSp>
          <p:nvGrpSpPr>
            <p:cNvPr id="13" name="组合 12"/>
            <p:cNvGrpSpPr/>
            <p:nvPr/>
          </p:nvGrpSpPr>
          <p:grpSpPr>
            <a:xfrm>
              <a:off x="284882" y="369226"/>
              <a:ext cx="542432" cy="542432"/>
              <a:chOff x="4058577" y="4375150"/>
              <a:chExt cx="1384300" cy="1384300"/>
            </a:xfrm>
          </p:grpSpPr>
          <p:sp>
            <p:nvSpPr>
              <p:cNvPr id="9" name="椭圆 8"/>
              <p:cNvSpPr/>
              <p:nvPr/>
            </p:nvSpPr>
            <p:spPr>
              <a:xfrm>
                <a:off x="4058577" y="4375150"/>
                <a:ext cx="1384300" cy="1384300"/>
              </a:xfrm>
              <a:prstGeom prst="ellipse">
                <a:avLst/>
              </a:prstGeom>
              <a:gradFill flip="none" rotWithShape="1">
                <a:gsLst>
                  <a:gs pos="38000">
                    <a:srgbClr val="62EFFE"/>
                  </a:gs>
                  <a:gs pos="90000">
                    <a:srgbClr val="02ECFE"/>
                  </a:gs>
                </a:gsLst>
                <a:lin ang="54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a:solidFill>
                    <a:schemeClr val="tx1">
                      <a:lumMod val="85000"/>
                      <a:lumOff val="15000"/>
                    </a:schemeClr>
                  </a:solidFill>
                  <a:latin typeface="思源黑体 CN Bold" panose="020B0800000000000000" pitchFamily="34" charset="-122"/>
                  <a:ea typeface="思源黑体 CN Bold" panose="020B0800000000000000" pitchFamily="34" charset="-122"/>
                  <a:cs typeface="+mn-ea"/>
                </a:endParaRPr>
              </a:p>
            </p:txBody>
          </p:sp>
          <p:pic>
            <p:nvPicPr>
              <p:cNvPr id="11" name="图片 10"/>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4311650" y="4619625"/>
                <a:ext cx="889000" cy="889000"/>
              </a:xfrm>
              <a:prstGeom prst="rect">
                <a:avLst/>
              </a:prstGeom>
            </p:spPr>
          </p:pic>
        </p:grpSp>
      </p:grpSp>
      <p:grpSp>
        <p:nvGrpSpPr>
          <p:cNvPr id="14" name="组合 13"/>
          <p:cNvGrpSpPr/>
          <p:nvPr/>
        </p:nvGrpSpPr>
        <p:grpSpPr>
          <a:xfrm>
            <a:off x="741082" y="2118022"/>
            <a:ext cx="6752952" cy="3173433"/>
            <a:chOff x="687106" y="2147867"/>
            <a:chExt cx="6964021" cy="3272621"/>
          </a:xfrm>
        </p:grpSpPr>
        <p:sp>
          <p:nvSpPr>
            <p:cNvPr id="18" name="îŝľiḑé"/>
            <p:cNvSpPr/>
            <p:nvPr/>
          </p:nvSpPr>
          <p:spPr bwMode="auto">
            <a:xfrm>
              <a:off x="687106" y="3520105"/>
              <a:ext cx="1744662" cy="728662"/>
            </a:xfrm>
            <a:prstGeom prst="homePlate">
              <a:avLst>
                <a:gd name="adj" fmla="val 43468"/>
              </a:avLst>
            </a:prstGeom>
            <a:solidFill>
              <a:srgbClr val="13245C"/>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3765" rtl="0" eaLnBrk="1" latinLnBrk="0" hangingPunct="1">
                <a:defRPr sz="1800" kern="1200">
                  <a:solidFill>
                    <a:schemeClr val="tx1"/>
                  </a:solidFill>
                </a:defRPr>
              </a:lvl1pPr>
              <a:lvl2pPr marL="457200" algn="l" defTabSz="913765" rtl="0" eaLnBrk="1" latinLnBrk="0" hangingPunct="1">
                <a:defRPr sz="1800" kern="1200">
                  <a:solidFill>
                    <a:schemeClr val="tx1"/>
                  </a:solidFill>
                </a:defRPr>
              </a:lvl2pPr>
              <a:lvl3pPr marL="914400" algn="l" defTabSz="913765" rtl="0" eaLnBrk="1" latinLnBrk="0" hangingPunct="1">
                <a:defRPr sz="1800" kern="1200">
                  <a:solidFill>
                    <a:schemeClr val="tx1"/>
                  </a:solidFill>
                </a:defRPr>
              </a:lvl3pPr>
              <a:lvl4pPr marL="1371600" algn="l" defTabSz="913765" rtl="0" eaLnBrk="1" latinLnBrk="0" hangingPunct="1">
                <a:defRPr sz="1800" kern="1200">
                  <a:solidFill>
                    <a:schemeClr val="tx1"/>
                  </a:solidFill>
                </a:defRPr>
              </a:lvl4pPr>
              <a:lvl5pPr marL="1828800" algn="l" defTabSz="913765" rtl="0" eaLnBrk="1" latinLnBrk="0" hangingPunct="1">
                <a:defRPr sz="1800" kern="1200">
                  <a:solidFill>
                    <a:schemeClr val="tx1"/>
                  </a:solidFill>
                </a:defRPr>
              </a:lvl5pPr>
              <a:lvl6pPr marL="2286000" algn="l" defTabSz="913765" rtl="0" eaLnBrk="1" latinLnBrk="0" hangingPunct="1">
                <a:defRPr sz="1800" kern="1200">
                  <a:solidFill>
                    <a:schemeClr val="tx1"/>
                  </a:solidFill>
                </a:defRPr>
              </a:lvl6pPr>
              <a:lvl7pPr marL="2743200" algn="l" defTabSz="913765" rtl="0" eaLnBrk="1" latinLnBrk="0" hangingPunct="1">
                <a:defRPr sz="1800" kern="1200">
                  <a:solidFill>
                    <a:schemeClr val="tx1"/>
                  </a:solidFill>
                </a:defRPr>
              </a:lvl7pPr>
              <a:lvl8pPr marL="3200400" algn="l" defTabSz="913765" rtl="0" eaLnBrk="1" latinLnBrk="0" hangingPunct="1">
                <a:defRPr sz="1800" kern="1200">
                  <a:solidFill>
                    <a:schemeClr val="tx1"/>
                  </a:solidFill>
                </a:defRPr>
              </a:lvl8pPr>
              <a:lvl9pPr marL="3657600" algn="l" defTabSz="913765" rtl="0" eaLnBrk="1" latinLnBrk="0" hangingPunct="1">
                <a:defRPr sz="1800" kern="1200">
                  <a:solidFill>
                    <a:schemeClr val="tx1"/>
                  </a:solidFill>
                </a:defRPr>
              </a:lvl9pPr>
            </a:lstStyle>
            <a:p>
              <a:pPr algn="ctr"/>
              <a:r>
                <a:rPr lang="en-US" altLang="zh-CN" sz="3200" b="1" dirty="0">
                  <a:solidFill>
                    <a:schemeClr val="bg1"/>
                  </a:solidFill>
                  <a:cs typeface="+mn-ea"/>
                  <a:sym typeface="+mn-lt"/>
                </a:rPr>
                <a:t>WHY?</a:t>
              </a:r>
              <a:endParaRPr lang="zh-CN" altLang="en-US" sz="3200" b="1" dirty="0">
                <a:solidFill>
                  <a:schemeClr val="bg1"/>
                </a:solidFill>
                <a:ea typeface="宋体" pitchFamily="2" charset="-122"/>
                <a:cs typeface="+mn-ea"/>
                <a:sym typeface="+mn-lt"/>
              </a:endParaRPr>
            </a:p>
          </p:txBody>
        </p:sp>
        <p:sp>
          <p:nvSpPr>
            <p:cNvPr id="19" name="îṣľíḓê"/>
            <p:cNvSpPr/>
            <p:nvPr/>
          </p:nvSpPr>
          <p:spPr bwMode="auto">
            <a:xfrm>
              <a:off x="4265331" y="2336177"/>
              <a:ext cx="1549400" cy="490537"/>
            </a:xfrm>
            <a:prstGeom prst="homePlate">
              <a:avLst/>
            </a:prstGeom>
            <a:solidFill>
              <a:srgbClr val="62EFFE"/>
            </a:solidFill>
            <a:ln w="0">
              <a:noFill/>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defPPr>
                <a:defRPr lang="zh-CN"/>
              </a:defPPr>
              <a:lvl1pPr marL="0" algn="l" defTabSz="913765" rtl="0" eaLnBrk="1" latinLnBrk="0" hangingPunct="1">
                <a:defRPr sz="1800" kern="1200">
                  <a:solidFill>
                    <a:schemeClr val="tx1"/>
                  </a:solidFill>
                </a:defRPr>
              </a:lvl1pPr>
              <a:lvl2pPr marL="457200" algn="l" defTabSz="913765" rtl="0" eaLnBrk="1" latinLnBrk="0" hangingPunct="1">
                <a:defRPr sz="1800" kern="1200">
                  <a:solidFill>
                    <a:schemeClr val="tx1"/>
                  </a:solidFill>
                </a:defRPr>
              </a:lvl2pPr>
              <a:lvl3pPr marL="914400" algn="l" defTabSz="913765" rtl="0" eaLnBrk="1" latinLnBrk="0" hangingPunct="1">
                <a:defRPr sz="1800" kern="1200">
                  <a:solidFill>
                    <a:schemeClr val="tx1"/>
                  </a:solidFill>
                </a:defRPr>
              </a:lvl3pPr>
              <a:lvl4pPr marL="1371600" algn="l" defTabSz="913765" rtl="0" eaLnBrk="1" latinLnBrk="0" hangingPunct="1">
                <a:defRPr sz="1800" kern="1200">
                  <a:solidFill>
                    <a:schemeClr val="tx1"/>
                  </a:solidFill>
                </a:defRPr>
              </a:lvl4pPr>
              <a:lvl5pPr marL="1828800" algn="l" defTabSz="913765" rtl="0" eaLnBrk="1" latinLnBrk="0" hangingPunct="1">
                <a:defRPr sz="1800" kern="1200">
                  <a:solidFill>
                    <a:schemeClr val="tx1"/>
                  </a:solidFill>
                </a:defRPr>
              </a:lvl5pPr>
              <a:lvl6pPr marL="2286000" algn="l" defTabSz="913765" rtl="0" eaLnBrk="1" latinLnBrk="0" hangingPunct="1">
                <a:defRPr sz="1800" kern="1200">
                  <a:solidFill>
                    <a:schemeClr val="tx1"/>
                  </a:solidFill>
                </a:defRPr>
              </a:lvl6pPr>
              <a:lvl7pPr marL="2743200" algn="l" defTabSz="913765" rtl="0" eaLnBrk="1" latinLnBrk="0" hangingPunct="1">
                <a:defRPr sz="1800" kern="1200">
                  <a:solidFill>
                    <a:schemeClr val="tx1"/>
                  </a:solidFill>
                </a:defRPr>
              </a:lvl7pPr>
              <a:lvl8pPr marL="3200400" algn="l" defTabSz="913765" rtl="0" eaLnBrk="1" latinLnBrk="0" hangingPunct="1">
                <a:defRPr sz="1800" kern="1200">
                  <a:solidFill>
                    <a:schemeClr val="tx1"/>
                  </a:solidFill>
                </a:defRPr>
              </a:lvl8pPr>
              <a:lvl9pPr marL="3657600" algn="l" defTabSz="913765" rtl="0" eaLnBrk="1" latinLnBrk="0" hangingPunct="1">
                <a:defRPr sz="1800" kern="1200">
                  <a:solidFill>
                    <a:schemeClr val="tx1"/>
                  </a:solidFill>
                </a:defRPr>
              </a:lvl9pPr>
            </a:lstStyle>
            <a:p>
              <a:pPr algn="ctr"/>
              <a:r>
                <a:rPr lang="zh-CN" altLang="en-US" dirty="0">
                  <a:solidFill>
                    <a:schemeClr val="tx1">
                      <a:lumMod val="85000"/>
                      <a:lumOff val="15000"/>
                    </a:schemeClr>
                  </a:solidFill>
                  <a:latin typeface="思源黑体 CN Bold" panose="020B0800000000000000" pitchFamily="34" charset="-122"/>
                  <a:ea typeface="思源黑体 CN Bold" panose="020B0800000000000000" pitchFamily="34" charset="-122"/>
                  <a:cs typeface="+mn-ea"/>
                  <a:sym typeface="+mn-lt"/>
                </a:rPr>
                <a:t>先进技术</a:t>
              </a:r>
              <a:r>
                <a:rPr lang="zh-CN" altLang="en-US" dirty="0">
                  <a:solidFill>
                    <a:schemeClr val="tx1">
                      <a:lumMod val="85000"/>
                      <a:lumOff val="15000"/>
                    </a:schemeClr>
                  </a:solidFill>
                  <a:latin typeface="思源黑体 CN Bold" panose="020B0800000000000000" pitchFamily="34" charset="-122"/>
                  <a:ea typeface="思源黑体 CN Bold" panose="020B0800000000000000" pitchFamily="34" charset="-122"/>
                  <a:cs typeface="+mn-ea"/>
                  <a:sym typeface="+mn-lt"/>
                </a:rPr>
                <a:t>少</a:t>
              </a:r>
              <a:endParaRPr lang="zh-CN" altLang="en-US" dirty="0">
                <a:solidFill>
                  <a:schemeClr val="tx1">
                    <a:lumMod val="85000"/>
                    <a:lumOff val="15000"/>
                  </a:schemeClr>
                </a:solidFill>
                <a:latin typeface="思源黑体 CN Bold" panose="020B0800000000000000" pitchFamily="34" charset="-122"/>
                <a:ea typeface="思源黑体 CN Bold" panose="020B0800000000000000" pitchFamily="34" charset="-122"/>
                <a:cs typeface="+mn-ea"/>
                <a:sym typeface="+mn-lt"/>
              </a:endParaRPr>
            </a:p>
          </p:txBody>
        </p:sp>
        <p:sp>
          <p:nvSpPr>
            <p:cNvPr id="22" name="iş1îďe"/>
            <p:cNvSpPr/>
            <p:nvPr/>
          </p:nvSpPr>
          <p:spPr bwMode="auto">
            <a:xfrm>
              <a:off x="6992314" y="2147867"/>
              <a:ext cx="658813" cy="658813"/>
            </a:xfrm>
            <a:prstGeom prst="ellipse">
              <a:avLst/>
            </a:prstGeom>
            <a:solidFill>
              <a:schemeClr val="bg1"/>
            </a:solidFill>
            <a:ln w="9525">
              <a:solidFill>
                <a:schemeClr val="bg1">
                  <a:lumMod val="75000"/>
                </a:schemeClr>
              </a:solidFill>
              <a:round/>
            </a:ln>
          </p:spPr>
          <p:txBody>
            <a:bodyPr anchor="ctr" anchorCtr="1">
              <a:norm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fontAlgn="auto">
                <a:spcBef>
                  <a:spcPts val="0"/>
                </a:spcBef>
                <a:spcAft>
                  <a:spcPts val="0"/>
                </a:spcAft>
                <a:defRPr/>
              </a:pPr>
              <a:endParaRPr sz="1400" b="1">
                <a:cs typeface="+mn-ea"/>
                <a:sym typeface="+mn-lt"/>
              </a:endParaRPr>
            </a:p>
          </p:txBody>
        </p:sp>
        <p:sp>
          <p:nvSpPr>
            <p:cNvPr id="23" name="ïŝľidê"/>
            <p:cNvSpPr/>
            <p:nvPr/>
          </p:nvSpPr>
          <p:spPr bwMode="auto">
            <a:xfrm>
              <a:off x="7179316" y="2346873"/>
              <a:ext cx="284810" cy="260802"/>
            </a:xfrm>
            <a:custGeom>
              <a:avLst/>
              <a:gdLst>
                <a:gd name="connsiteX0" fmla="*/ 192176 w 607614"/>
                <a:gd name="connsiteY0" fmla="*/ 71398 h 556807"/>
                <a:gd name="connsiteX1" fmla="*/ 239270 w 607614"/>
                <a:gd name="connsiteY1" fmla="*/ 78224 h 556807"/>
                <a:gd name="connsiteX2" fmla="*/ 237751 w 607614"/>
                <a:gd name="connsiteY2" fmla="*/ 102495 h 556807"/>
                <a:gd name="connsiteX3" fmla="*/ 237751 w 607614"/>
                <a:gd name="connsiteY3" fmla="*/ 150277 h 556807"/>
                <a:gd name="connsiteX4" fmla="*/ 227877 w 607614"/>
                <a:gd name="connsiteY4" fmla="*/ 182132 h 556807"/>
                <a:gd name="connsiteX5" fmla="*/ 227877 w 607614"/>
                <a:gd name="connsiteY5" fmla="*/ 223088 h 556807"/>
                <a:gd name="connsiteX6" fmla="*/ 244588 w 607614"/>
                <a:gd name="connsiteY6" fmla="*/ 262528 h 556807"/>
                <a:gd name="connsiteX7" fmla="*/ 278769 w 607614"/>
                <a:gd name="connsiteY7" fmla="*/ 332305 h 556807"/>
                <a:gd name="connsiteX8" fmla="*/ 278769 w 607614"/>
                <a:gd name="connsiteY8" fmla="*/ 361127 h 556807"/>
                <a:gd name="connsiteX9" fmla="*/ 272692 w 607614"/>
                <a:gd name="connsiteY9" fmla="*/ 370986 h 556807"/>
                <a:gd name="connsiteX10" fmla="*/ 182301 w 607614"/>
                <a:gd name="connsiteY10" fmla="*/ 420286 h 556807"/>
                <a:gd name="connsiteX11" fmla="*/ 126851 w 607614"/>
                <a:gd name="connsiteY11" fmla="*/ 513575 h 556807"/>
                <a:gd name="connsiteX12" fmla="*/ 126851 w 607614"/>
                <a:gd name="connsiteY12" fmla="*/ 556807 h 556807"/>
                <a:gd name="connsiteX13" fmla="*/ 0 w 607614"/>
                <a:gd name="connsiteY13" fmla="*/ 556807 h 556807"/>
                <a:gd name="connsiteX14" fmla="*/ 0 w 607614"/>
                <a:gd name="connsiteY14" fmla="*/ 518126 h 556807"/>
                <a:gd name="connsiteX15" fmla="*/ 41777 w 607614"/>
                <a:gd name="connsiteY15" fmla="*/ 447590 h 556807"/>
                <a:gd name="connsiteX16" fmla="*/ 109381 w 607614"/>
                <a:gd name="connsiteY16" fmla="*/ 405875 h 556807"/>
                <a:gd name="connsiteX17" fmla="*/ 120775 w 607614"/>
                <a:gd name="connsiteY17" fmla="*/ 386155 h 556807"/>
                <a:gd name="connsiteX18" fmla="*/ 120775 w 607614"/>
                <a:gd name="connsiteY18" fmla="*/ 358851 h 556807"/>
                <a:gd name="connsiteX19" fmla="*/ 84314 w 607614"/>
                <a:gd name="connsiteY19" fmla="*/ 295141 h 556807"/>
                <a:gd name="connsiteX20" fmla="*/ 70642 w 607614"/>
                <a:gd name="connsiteY20" fmla="*/ 267079 h 556807"/>
                <a:gd name="connsiteX21" fmla="*/ 70642 w 607614"/>
                <a:gd name="connsiteY21" fmla="*/ 232190 h 556807"/>
                <a:gd name="connsiteX22" fmla="*/ 81276 w 607614"/>
                <a:gd name="connsiteY22" fmla="*/ 208678 h 556807"/>
                <a:gd name="connsiteX23" fmla="*/ 81276 w 607614"/>
                <a:gd name="connsiteY23" fmla="*/ 162412 h 556807"/>
                <a:gd name="connsiteX24" fmla="*/ 192176 w 607614"/>
                <a:gd name="connsiteY24" fmla="*/ 71398 h 556807"/>
                <a:gd name="connsiteX25" fmla="*/ 374460 w 607614"/>
                <a:gd name="connsiteY25" fmla="*/ 0 h 556807"/>
                <a:gd name="connsiteX26" fmla="*/ 474708 w 607614"/>
                <a:gd name="connsiteY26" fmla="*/ 35654 h 556807"/>
                <a:gd name="connsiteX27" fmla="*/ 495973 w 607614"/>
                <a:gd name="connsiteY27" fmla="*/ 101651 h 556807"/>
                <a:gd name="connsiteX28" fmla="*/ 495973 w 607614"/>
                <a:gd name="connsiteY28" fmla="*/ 155511 h 556807"/>
                <a:gd name="connsiteX29" fmla="*/ 506606 w 607614"/>
                <a:gd name="connsiteY29" fmla="*/ 182062 h 556807"/>
                <a:gd name="connsiteX30" fmla="*/ 506606 w 607614"/>
                <a:gd name="connsiteY30" fmla="*/ 223026 h 556807"/>
                <a:gd name="connsiteX31" fmla="*/ 483063 w 607614"/>
                <a:gd name="connsiteY31" fmla="*/ 259439 h 556807"/>
                <a:gd name="connsiteX32" fmla="*/ 452684 w 607614"/>
                <a:gd name="connsiteY32" fmla="*/ 317850 h 556807"/>
                <a:gd name="connsiteX33" fmla="*/ 445849 w 607614"/>
                <a:gd name="connsiteY33" fmla="*/ 327712 h 556807"/>
                <a:gd name="connsiteX34" fmla="*/ 445849 w 607614"/>
                <a:gd name="connsiteY34" fmla="*/ 361849 h 556807"/>
                <a:gd name="connsiteX35" fmla="*/ 460279 w 607614"/>
                <a:gd name="connsiteY35" fmla="*/ 386124 h 556807"/>
                <a:gd name="connsiteX36" fmla="*/ 557490 w 607614"/>
                <a:gd name="connsiteY36" fmla="*/ 433915 h 556807"/>
                <a:gd name="connsiteX37" fmla="*/ 607614 w 607614"/>
                <a:gd name="connsiteY37" fmla="*/ 515843 h 556807"/>
                <a:gd name="connsiteX38" fmla="*/ 607614 w 607614"/>
                <a:gd name="connsiteY38" fmla="*/ 556807 h 556807"/>
                <a:gd name="connsiteX39" fmla="*/ 142065 w 607614"/>
                <a:gd name="connsiteY39" fmla="*/ 556807 h 556807"/>
                <a:gd name="connsiteX40" fmla="*/ 142065 w 607614"/>
                <a:gd name="connsiteY40" fmla="*/ 513567 h 556807"/>
                <a:gd name="connsiteX41" fmla="*/ 189152 w 607614"/>
                <a:gd name="connsiteY41" fmla="*/ 433915 h 556807"/>
                <a:gd name="connsiteX42" fmla="*/ 279527 w 607614"/>
                <a:gd name="connsiteY42" fmla="*/ 384606 h 556807"/>
                <a:gd name="connsiteX43" fmla="*/ 293957 w 607614"/>
                <a:gd name="connsiteY43" fmla="*/ 361090 h 556807"/>
                <a:gd name="connsiteX44" fmla="*/ 293957 w 607614"/>
                <a:gd name="connsiteY44" fmla="*/ 327712 h 556807"/>
                <a:gd name="connsiteX45" fmla="*/ 258262 w 607614"/>
                <a:gd name="connsiteY45" fmla="*/ 254129 h 556807"/>
                <a:gd name="connsiteX46" fmla="*/ 243073 w 607614"/>
                <a:gd name="connsiteY46" fmla="*/ 223026 h 556807"/>
                <a:gd name="connsiteX47" fmla="*/ 243073 w 607614"/>
                <a:gd name="connsiteY47" fmla="*/ 182062 h 556807"/>
                <a:gd name="connsiteX48" fmla="*/ 252946 w 607614"/>
                <a:gd name="connsiteY48" fmla="*/ 155511 h 556807"/>
                <a:gd name="connsiteX49" fmla="*/ 252946 w 607614"/>
                <a:gd name="connsiteY49" fmla="*/ 101651 h 556807"/>
                <a:gd name="connsiteX50" fmla="*/ 274211 w 607614"/>
                <a:gd name="connsiteY50" fmla="*/ 35654 h 556807"/>
                <a:gd name="connsiteX51" fmla="*/ 374460 w 607614"/>
                <a:gd name="connsiteY51" fmla="*/ 0 h 55680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Lst>
              <a:rect l="l" t="t" r="r" b="b"/>
              <a:pathLst>
                <a:path w="607614" h="556807">
                  <a:moveTo>
                    <a:pt x="192176" y="71398"/>
                  </a:moveTo>
                  <a:cubicBezTo>
                    <a:pt x="209646" y="71398"/>
                    <a:pt x="224838" y="73673"/>
                    <a:pt x="239270" y="78224"/>
                  </a:cubicBezTo>
                  <a:cubicBezTo>
                    <a:pt x="236992" y="89601"/>
                    <a:pt x="237751" y="98702"/>
                    <a:pt x="237751" y="102495"/>
                  </a:cubicBezTo>
                  <a:lnTo>
                    <a:pt x="237751" y="150277"/>
                  </a:lnTo>
                  <a:cubicBezTo>
                    <a:pt x="231675" y="160137"/>
                    <a:pt x="227877" y="170755"/>
                    <a:pt x="227877" y="182132"/>
                  </a:cubicBezTo>
                  <a:lnTo>
                    <a:pt x="227877" y="223088"/>
                  </a:lnTo>
                  <a:cubicBezTo>
                    <a:pt x="227877" y="238257"/>
                    <a:pt x="233953" y="251909"/>
                    <a:pt x="244588" y="262528"/>
                  </a:cubicBezTo>
                  <a:cubicBezTo>
                    <a:pt x="253703" y="295141"/>
                    <a:pt x="269654" y="320170"/>
                    <a:pt x="278769" y="332305"/>
                  </a:cubicBezTo>
                  <a:lnTo>
                    <a:pt x="278769" y="361127"/>
                  </a:lnTo>
                  <a:cubicBezTo>
                    <a:pt x="278769" y="364919"/>
                    <a:pt x="276490" y="368711"/>
                    <a:pt x="272692" y="370986"/>
                  </a:cubicBezTo>
                  <a:lnTo>
                    <a:pt x="182301" y="420286"/>
                  </a:lnTo>
                  <a:cubicBezTo>
                    <a:pt x="148120" y="439247"/>
                    <a:pt x="126851" y="474894"/>
                    <a:pt x="126851" y="513575"/>
                  </a:cubicBezTo>
                  <a:lnTo>
                    <a:pt x="126851" y="556807"/>
                  </a:lnTo>
                  <a:lnTo>
                    <a:pt x="0" y="556807"/>
                  </a:lnTo>
                  <a:lnTo>
                    <a:pt x="0" y="518126"/>
                  </a:lnTo>
                  <a:cubicBezTo>
                    <a:pt x="0" y="488546"/>
                    <a:pt x="15951" y="462001"/>
                    <a:pt x="41777" y="447590"/>
                  </a:cubicBezTo>
                  <a:lnTo>
                    <a:pt x="109381" y="405875"/>
                  </a:lnTo>
                  <a:cubicBezTo>
                    <a:pt x="116977" y="401324"/>
                    <a:pt x="120775" y="394498"/>
                    <a:pt x="120775" y="386155"/>
                  </a:cubicBezTo>
                  <a:lnTo>
                    <a:pt x="120775" y="358851"/>
                  </a:lnTo>
                  <a:cubicBezTo>
                    <a:pt x="113179" y="350508"/>
                    <a:pt x="92670" y="326238"/>
                    <a:pt x="84314" y="295141"/>
                  </a:cubicBezTo>
                  <a:cubicBezTo>
                    <a:pt x="75959" y="288315"/>
                    <a:pt x="70642" y="277697"/>
                    <a:pt x="70642" y="267079"/>
                  </a:cubicBezTo>
                  <a:lnTo>
                    <a:pt x="70642" y="232190"/>
                  </a:lnTo>
                  <a:cubicBezTo>
                    <a:pt x="70642" y="223847"/>
                    <a:pt x="74440" y="215504"/>
                    <a:pt x="81276" y="208678"/>
                  </a:cubicBezTo>
                  <a:lnTo>
                    <a:pt x="81276" y="162412"/>
                  </a:lnTo>
                  <a:cubicBezTo>
                    <a:pt x="81276" y="160895"/>
                    <a:pt x="87353" y="71398"/>
                    <a:pt x="192176" y="71398"/>
                  </a:cubicBezTo>
                  <a:close/>
                  <a:moveTo>
                    <a:pt x="374460" y="0"/>
                  </a:moveTo>
                  <a:cubicBezTo>
                    <a:pt x="420787" y="0"/>
                    <a:pt x="454203" y="12137"/>
                    <a:pt x="474708" y="35654"/>
                  </a:cubicBezTo>
                  <a:cubicBezTo>
                    <a:pt x="499011" y="62963"/>
                    <a:pt x="496733" y="96341"/>
                    <a:pt x="495973" y="101651"/>
                  </a:cubicBezTo>
                  <a:lnTo>
                    <a:pt x="495973" y="155511"/>
                  </a:lnTo>
                  <a:cubicBezTo>
                    <a:pt x="502808" y="163097"/>
                    <a:pt x="506606" y="172201"/>
                    <a:pt x="506606" y="182062"/>
                  </a:cubicBezTo>
                  <a:lnTo>
                    <a:pt x="506606" y="223026"/>
                  </a:lnTo>
                  <a:cubicBezTo>
                    <a:pt x="506606" y="238957"/>
                    <a:pt x="496733" y="252611"/>
                    <a:pt x="483063" y="259439"/>
                  </a:cubicBezTo>
                  <a:cubicBezTo>
                    <a:pt x="475468" y="280679"/>
                    <a:pt x="465595" y="300403"/>
                    <a:pt x="452684" y="317850"/>
                  </a:cubicBezTo>
                  <a:cubicBezTo>
                    <a:pt x="450406" y="321643"/>
                    <a:pt x="448127" y="324678"/>
                    <a:pt x="445849" y="327712"/>
                  </a:cubicBezTo>
                  <a:lnTo>
                    <a:pt x="445849" y="361849"/>
                  </a:lnTo>
                  <a:cubicBezTo>
                    <a:pt x="445849" y="371710"/>
                    <a:pt x="451165" y="380813"/>
                    <a:pt x="460279" y="386124"/>
                  </a:cubicBezTo>
                  <a:lnTo>
                    <a:pt x="557490" y="433915"/>
                  </a:lnTo>
                  <a:cubicBezTo>
                    <a:pt x="588628" y="449845"/>
                    <a:pt x="607614" y="480948"/>
                    <a:pt x="607614" y="515843"/>
                  </a:cubicBezTo>
                  <a:lnTo>
                    <a:pt x="607614" y="556807"/>
                  </a:lnTo>
                  <a:lnTo>
                    <a:pt x="142065" y="556807"/>
                  </a:lnTo>
                  <a:lnTo>
                    <a:pt x="142065" y="513567"/>
                  </a:lnTo>
                  <a:cubicBezTo>
                    <a:pt x="142065" y="480189"/>
                    <a:pt x="160292" y="449845"/>
                    <a:pt x="189152" y="433915"/>
                  </a:cubicBezTo>
                  <a:lnTo>
                    <a:pt x="279527" y="384606"/>
                  </a:lnTo>
                  <a:cubicBezTo>
                    <a:pt x="288641" y="379296"/>
                    <a:pt x="293957" y="370952"/>
                    <a:pt x="293957" y="361090"/>
                  </a:cubicBezTo>
                  <a:lnTo>
                    <a:pt x="293957" y="327712"/>
                  </a:lnTo>
                  <a:cubicBezTo>
                    <a:pt x="287122" y="318609"/>
                    <a:pt x="267376" y="290541"/>
                    <a:pt x="258262" y="254129"/>
                  </a:cubicBezTo>
                  <a:cubicBezTo>
                    <a:pt x="248389" y="246543"/>
                    <a:pt x="243073" y="235164"/>
                    <a:pt x="243073" y="223026"/>
                  </a:cubicBezTo>
                  <a:lnTo>
                    <a:pt x="243073" y="182062"/>
                  </a:lnTo>
                  <a:cubicBezTo>
                    <a:pt x="243073" y="172201"/>
                    <a:pt x="246870" y="163097"/>
                    <a:pt x="252946" y="155511"/>
                  </a:cubicBezTo>
                  <a:lnTo>
                    <a:pt x="252946" y="101651"/>
                  </a:lnTo>
                  <a:cubicBezTo>
                    <a:pt x="252946" y="96341"/>
                    <a:pt x="250668" y="62963"/>
                    <a:pt x="274211" y="35654"/>
                  </a:cubicBezTo>
                  <a:cubicBezTo>
                    <a:pt x="295476" y="12137"/>
                    <a:pt x="328892" y="0"/>
                    <a:pt x="374460" y="0"/>
                  </a:cubicBezTo>
                  <a:close/>
                </a:path>
              </a:pathLst>
            </a:custGeom>
            <a:solidFill>
              <a:srgbClr val="13245C"/>
            </a:solidFill>
            <a:ln w="0">
              <a:noFill/>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endParaRPr lang="zh-CN" altLang="en-US" sz="2000">
                <a:solidFill>
                  <a:schemeClr val="bg1"/>
                </a:solidFill>
                <a:cs typeface="+mn-ea"/>
                <a:sym typeface="+mn-lt"/>
              </a:endParaRPr>
            </a:p>
          </p:txBody>
        </p:sp>
        <p:grpSp>
          <p:nvGrpSpPr>
            <p:cNvPr id="24" name="组合 23"/>
            <p:cNvGrpSpPr/>
            <p:nvPr/>
          </p:nvGrpSpPr>
          <p:grpSpPr>
            <a:xfrm>
              <a:off x="5814731" y="2580652"/>
              <a:ext cx="1027112" cy="2317569"/>
              <a:chOff x="5725831" y="2529852"/>
              <a:chExt cx="1027112" cy="2317569"/>
            </a:xfrm>
          </p:grpSpPr>
          <p:cxnSp>
            <p:nvCxnSpPr>
              <p:cNvPr id="26" name="直接箭头连接符 25"/>
              <p:cNvCxnSpPr>
                <a:stCxn id="19" idx="3"/>
              </p:cNvCxnSpPr>
              <p:nvPr/>
            </p:nvCxnSpPr>
            <p:spPr bwMode="auto">
              <a:xfrm>
                <a:off x="5725831" y="2529852"/>
                <a:ext cx="1027112" cy="0"/>
              </a:xfrm>
              <a:prstGeom prst="straightConnector1">
                <a:avLst/>
              </a:prstGeom>
              <a:ln w="3175" cap="rnd">
                <a:solidFill>
                  <a:schemeClr val="bg1">
                    <a:lumMod val="75000"/>
                  </a:schemeClr>
                </a:solidFill>
                <a:prstDash val="dash"/>
                <a:round/>
                <a:headEnd type="none"/>
                <a:tailEnd type="triangle"/>
              </a:ln>
            </p:spPr>
            <p:style>
              <a:lnRef idx="1">
                <a:schemeClr val="accent1"/>
              </a:lnRef>
              <a:fillRef idx="0">
                <a:schemeClr val="accent1"/>
              </a:fillRef>
              <a:effectRef idx="0">
                <a:schemeClr val="accent1"/>
              </a:effectRef>
              <a:fontRef idx="minor">
                <a:schemeClr val="tx1"/>
              </a:fontRef>
            </p:style>
          </p:cxnSp>
          <p:cxnSp>
            <p:nvCxnSpPr>
              <p:cNvPr id="30" name="直接箭头连接符 29"/>
              <p:cNvCxnSpPr/>
              <p:nvPr/>
            </p:nvCxnSpPr>
            <p:spPr bwMode="auto">
              <a:xfrm>
                <a:off x="5725831" y="3140859"/>
                <a:ext cx="1027112" cy="0"/>
              </a:xfrm>
              <a:prstGeom prst="straightConnector1">
                <a:avLst/>
              </a:prstGeom>
              <a:ln w="3175" cap="rnd">
                <a:solidFill>
                  <a:schemeClr val="bg1">
                    <a:lumMod val="75000"/>
                  </a:schemeClr>
                </a:solidFill>
                <a:prstDash val="dash"/>
                <a:round/>
                <a:headEnd type="none"/>
                <a:tailEnd type="triangle"/>
              </a:ln>
            </p:spPr>
            <p:style>
              <a:lnRef idx="1">
                <a:schemeClr val="accent1"/>
              </a:lnRef>
              <a:fillRef idx="0">
                <a:schemeClr val="accent1"/>
              </a:fillRef>
              <a:effectRef idx="0">
                <a:schemeClr val="accent1"/>
              </a:effectRef>
              <a:fontRef idx="minor">
                <a:schemeClr val="tx1"/>
              </a:fontRef>
            </p:style>
          </p:cxnSp>
          <p:cxnSp>
            <p:nvCxnSpPr>
              <p:cNvPr id="31" name="直接箭头连接符 30"/>
              <p:cNvCxnSpPr/>
              <p:nvPr/>
            </p:nvCxnSpPr>
            <p:spPr bwMode="auto">
              <a:xfrm>
                <a:off x="5725831" y="3993346"/>
                <a:ext cx="1027112" cy="0"/>
              </a:xfrm>
              <a:prstGeom prst="straightConnector1">
                <a:avLst/>
              </a:prstGeom>
              <a:ln w="3175" cap="rnd">
                <a:solidFill>
                  <a:schemeClr val="bg1">
                    <a:lumMod val="75000"/>
                  </a:schemeClr>
                </a:solidFill>
                <a:prstDash val="dash"/>
                <a:round/>
                <a:headEnd type="none"/>
                <a:tailEnd type="triangle"/>
              </a:ln>
            </p:spPr>
            <p:style>
              <a:lnRef idx="1">
                <a:schemeClr val="accent1"/>
              </a:lnRef>
              <a:fillRef idx="0">
                <a:schemeClr val="accent1"/>
              </a:fillRef>
              <a:effectRef idx="0">
                <a:schemeClr val="accent1"/>
              </a:effectRef>
              <a:fontRef idx="minor">
                <a:schemeClr val="tx1"/>
              </a:fontRef>
            </p:style>
          </p:cxnSp>
          <p:cxnSp>
            <p:nvCxnSpPr>
              <p:cNvPr id="32" name="直接箭头连接符 31"/>
              <p:cNvCxnSpPr/>
              <p:nvPr/>
            </p:nvCxnSpPr>
            <p:spPr bwMode="auto">
              <a:xfrm>
                <a:off x="5725831" y="4847421"/>
                <a:ext cx="1027112" cy="0"/>
              </a:xfrm>
              <a:prstGeom prst="straightConnector1">
                <a:avLst/>
              </a:prstGeom>
              <a:ln w="3175" cap="rnd">
                <a:solidFill>
                  <a:schemeClr val="bg1">
                    <a:lumMod val="75000"/>
                  </a:schemeClr>
                </a:solidFill>
                <a:prstDash val="dash"/>
                <a:round/>
                <a:headEnd type="none"/>
                <a:tailEnd type="triangle"/>
              </a:ln>
            </p:spPr>
            <p:style>
              <a:lnRef idx="1">
                <a:schemeClr val="accent1"/>
              </a:lnRef>
              <a:fillRef idx="0">
                <a:schemeClr val="accent1"/>
              </a:fillRef>
              <a:effectRef idx="0">
                <a:schemeClr val="accent1"/>
              </a:effectRef>
              <a:fontRef idx="minor">
                <a:schemeClr val="tx1"/>
              </a:fontRef>
            </p:style>
          </p:cxnSp>
        </p:grpSp>
        <p:cxnSp>
          <p:nvCxnSpPr>
            <p:cNvPr id="34" name="肘形连接符 50"/>
            <p:cNvCxnSpPr>
              <a:stCxn id="18" idx="3"/>
            </p:cNvCxnSpPr>
            <p:nvPr/>
          </p:nvCxnSpPr>
          <p:spPr bwMode="auto">
            <a:xfrm flipV="1">
              <a:off x="2431768" y="2615377"/>
              <a:ext cx="1833563" cy="1269059"/>
            </a:xfrm>
            <a:prstGeom prst="bentConnector3">
              <a:avLst/>
            </a:prstGeom>
            <a:ln w="3175" cap="rnd">
              <a:solidFill>
                <a:schemeClr val="bg1">
                  <a:lumMod val="75000"/>
                </a:schemeClr>
              </a:solidFill>
              <a:round/>
              <a:headEnd type="none"/>
              <a:tailEnd type="none" w="med" len="med"/>
            </a:ln>
          </p:spPr>
          <p:style>
            <a:lnRef idx="1">
              <a:schemeClr val="accent1"/>
            </a:lnRef>
            <a:fillRef idx="0">
              <a:schemeClr val="accent1"/>
            </a:fillRef>
            <a:effectRef idx="0">
              <a:schemeClr val="accent1"/>
            </a:effectRef>
            <a:fontRef idx="minor">
              <a:schemeClr val="tx1"/>
            </a:fontRef>
          </p:style>
        </p:cxnSp>
        <p:cxnSp>
          <p:nvCxnSpPr>
            <p:cNvPr id="35" name="肘形连接符 52"/>
            <p:cNvCxnSpPr>
              <a:stCxn id="18" idx="3"/>
            </p:cNvCxnSpPr>
            <p:nvPr/>
          </p:nvCxnSpPr>
          <p:spPr bwMode="auto">
            <a:xfrm flipV="1">
              <a:off x="2431768" y="3469451"/>
              <a:ext cx="1833563" cy="414985"/>
            </a:xfrm>
            <a:prstGeom prst="bentConnector3">
              <a:avLst/>
            </a:prstGeom>
            <a:ln w="3175" cap="rnd">
              <a:solidFill>
                <a:schemeClr val="bg1">
                  <a:lumMod val="75000"/>
                </a:schemeClr>
              </a:solidFill>
              <a:round/>
              <a:headEnd type="none"/>
              <a:tailEnd type="none" w="med" len="med"/>
            </a:ln>
          </p:spPr>
          <p:style>
            <a:lnRef idx="1">
              <a:schemeClr val="accent1"/>
            </a:lnRef>
            <a:fillRef idx="0">
              <a:schemeClr val="accent1"/>
            </a:fillRef>
            <a:effectRef idx="0">
              <a:schemeClr val="accent1"/>
            </a:effectRef>
            <a:fontRef idx="minor">
              <a:schemeClr val="tx1"/>
            </a:fontRef>
          </p:style>
        </p:cxnSp>
        <p:cxnSp>
          <p:nvCxnSpPr>
            <p:cNvPr id="36" name="肘形连接符 54"/>
            <p:cNvCxnSpPr>
              <a:stCxn id="18" idx="3"/>
            </p:cNvCxnSpPr>
            <p:nvPr/>
          </p:nvCxnSpPr>
          <p:spPr bwMode="auto">
            <a:xfrm>
              <a:off x="2431768" y="3884436"/>
              <a:ext cx="1833563" cy="437502"/>
            </a:xfrm>
            <a:prstGeom prst="bentConnector3">
              <a:avLst/>
            </a:prstGeom>
            <a:ln w="3175" cap="rnd">
              <a:solidFill>
                <a:schemeClr val="bg1">
                  <a:lumMod val="75000"/>
                </a:schemeClr>
              </a:solidFill>
              <a:round/>
              <a:headEnd type="none"/>
              <a:tailEnd type="none" w="med" len="med"/>
            </a:ln>
          </p:spPr>
          <p:style>
            <a:lnRef idx="1">
              <a:schemeClr val="accent1"/>
            </a:lnRef>
            <a:fillRef idx="0">
              <a:schemeClr val="accent1"/>
            </a:fillRef>
            <a:effectRef idx="0">
              <a:schemeClr val="accent1"/>
            </a:effectRef>
            <a:fontRef idx="minor">
              <a:schemeClr val="tx1"/>
            </a:fontRef>
          </p:style>
        </p:cxnSp>
        <p:cxnSp>
          <p:nvCxnSpPr>
            <p:cNvPr id="37" name="肘形连接符 55"/>
            <p:cNvCxnSpPr>
              <a:stCxn id="18" idx="3"/>
            </p:cNvCxnSpPr>
            <p:nvPr/>
          </p:nvCxnSpPr>
          <p:spPr bwMode="auto">
            <a:xfrm>
              <a:off x="2431768" y="3884436"/>
              <a:ext cx="1833563" cy="1291577"/>
            </a:xfrm>
            <a:prstGeom prst="bentConnector3">
              <a:avLst/>
            </a:prstGeom>
            <a:ln w="3175" cap="rnd">
              <a:solidFill>
                <a:schemeClr val="bg1">
                  <a:lumMod val="75000"/>
                </a:schemeClr>
              </a:solidFill>
              <a:round/>
              <a:headEnd type="none"/>
              <a:tailEnd type="none" w="med" len="med"/>
            </a:ln>
          </p:spPr>
          <p:style>
            <a:lnRef idx="1">
              <a:schemeClr val="accent1"/>
            </a:lnRef>
            <a:fillRef idx="0">
              <a:schemeClr val="accent1"/>
            </a:fillRef>
            <a:effectRef idx="0">
              <a:schemeClr val="accent1"/>
            </a:effectRef>
            <a:fontRef idx="minor">
              <a:schemeClr val="tx1"/>
            </a:fontRef>
          </p:style>
        </p:cxnSp>
        <p:grpSp>
          <p:nvGrpSpPr>
            <p:cNvPr id="38" name="组合 37"/>
            <p:cNvGrpSpPr/>
            <p:nvPr/>
          </p:nvGrpSpPr>
          <p:grpSpPr>
            <a:xfrm>
              <a:off x="3306054" y="2564087"/>
              <a:ext cx="80228" cy="2640699"/>
              <a:chOff x="3217154" y="2513287"/>
              <a:chExt cx="80228" cy="2640699"/>
            </a:xfrm>
            <a:solidFill>
              <a:srgbClr val="13245C"/>
            </a:solidFill>
          </p:grpSpPr>
          <p:sp>
            <p:nvSpPr>
              <p:cNvPr id="39" name="íş1ídè"/>
              <p:cNvSpPr/>
              <p:nvPr/>
            </p:nvSpPr>
            <p:spPr bwMode="auto">
              <a:xfrm>
                <a:off x="3217154" y="2513287"/>
                <a:ext cx="80228" cy="80228"/>
              </a:xfrm>
              <a:prstGeom prst="ellipse">
                <a:avLst/>
              </a:prstGeom>
              <a:grpFill/>
              <a:ln w="0">
                <a:noFill/>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defPPr>
                  <a:defRPr lang="zh-CN"/>
                </a:defPPr>
                <a:lvl1pPr marL="0" algn="l" defTabSz="913765" rtl="0" eaLnBrk="1" latinLnBrk="0" hangingPunct="1">
                  <a:defRPr sz="1800" kern="1200">
                    <a:solidFill>
                      <a:schemeClr val="dk1"/>
                    </a:solidFill>
                  </a:defRPr>
                </a:lvl1pPr>
                <a:lvl2pPr marL="457200" algn="l" defTabSz="913765" rtl="0" eaLnBrk="1" latinLnBrk="0" hangingPunct="1">
                  <a:defRPr sz="1800" kern="1200">
                    <a:solidFill>
                      <a:schemeClr val="dk1"/>
                    </a:solidFill>
                  </a:defRPr>
                </a:lvl2pPr>
                <a:lvl3pPr marL="914400" algn="l" defTabSz="913765" rtl="0" eaLnBrk="1" latinLnBrk="0" hangingPunct="1">
                  <a:defRPr sz="1800" kern="1200">
                    <a:solidFill>
                      <a:schemeClr val="dk1"/>
                    </a:solidFill>
                  </a:defRPr>
                </a:lvl3pPr>
                <a:lvl4pPr marL="1371600" algn="l" defTabSz="913765" rtl="0" eaLnBrk="1" latinLnBrk="0" hangingPunct="1">
                  <a:defRPr sz="1800" kern="1200">
                    <a:solidFill>
                      <a:schemeClr val="dk1"/>
                    </a:solidFill>
                  </a:defRPr>
                </a:lvl4pPr>
                <a:lvl5pPr marL="1828800" algn="l" defTabSz="913765" rtl="0" eaLnBrk="1" latinLnBrk="0" hangingPunct="1">
                  <a:defRPr sz="1800" kern="1200">
                    <a:solidFill>
                      <a:schemeClr val="dk1"/>
                    </a:solidFill>
                  </a:defRPr>
                </a:lvl5pPr>
                <a:lvl6pPr marL="2286000" algn="l" defTabSz="913765" rtl="0" eaLnBrk="1" latinLnBrk="0" hangingPunct="1">
                  <a:defRPr sz="1800" kern="1200">
                    <a:solidFill>
                      <a:schemeClr val="dk1"/>
                    </a:solidFill>
                  </a:defRPr>
                </a:lvl6pPr>
                <a:lvl7pPr marL="2743200" algn="l" defTabSz="913765" rtl="0" eaLnBrk="1" latinLnBrk="0" hangingPunct="1">
                  <a:defRPr sz="1800" kern="1200">
                    <a:solidFill>
                      <a:schemeClr val="dk1"/>
                    </a:solidFill>
                  </a:defRPr>
                </a:lvl7pPr>
                <a:lvl8pPr marL="3200400" algn="l" defTabSz="913765" rtl="0" eaLnBrk="1" latinLnBrk="0" hangingPunct="1">
                  <a:defRPr sz="1800" kern="1200">
                    <a:solidFill>
                      <a:schemeClr val="dk1"/>
                    </a:solidFill>
                  </a:defRPr>
                </a:lvl8pPr>
                <a:lvl9pPr marL="3657600" algn="l" defTabSz="913765" rtl="0" eaLnBrk="1" latinLnBrk="0" hangingPunct="1">
                  <a:defRPr sz="1800" kern="1200">
                    <a:solidFill>
                      <a:schemeClr val="dk1"/>
                    </a:solidFill>
                  </a:defRPr>
                </a:lvl9pPr>
              </a:lstStyle>
              <a:p>
                <a:pPr algn="ctr"/>
                <a:endParaRPr lang="zh-CN" altLang="en-US" sz="2000" dirty="0">
                  <a:solidFill>
                    <a:schemeClr val="bg1"/>
                  </a:solidFill>
                  <a:cs typeface="+mn-ea"/>
                  <a:sym typeface="+mn-lt"/>
                </a:endParaRPr>
              </a:p>
            </p:txBody>
          </p:sp>
          <p:sp>
            <p:nvSpPr>
              <p:cNvPr id="40" name="íṥļíde"/>
              <p:cNvSpPr/>
              <p:nvPr/>
            </p:nvSpPr>
            <p:spPr bwMode="auto">
              <a:xfrm>
                <a:off x="3217154" y="3361012"/>
                <a:ext cx="80228" cy="80228"/>
              </a:xfrm>
              <a:prstGeom prst="ellipse">
                <a:avLst/>
              </a:prstGeom>
              <a:grpFill/>
              <a:ln w="0">
                <a:noFill/>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defPPr>
                  <a:defRPr lang="zh-CN"/>
                </a:defPPr>
                <a:lvl1pPr marL="0" algn="l" defTabSz="913765" rtl="0" eaLnBrk="1" latinLnBrk="0" hangingPunct="1">
                  <a:defRPr sz="1800" kern="1200">
                    <a:solidFill>
                      <a:schemeClr val="dk1"/>
                    </a:solidFill>
                  </a:defRPr>
                </a:lvl1pPr>
                <a:lvl2pPr marL="457200" algn="l" defTabSz="913765" rtl="0" eaLnBrk="1" latinLnBrk="0" hangingPunct="1">
                  <a:defRPr sz="1800" kern="1200">
                    <a:solidFill>
                      <a:schemeClr val="dk1"/>
                    </a:solidFill>
                  </a:defRPr>
                </a:lvl2pPr>
                <a:lvl3pPr marL="914400" algn="l" defTabSz="913765" rtl="0" eaLnBrk="1" latinLnBrk="0" hangingPunct="1">
                  <a:defRPr sz="1800" kern="1200">
                    <a:solidFill>
                      <a:schemeClr val="dk1"/>
                    </a:solidFill>
                  </a:defRPr>
                </a:lvl3pPr>
                <a:lvl4pPr marL="1371600" algn="l" defTabSz="913765" rtl="0" eaLnBrk="1" latinLnBrk="0" hangingPunct="1">
                  <a:defRPr sz="1800" kern="1200">
                    <a:solidFill>
                      <a:schemeClr val="dk1"/>
                    </a:solidFill>
                  </a:defRPr>
                </a:lvl4pPr>
                <a:lvl5pPr marL="1828800" algn="l" defTabSz="913765" rtl="0" eaLnBrk="1" latinLnBrk="0" hangingPunct="1">
                  <a:defRPr sz="1800" kern="1200">
                    <a:solidFill>
                      <a:schemeClr val="dk1"/>
                    </a:solidFill>
                  </a:defRPr>
                </a:lvl5pPr>
                <a:lvl6pPr marL="2286000" algn="l" defTabSz="913765" rtl="0" eaLnBrk="1" latinLnBrk="0" hangingPunct="1">
                  <a:defRPr sz="1800" kern="1200">
                    <a:solidFill>
                      <a:schemeClr val="dk1"/>
                    </a:solidFill>
                  </a:defRPr>
                </a:lvl6pPr>
                <a:lvl7pPr marL="2743200" algn="l" defTabSz="913765" rtl="0" eaLnBrk="1" latinLnBrk="0" hangingPunct="1">
                  <a:defRPr sz="1800" kern="1200">
                    <a:solidFill>
                      <a:schemeClr val="dk1"/>
                    </a:solidFill>
                  </a:defRPr>
                </a:lvl7pPr>
                <a:lvl8pPr marL="3200400" algn="l" defTabSz="913765" rtl="0" eaLnBrk="1" latinLnBrk="0" hangingPunct="1">
                  <a:defRPr sz="1800" kern="1200">
                    <a:solidFill>
                      <a:schemeClr val="dk1"/>
                    </a:solidFill>
                  </a:defRPr>
                </a:lvl8pPr>
                <a:lvl9pPr marL="3657600" algn="l" defTabSz="913765" rtl="0" eaLnBrk="1" latinLnBrk="0" hangingPunct="1">
                  <a:defRPr sz="1800" kern="1200">
                    <a:solidFill>
                      <a:schemeClr val="dk1"/>
                    </a:solidFill>
                  </a:defRPr>
                </a:lvl9pPr>
              </a:lstStyle>
              <a:p>
                <a:pPr algn="ctr"/>
                <a:endParaRPr lang="zh-CN" altLang="en-US" sz="2000" dirty="0">
                  <a:solidFill>
                    <a:schemeClr val="bg1"/>
                  </a:solidFill>
                  <a:cs typeface="+mn-ea"/>
                  <a:sym typeface="+mn-lt"/>
                </a:endParaRPr>
              </a:p>
            </p:txBody>
          </p:sp>
          <p:sp>
            <p:nvSpPr>
              <p:cNvPr id="41" name="ïSḷîḋê"/>
              <p:cNvSpPr/>
              <p:nvPr/>
            </p:nvSpPr>
            <p:spPr bwMode="auto">
              <a:xfrm>
                <a:off x="3217154" y="4216675"/>
                <a:ext cx="80228" cy="80228"/>
              </a:xfrm>
              <a:prstGeom prst="ellipse">
                <a:avLst/>
              </a:prstGeom>
              <a:grpFill/>
              <a:ln w="0">
                <a:noFill/>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defPPr>
                  <a:defRPr lang="zh-CN"/>
                </a:defPPr>
                <a:lvl1pPr marL="0" algn="l" defTabSz="913765" rtl="0" eaLnBrk="1" latinLnBrk="0" hangingPunct="1">
                  <a:defRPr sz="1800" kern="1200">
                    <a:solidFill>
                      <a:schemeClr val="dk1"/>
                    </a:solidFill>
                  </a:defRPr>
                </a:lvl1pPr>
                <a:lvl2pPr marL="457200" algn="l" defTabSz="913765" rtl="0" eaLnBrk="1" latinLnBrk="0" hangingPunct="1">
                  <a:defRPr sz="1800" kern="1200">
                    <a:solidFill>
                      <a:schemeClr val="dk1"/>
                    </a:solidFill>
                  </a:defRPr>
                </a:lvl2pPr>
                <a:lvl3pPr marL="914400" algn="l" defTabSz="913765" rtl="0" eaLnBrk="1" latinLnBrk="0" hangingPunct="1">
                  <a:defRPr sz="1800" kern="1200">
                    <a:solidFill>
                      <a:schemeClr val="dk1"/>
                    </a:solidFill>
                  </a:defRPr>
                </a:lvl3pPr>
                <a:lvl4pPr marL="1371600" algn="l" defTabSz="913765" rtl="0" eaLnBrk="1" latinLnBrk="0" hangingPunct="1">
                  <a:defRPr sz="1800" kern="1200">
                    <a:solidFill>
                      <a:schemeClr val="dk1"/>
                    </a:solidFill>
                  </a:defRPr>
                </a:lvl4pPr>
                <a:lvl5pPr marL="1828800" algn="l" defTabSz="913765" rtl="0" eaLnBrk="1" latinLnBrk="0" hangingPunct="1">
                  <a:defRPr sz="1800" kern="1200">
                    <a:solidFill>
                      <a:schemeClr val="dk1"/>
                    </a:solidFill>
                  </a:defRPr>
                </a:lvl5pPr>
                <a:lvl6pPr marL="2286000" algn="l" defTabSz="913765" rtl="0" eaLnBrk="1" latinLnBrk="0" hangingPunct="1">
                  <a:defRPr sz="1800" kern="1200">
                    <a:solidFill>
                      <a:schemeClr val="dk1"/>
                    </a:solidFill>
                  </a:defRPr>
                </a:lvl6pPr>
                <a:lvl7pPr marL="2743200" algn="l" defTabSz="913765" rtl="0" eaLnBrk="1" latinLnBrk="0" hangingPunct="1">
                  <a:defRPr sz="1800" kern="1200">
                    <a:solidFill>
                      <a:schemeClr val="dk1"/>
                    </a:solidFill>
                  </a:defRPr>
                </a:lvl7pPr>
                <a:lvl8pPr marL="3200400" algn="l" defTabSz="913765" rtl="0" eaLnBrk="1" latinLnBrk="0" hangingPunct="1">
                  <a:defRPr sz="1800" kern="1200">
                    <a:solidFill>
                      <a:schemeClr val="dk1"/>
                    </a:solidFill>
                  </a:defRPr>
                </a:lvl8pPr>
                <a:lvl9pPr marL="3657600" algn="l" defTabSz="913765" rtl="0" eaLnBrk="1" latinLnBrk="0" hangingPunct="1">
                  <a:defRPr sz="1800" kern="1200">
                    <a:solidFill>
                      <a:schemeClr val="dk1"/>
                    </a:solidFill>
                  </a:defRPr>
                </a:lvl9pPr>
              </a:lstStyle>
              <a:p>
                <a:pPr algn="ctr"/>
                <a:endParaRPr lang="zh-CN" altLang="en-US" sz="2000" dirty="0">
                  <a:solidFill>
                    <a:schemeClr val="bg1"/>
                  </a:solidFill>
                  <a:cs typeface="+mn-ea"/>
                  <a:sym typeface="+mn-lt"/>
                </a:endParaRPr>
              </a:p>
            </p:txBody>
          </p:sp>
          <p:sp>
            <p:nvSpPr>
              <p:cNvPr id="42" name="î$ļíḑè"/>
              <p:cNvSpPr/>
              <p:nvPr/>
            </p:nvSpPr>
            <p:spPr bwMode="auto">
              <a:xfrm>
                <a:off x="3217154" y="5072504"/>
                <a:ext cx="80228" cy="81482"/>
              </a:xfrm>
              <a:prstGeom prst="ellipse">
                <a:avLst/>
              </a:prstGeom>
              <a:grpFill/>
              <a:ln w="0">
                <a:noFill/>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defPPr>
                  <a:defRPr lang="zh-CN"/>
                </a:defPPr>
                <a:lvl1pPr marL="0" algn="l" defTabSz="913765" rtl="0" eaLnBrk="1" latinLnBrk="0" hangingPunct="1">
                  <a:defRPr sz="1800" kern="1200">
                    <a:solidFill>
                      <a:schemeClr val="dk1"/>
                    </a:solidFill>
                  </a:defRPr>
                </a:lvl1pPr>
                <a:lvl2pPr marL="457200" algn="l" defTabSz="913765" rtl="0" eaLnBrk="1" latinLnBrk="0" hangingPunct="1">
                  <a:defRPr sz="1800" kern="1200">
                    <a:solidFill>
                      <a:schemeClr val="dk1"/>
                    </a:solidFill>
                  </a:defRPr>
                </a:lvl2pPr>
                <a:lvl3pPr marL="914400" algn="l" defTabSz="913765" rtl="0" eaLnBrk="1" latinLnBrk="0" hangingPunct="1">
                  <a:defRPr sz="1800" kern="1200">
                    <a:solidFill>
                      <a:schemeClr val="dk1"/>
                    </a:solidFill>
                  </a:defRPr>
                </a:lvl3pPr>
                <a:lvl4pPr marL="1371600" algn="l" defTabSz="913765" rtl="0" eaLnBrk="1" latinLnBrk="0" hangingPunct="1">
                  <a:defRPr sz="1800" kern="1200">
                    <a:solidFill>
                      <a:schemeClr val="dk1"/>
                    </a:solidFill>
                  </a:defRPr>
                </a:lvl4pPr>
                <a:lvl5pPr marL="1828800" algn="l" defTabSz="913765" rtl="0" eaLnBrk="1" latinLnBrk="0" hangingPunct="1">
                  <a:defRPr sz="1800" kern="1200">
                    <a:solidFill>
                      <a:schemeClr val="dk1"/>
                    </a:solidFill>
                  </a:defRPr>
                </a:lvl5pPr>
                <a:lvl6pPr marL="2286000" algn="l" defTabSz="913765" rtl="0" eaLnBrk="1" latinLnBrk="0" hangingPunct="1">
                  <a:defRPr sz="1800" kern="1200">
                    <a:solidFill>
                      <a:schemeClr val="dk1"/>
                    </a:solidFill>
                  </a:defRPr>
                </a:lvl6pPr>
                <a:lvl7pPr marL="2743200" algn="l" defTabSz="913765" rtl="0" eaLnBrk="1" latinLnBrk="0" hangingPunct="1">
                  <a:defRPr sz="1800" kern="1200">
                    <a:solidFill>
                      <a:schemeClr val="dk1"/>
                    </a:solidFill>
                  </a:defRPr>
                </a:lvl7pPr>
                <a:lvl8pPr marL="3200400" algn="l" defTabSz="913765" rtl="0" eaLnBrk="1" latinLnBrk="0" hangingPunct="1">
                  <a:defRPr sz="1800" kern="1200">
                    <a:solidFill>
                      <a:schemeClr val="dk1"/>
                    </a:solidFill>
                  </a:defRPr>
                </a:lvl8pPr>
                <a:lvl9pPr marL="3657600" algn="l" defTabSz="913765" rtl="0" eaLnBrk="1" latinLnBrk="0" hangingPunct="1">
                  <a:defRPr sz="1800" kern="1200">
                    <a:solidFill>
                      <a:schemeClr val="dk1"/>
                    </a:solidFill>
                  </a:defRPr>
                </a:lvl9pPr>
              </a:lstStyle>
              <a:p>
                <a:pPr algn="ctr"/>
                <a:endParaRPr lang="zh-CN" altLang="en-US" sz="2000" dirty="0">
                  <a:solidFill>
                    <a:schemeClr val="bg1"/>
                  </a:solidFill>
                  <a:cs typeface="+mn-ea"/>
                  <a:sym typeface="+mn-lt"/>
                </a:endParaRPr>
              </a:p>
            </p:txBody>
          </p:sp>
        </p:grpSp>
        <p:sp>
          <p:nvSpPr>
            <p:cNvPr id="43" name="îṣľíḓê"/>
            <p:cNvSpPr/>
            <p:nvPr/>
          </p:nvSpPr>
          <p:spPr bwMode="auto">
            <a:xfrm>
              <a:off x="4265331" y="3200768"/>
              <a:ext cx="1549400" cy="490538"/>
            </a:xfrm>
            <a:prstGeom prst="homePlate">
              <a:avLst/>
            </a:prstGeom>
            <a:solidFill>
              <a:srgbClr val="13245C"/>
            </a:solidFill>
            <a:ln w="0">
              <a:noFill/>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defPPr>
                <a:defRPr lang="zh-CN"/>
              </a:defPPr>
              <a:lvl1pPr marL="0" algn="l" defTabSz="913765" rtl="0" eaLnBrk="1" latinLnBrk="0" hangingPunct="1">
                <a:defRPr sz="1800" kern="1200">
                  <a:solidFill>
                    <a:schemeClr val="tx1"/>
                  </a:solidFill>
                </a:defRPr>
              </a:lvl1pPr>
              <a:lvl2pPr marL="457200" algn="l" defTabSz="913765" rtl="0" eaLnBrk="1" latinLnBrk="0" hangingPunct="1">
                <a:defRPr sz="1800" kern="1200">
                  <a:solidFill>
                    <a:schemeClr val="tx1"/>
                  </a:solidFill>
                </a:defRPr>
              </a:lvl2pPr>
              <a:lvl3pPr marL="914400" algn="l" defTabSz="913765" rtl="0" eaLnBrk="1" latinLnBrk="0" hangingPunct="1">
                <a:defRPr sz="1800" kern="1200">
                  <a:solidFill>
                    <a:schemeClr val="tx1"/>
                  </a:solidFill>
                </a:defRPr>
              </a:lvl3pPr>
              <a:lvl4pPr marL="1371600" algn="l" defTabSz="913765" rtl="0" eaLnBrk="1" latinLnBrk="0" hangingPunct="1">
                <a:defRPr sz="1800" kern="1200">
                  <a:solidFill>
                    <a:schemeClr val="tx1"/>
                  </a:solidFill>
                </a:defRPr>
              </a:lvl4pPr>
              <a:lvl5pPr marL="1828800" algn="l" defTabSz="913765" rtl="0" eaLnBrk="1" latinLnBrk="0" hangingPunct="1">
                <a:defRPr sz="1800" kern="1200">
                  <a:solidFill>
                    <a:schemeClr val="tx1"/>
                  </a:solidFill>
                </a:defRPr>
              </a:lvl5pPr>
              <a:lvl6pPr marL="2286000" algn="l" defTabSz="913765" rtl="0" eaLnBrk="1" latinLnBrk="0" hangingPunct="1">
                <a:defRPr sz="1800" kern="1200">
                  <a:solidFill>
                    <a:schemeClr val="tx1"/>
                  </a:solidFill>
                </a:defRPr>
              </a:lvl6pPr>
              <a:lvl7pPr marL="2743200" algn="l" defTabSz="913765" rtl="0" eaLnBrk="1" latinLnBrk="0" hangingPunct="1">
                <a:defRPr sz="1800" kern="1200">
                  <a:solidFill>
                    <a:schemeClr val="tx1"/>
                  </a:solidFill>
                </a:defRPr>
              </a:lvl7pPr>
              <a:lvl8pPr marL="3200400" algn="l" defTabSz="913765" rtl="0" eaLnBrk="1" latinLnBrk="0" hangingPunct="1">
                <a:defRPr sz="1800" kern="1200">
                  <a:solidFill>
                    <a:schemeClr val="tx1"/>
                  </a:solidFill>
                </a:defRPr>
              </a:lvl8pPr>
              <a:lvl9pPr marL="3657600" algn="l" defTabSz="913765" rtl="0" eaLnBrk="1" latinLnBrk="0" hangingPunct="1">
                <a:defRPr sz="1800" kern="1200">
                  <a:solidFill>
                    <a:schemeClr val="tx1"/>
                  </a:solidFill>
                </a:defRPr>
              </a:lvl9pPr>
            </a:lstStyle>
            <a:p>
              <a:pPr algn="ctr"/>
              <a:r>
                <a:rPr lang="zh-CN" altLang="en-US" dirty="0">
                  <a:solidFill>
                    <a:schemeClr val="bg1"/>
                  </a:solidFill>
                  <a:latin typeface="思源黑体 CN Bold" panose="020B0800000000000000" pitchFamily="34" charset="-122"/>
                  <a:ea typeface="思源黑体 CN Bold" panose="020B0800000000000000" pitchFamily="34" charset="-122"/>
                  <a:cs typeface="+mn-ea"/>
                  <a:sym typeface="+mn-lt"/>
                </a:rPr>
                <a:t>患病影响</a:t>
              </a:r>
              <a:r>
                <a:rPr lang="zh-CN" altLang="en-US" dirty="0">
                  <a:solidFill>
                    <a:schemeClr val="bg1"/>
                  </a:solidFill>
                  <a:latin typeface="思源黑体 CN Bold" panose="020B0800000000000000" pitchFamily="34" charset="-122"/>
                  <a:ea typeface="思源黑体 CN Bold" panose="020B0800000000000000" pitchFamily="34" charset="-122"/>
                  <a:cs typeface="+mn-ea"/>
                  <a:sym typeface="+mn-lt"/>
                </a:rPr>
                <a:t>多</a:t>
              </a:r>
              <a:endParaRPr lang="zh-CN" altLang="en-US" dirty="0">
                <a:solidFill>
                  <a:schemeClr val="bg1"/>
                </a:solidFill>
                <a:latin typeface="思源黑体 CN Bold" panose="020B0800000000000000" pitchFamily="34" charset="-122"/>
                <a:ea typeface="思源黑体 CN Bold" panose="020B0800000000000000" pitchFamily="34" charset="-122"/>
                <a:cs typeface="+mn-ea"/>
                <a:sym typeface="+mn-lt"/>
              </a:endParaRPr>
            </a:p>
          </p:txBody>
        </p:sp>
        <p:sp>
          <p:nvSpPr>
            <p:cNvPr id="45" name="iş1îďe"/>
            <p:cNvSpPr/>
            <p:nvPr/>
          </p:nvSpPr>
          <p:spPr bwMode="auto">
            <a:xfrm>
              <a:off x="6992314" y="3000355"/>
              <a:ext cx="658813" cy="658812"/>
            </a:xfrm>
            <a:prstGeom prst="ellipse">
              <a:avLst/>
            </a:prstGeom>
            <a:solidFill>
              <a:schemeClr val="bg1"/>
            </a:solidFill>
            <a:ln w="9525">
              <a:solidFill>
                <a:schemeClr val="bg1">
                  <a:lumMod val="75000"/>
                </a:schemeClr>
              </a:solidFill>
              <a:round/>
            </a:ln>
          </p:spPr>
          <p:txBody>
            <a:bodyPr anchor="ctr" anchorCtr="1">
              <a:norm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fontAlgn="auto">
                <a:spcBef>
                  <a:spcPts val="0"/>
                </a:spcBef>
                <a:spcAft>
                  <a:spcPts val="0"/>
                </a:spcAft>
                <a:defRPr/>
              </a:pPr>
              <a:endParaRPr sz="1400" b="1">
                <a:cs typeface="+mn-ea"/>
                <a:sym typeface="+mn-lt"/>
              </a:endParaRPr>
            </a:p>
          </p:txBody>
        </p:sp>
        <p:sp>
          <p:nvSpPr>
            <p:cNvPr id="46" name="ïŝľidê"/>
            <p:cNvSpPr/>
            <p:nvPr/>
          </p:nvSpPr>
          <p:spPr bwMode="auto">
            <a:xfrm>
              <a:off x="7179317" y="3189539"/>
              <a:ext cx="284808" cy="280444"/>
            </a:xfrm>
            <a:custGeom>
              <a:avLst/>
              <a:gdLst>
                <a:gd name="connsiteX0" fmla="*/ 210237 w 587192"/>
                <a:gd name="connsiteY0" fmla="*/ 487697 h 579060"/>
                <a:gd name="connsiteX1" fmla="*/ 199202 w 587192"/>
                <a:gd name="connsiteY1" fmla="*/ 498628 h 579060"/>
                <a:gd name="connsiteX2" fmla="*/ 199202 w 587192"/>
                <a:gd name="connsiteY2" fmla="*/ 521647 h 579060"/>
                <a:gd name="connsiteX3" fmla="*/ 210237 w 587192"/>
                <a:gd name="connsiteY3" fmla="*/ 532667 h 579060"/>
                <a:gd name="connsiteX4" fmla="*/ 295575 w 587192"/>
                <a:gd name="connsiteY4" fmla="*/ 532667 h 579060"/>
                <a:gd name="connsiteX5" fmla="*/ 306521 w 587192"/>
                <a:gd name="connsiteY5" fmla="*/ 521647 h 579060"/>
                <a:gd name="connsiteX6" fmla="*/ 306521 w 587192"/>
                <a:gd name="connsiteY6" fmla="*/ 498628 h 579060"/>
                <a:gd name="connsiteX7" fmla="*/ 295575 w 587192"/>
                <a:gd name="connsiteY7" fmla="*/ 487697 h 579060"/>
                <a:gd name="connsiteX8" fmla="*/ 210237 w 587192"/>
                <a:gd name="connsiteY8" fmla="*/ 390112 h 579060"/>
                <a:gd name="connsiteX9" fmla="*/ 199202 w 587192"/>
                <a:gd name="connsiteY9" fmla="*/ 401133 h 579060"/>
                <a:gd name="connsiteX10" fmla="*/ 199202 w 587192"/>
                <a:gd name="connsiteY10" fmla="*/ 424062 h 579060"/>
                <a:gd name="connsiteX11" fmla="*/ 210237 w 587192"/>
                <a:gd name="connsiteY11" fmla="*/ 435083 h 579060"/>
                <a:gd name="connsiteX12" fmla="*/ 295575 w 587192"/>
                <a:gd name="connsiteY12" fmla="*/ 435083 h 579060"/>
                <a:gd name="connsiteX13" fmla="*/ 306521 w 587192"/>
                <a:gd name="connsiteY13" fmla="*/ 424062 h 579060"/>
                <a:gd name="connsiteX14" fmla="*/ 306521 w 587192"/>
                <a:gd name="connsiteY14" fmla="*/ 401133 h 579060"/>
                <a:gd name="connsiteX15" fmla="*/ 295575 w 587192"/>
                <a:gd name="connsiteY15" fmla="*/ 390112 h 579060"/>
                <a:gd name="connsiteX16" fmla="*/ 210237 w 587192"/>
                <a:gd name="connsiteY16" fmla="*/ 292527 h 579060"/>
                <a:gd name="connsiteX17" fmla="*/ 199202 w 587192"/>
                <a:gd name="connsiteY17" fmla="*/ 303459 h 579060"/>
                <a:gd name="connsiteX18" fmla="*/ 199202 w 587192"/>
                <a:gd name="connsiteY18" fmla="*/ 326478 h 579060"/>
                <a:gd name="connsiteX19" fmla="*/ 210237 w 587192"/>
                <a:gd name="connsiteY19" fmla="*/ 337498 h 579060"/>
                <a:gd name="connsiteX20" fmla="*/ 295575 w 587192"/>
                <a:gd name="connsiteY20" fmla="*/ 337498 h 579060"/>
                <a:gd name="connsiteX21" fmla="*/ 306521 w 587192"/>
                <a:gd name="connsiteY21" fmla="*/ 326478 h 579060"/>
                <a:gd name="connsiteX22" fmla="*/ 306521 w 587192"/>
                <a:gd name="connsiteY22" fmla="*/ 303459 h 579060"/>
                <a:gd name="connsiteX23" fmla="*/ 295575 w 587192"/>
                <a:gd name="connsiteY23" fmla="*/ 292527 h 579060"/>
                <a:gd name="connsiteX24" fmla="*/ 412250 w 587192"/>
                <a:gd name="connsiteY24" fmla="*/ 268713 h 579060"/>
                <a:gd name="connsiteX25" fmla="*/ 485772 w 587192"/>
                <a:gd name="connsiteY25" fmla="*/ 342022 h 579060"/>
                <a:gd name="connsiteX26" fmla="*/ 412250 w 587192"/>
                <a:gd name="connsiteY26" fmla="*/ 415419 h 579060"/>
                <a:gd name="connsiteX27" fmla="*/ 401658 w 587192"/>
                <a:gd name="connsiteY27" fmla="*/ 414353 h 579060"/>
                <a:gd name="connsiteX28" fmla="*/ 401658 w 587192"/>
                <a:gd name="connsiteY28" fmla="*/ 395692 h 579060"/>
                <a:gd name="connsiteX29" fmla="*/ 401658 w 587192"/>
                <a:gd name="connsiteY29" fmla="*/ 288440 h 579060"/>
                <a:gd name="connsiteX30" fmla="*/ 401658 w 587192"/>
                <a:gd name="connsiteY30" fmla="*/ 269691 h 579060"/>
                <a:gd name="connsiteX31" fmla="*/ 412250 w 587192"/>
                <a:gd name="connsiteY31" fmla="*/ 268713 h 579060"/>
                <a:gd name="connsiteX32" fmla="*/ 170993 w 587192"/>
                <a:gd name="connsiteY32" fmla="*/ 231737 h 579060"/>
                <a:gd name="connsiteX33" fmla="*/ 334819 w 587192"/>
                <a:gd name="connsiteY33" fmla="*/ 231737 h 579060"/>
                <a:gd name="connsiteX34" fmla="*/ 362494 w 587192"/>
                <a:gd name="connsiteY34" fmla="*/ 259377 h 579060"/>
                <a:gd name="connsiteX35" fmla="*/ 362494 w 587192"/>
                <a:gd name="connsiteY35" fmla="*/ 579060 h 579060"/>
                <a:gd name="connsiteX36" fmla="*/ 143318 w 587192"/>
                <a:gd name="connsiteY36" fmla="*/ 579060 h 579060"/>
                <a:gd name="connsiteX37" fmla="*/ 143318 w 587192"/>
                <a:gd name="connsiteY37" fmla="*/ 259377 h 579060"/>
                <a:gd name="connsiteX38" fmla="*/ 170993 w 587192"/>
                <a:gd name="connsiteY38" fmla="*/ 231737 h 579060"/>
                <a:gd name="connsiteX39" fmla="*/ 385391 w 587192"/>
                <a:gd name="connsiteY39" fmla="*/ 159196 h 579060"/>
                <a:gd name="connsiteX40" fmla="*/ 439244 w 587192"/>
                <a:gd name="connsiteY40" fmla="*/ 159196 h 579060"/>
                <a:gd name="connsiteX41" fmla="*/ 460518 w 587192"/>
                <a:gd name="connsiteY41" fmla="*/ 180435 h 579060"/>
                <a:gd name="connsiteX42" fmla="*/ 460518 w 587192"/>
                <a:gd name="connsiteY42" fmla="*/ 206918 h 579060"/>
                <a:gd name="connsiteX43" fmla="*/ 505469 w 587192"/>
                <a:gd name="connsiteY43" fmla="*/ 232778 h 579060"/>
                <a:gd name="connsiteX44" fmla="*/ 528345 w 587192"/>
                <a:gd name="connsiteY44" fmla="*/ 219626 h 579060"/>
                <a:gd name="connsiteX45" fmla="*/ 557363 w 587192"/>
                <a:gd name="connsiteY45" fmla="*/ 227357 h 579060"/>
                <a:gd name="connsiteX46" fmla="*/ 584334 w 587192"/>
                <a:gd name="connsiteY46" fmla="*/ 273924 h 579060"/>
                <a:gd name="connsiteX47" fmla="*/ 576590 w 587192"/>
                <a:gd name="connsiteY47" fmla="*/ 302894 h 579060"/>
                <a:gd name="connsiteX48" fmla="*/ 553625 w 587192"/>
                <a:gd name="connsiteY48" fmla="*/ 316136 h 579060"/>
                <a:gd name="connsiteX49" fmla="*/ 556028 w 587192"/>
                <a:gd name="connsiteY49" fmla="*/ 341996 h 579060"/>
                <a:gd name="connsiteX50" fmla="*/ 553625 w 587192"/>
                <a:gd name="connsiteY50" fmla="*/ 367945 h 579060"/>
                <a:gd name="connsiteX51" fmla="*/ 576590 w 587192"/>
                <a:gd name="connsiteY51" fmla="*/ 381187 h 579060"/>
                <a:gd name="connsiteX52" fmla="*/ 584334 w 587192"/>
                <a:gd name="connsiteY52" fmla="*/ 410157 h 579060"/>
                <a:gd name="connsiteX53" fmla="*/ 557363 w 587192"/>
                <a:gd name="connsiteY53" fmla="*/ 456724 h 579060"/>
                <a:gd name="connsiteX54" fmla="*/ 544546 w 587192"/>
                <a:gd name="connsiteY54" fmla="*/ 466588 h 579060"/>
                <a:gd name="connsiteX55" fmla="*/ 528345 w 587192"/>
                <a:gd name="connsiteY55" fmla="*/ 464455 h 579060"/>
                <a:gd name="connsiteX56" fmla="*/ 505469 w 587192"/>
                <a:gd name="connsiteY56" fmla="*/ 451214 h 579060"/>
                <a:gd name="connsiteX57" fmla="*/ 460518 w 587192"/>
                <a:gd name="connsiteY57" fmla="*/ 477074 h 579060"/>
                <a:gd name="connsiteX58" fmla="*/ 460518 w 587192"/>
                <a:gd name="connsiteY58" fmla="*/ 503557 h 579060"/>
                <a:gd name="connsiteX59" fmla="*/ 439244 w 587192"/>
                <a:gd name="connsiteY59" fmla="*/ 524796 h 579060"/>
                <a:gd name="connsiteX60" fmla="*/ 401680 w 587192"/>
                <a:gd name="connsiteY60" fmla="*/ 524796 h 579060"/>
                <a:gd name="connsiteX61" fmla="*/ 401680 w 587192"/>
                <a:gd name="connsiteY61" fmla="*/ 476363 h 579060"/>
                <a:gd name="connsiteX62" fmla="*/ 401680 w 587192"/>
                <a:gd name="connsiteY62" fmla="*/ 434151 h 579060"/>
                <a:gd name="connsiteX63" fmla="*/ 412273 w 587192"/>
                <a:gd name="connsiteY63" fmla="*/ 434951 h 579060"/>
                <a:gd name="connsiteX64" fmla="*/ 505380 w 587192"/>
                <a:gd name="connsiteY64" fmla="*/ 341996 h 579060"/>
                <a:gd name="connsiteX65" fmla="*/ 412273 w 587192"/>
                <a:gd name="connsiteY65" fmla="*/ 249130 h 579060"/>
                <a:gd name="connsiteX66" fmla="*/ 400701 w 587192"/>
                <a:gd name="connsiteY66" fmla="*/ 249930 h 579060"/>
                <a:gd name="connsiteX67" fmla="*/ 364117 w 587192"/>
                <a:gd name="connsiteY67" fmla="*/ 199719 h 579060"/>
                <a:gd name="connsiteX68" fmla="*/ 364117 w 587192"/>
                <a:gd name="connsiteY68" fmla="*/ 180435 h 579060"/>
                <a:gd name="connsiteX69" fmla="*/ 385391 w 587192"/>
                <a:gd name="connsiteY69" fmla="*/ 159196 h 579060"/>
                <a:gd name="connsiteX70" fmla="*/ 189325 w 587192"/>
                <a:gd name="connsiteY70" fmla="*/ 75016 h 579060"/>
                <a:gd name="connsiteX71" fmla="*/ 178288 w 587192"/>
                <a:gd name="connsiteY71" fmla="*/ 86037 h 579060"/>
                <a:gd name="connsiteX72" fmla="*/ 178288 w 587192"/>
                <a:gd name="connsiteY72" fmla="*/ 129677 h 579060"/>
                <a:gd name="connsiteX73" fmla="*/ 189325 w 587192"/>
                <a:gd name="connsiteY73" fmla="*/ 140699 h 579060"/>
                <a:gd name="connsiteX74" fmla="*/ 233029 w 587192"/>
                <a:gd name="connsiteY74" fmla="*/ 140699 h 579060"/>
                <a:gd name="connsiteX75" fmla="*/ 244067 w 587192"/>
                <a:gd name="connsiteY75" fmla="*/ 129677 h 579060"/>
                <a:gd name="connsiteX76" fmla="*/ 244067 w 587192"/>
                <a:gd name="connsiteY76" fmla="*/ 86037 h 579060"/>
                <a:gd name="connsiteX77" fmla="*/ 233029 w 587192"/>
                <a:gd name="connsiteY77" fmla="*/ 75016 h 579060"/>
                <a:gd name="connsiteX78" fmla="*/ 55988 w 587192"/>
                <a:gd name="connsiteY78" fmla="*/ 75016 h 579060"/>
                <a:gd name="connsiteX79" fmla="*/ 44950 w 587192"/>
                <a:gd name="connsiteY79" fmla="*/ 86037 h 579060"/>
                <a:gd name="connsiteX80" fmla="*/ 44950 w 587192"/>
                <a:gd name="connsiteY80" fmla="*/ 129677 h 579060"/>
                <a:gd name="connsiteX81" fmla="*/ 55988 w 587192"/>
                <a:gd name="connsiteY81" fmla="*/ 140699 h 579060"/>
                <a:gd name="connsiteX82" fmla="*/ 99692 w 587192"/>
                <a:gd name="connsiteY82" fmla="*/ 140699 h 579060"/>
                <a:gd name="connsiteX83" fmla="*/ 110729 w 587192"/>
                <a:gd name="connsiteY83" fmla="*/ 129677 h 579060"/>
                <a:gd name="connsiteX84" fmla="*/ 110729 w 587192"/>
                <a:gd name="connsiteY84" fmla="*/ 86037 h 579060"/>
                <a:gd name="connsiteX85" fmla="*/ 99692 w 587192"/>
                <a:gd name="connsiteY85" fmla="*/ 75016 h 579060"/>
                <a:gd name="connsiteX86" fmla="*/ 27682 w 587192"/>
                <a:gd name="connsiteY86" fmla="*/ 0 h 579060"/>
                <a:gd name="connsiteX87" fmla="*/ 261424 w 587192"/>
                <a:gd name="connsiteY87" fmla="*/ 0 h 579060"/>
                <a:gd name="connsiteX88" fmla="*/ 289106 w 587192"/>
                <a:gd name="connsiteY88" fmla="*/ 27642 h 579060"/>
                <a:gd name="connsiteX89" fmla="*/ 289106 w 587192"/>
                <a:gd name="connsiteY89" fmla="*/ 192605 h 579060"/>
                <a:gd name="connsiteX90" fmla="*/ 170989 w 587192"/>
                <a:gd name="connsiteY90" fmla="*/ 192605 h 579060"/>
                <a:gd name="connsiteX91" fmla="*/ 110729 w 587192"/>
                <a:gd name="connsiteY91" fmla="*/ 230913 h 579060"/>
                <a:gd name="connsiteX92" fmla="*/ 110729 w 587192"/>
                <a:gd name="connsiteY92" fmla="*/ 222825 h 579060"/>
                <a:gd name="connsiteX93" fmla="*/ 99692 w 587192"/>
                <a:gd name="connsiteY93" fmla="*/ 211803 h 579060"/>
                <a:gd name="connsiteX94" fmla="*/ 55988 w 587192"/>
                <a:gd name="connsiteY94" fmla="*/ 211803 h 579060"/>
                <a:gd name="connsiteX95" fmla="*/ 44950 w 587192"/>
                <a:gd name="connsiteY95" fmla="*/ 222825 h 579060"/>
                <a:gd name="connsiteX96" fmla="*/ 44950 w 587192"/>
                <a:gd name="connsiteY96" fmla="*/ 266554 h 579060"/>
                <a:gd name="connsiteX97" fmla="*/ 55988 w 587192"/>
                <a:gd name="connsiteY97" fmla="*/ 277487 h 579060"/>
                <a:gd name="connsiteX98" fmla="*/ 99692 w 587192"/>
                <a:gd name="connsiteY98" fmla="*/ 277487 h 579060"/>
                <a:gd name="connsiteX99" fmla="*/ 104142 w 587192"/>
                <a:gd name="connsiteY99" fmla="*/ 276598 h 579060"/>
                <a:gd name="connsiteX100" fmla="*/ 104142 w 587192"/>
                <a:gd name="connsiteY100" fmla="*/ 349569 h 579060"/>
                <a:gd name="connsiteX101" fmla="*/ 99692 w 587192"/>
                <a:gd name="connsiteY101" fmla="*/ 348680 h 579060"/>
                <a:gd name="connsiteX102" fmla="*/ 55988 w 587192"/>
                <a:gd name="connsiteY102" fmla="*/ 348680 h 579060"/>
                <a:gd name="connsiteX103" fmla="*/ 44950 w 587192"/>
                <a:gd name="connsiteY103" fmla="*/ 359613 h 579060"/>
                <a:gd name="connsiteX104" fmla="*/ 44950 w 587192"/>
                <a:gd name="connsiteY104" fmla="*/ 403342 h 579060"/>
                <a:gd name="connsiteX105" fmla="*/ 55988 w 587192"/>
                <a:gd name="connsiteY105" fmla="*/ 414364 h 579060"/>
                <a:gd name="connsiteX106" fmla="*/ 99692 w 587192"/>
                <a:gd name="connsiteY106" fmla="*/ 414364 h 579060"/>
                <a:gd name="connsiteX107" fmla="*/ 104142 w 587192"/>
                <a:gd name="connsiteY107" fmla="*/ 413386 h 579060"/>
                <a:gd name="connsiteX108" fmla="*/ 104142 w 587192"/>
                <a:gd name="connsiteY108" fmla="*/ 579060 h 579060"/>
                <a:gd name="connsiteX109" fmla="*/ 27682 w 587192"/>
                <a:gd name="connsiteY109" fmla="*/ 579060 h 579060"/>
                <a:gd name="connsiteX110" fmla="*/ 0 w 587192"/>
                <a:gd name="connsiteY110" fmla="*/ 551329 h 579060"/>
                <a:gd name="connsiteX111" fmla="*/ 0 w 587192"/>
                <a:gd name="connsiteY111" fmla="*/ 27642 h 579060"/>
                <a:gd name="connsiteX112" fmla="*/ 27682 w 587192"/>
                <a:gd name="connsiteY112" fmla="*/ 0 h 5790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Lst>
              <a:rect l="l" t="t" r="r" b="b"/>
              <a:pathLst>
                <a:path w="587192" h="579060">
                  <a:moveTo>
                    <a:pt x="210237" y="487697"/>
                  </a:moveTo>
                  <a:cubicBezTo>
                    <a:pt x="204096" y="487697"/>
                    <a:pt x="199202" y="492585"/>
                    <a:pt x="199202" y="498628"/>
                  </a:cubicBezTo>
                  <a:lnTo>
                    <a:pt x="199202" y="521647"/>
                  </a:lnTo>
                  <a:cubicBezTo>
                    <a:pt x="199202" y="527690"/>
                    <a:pt x="204096" y="532667"/>
                    <a:pt x="210237" y="532667"/>
                  </a:cubicBezTo>
                  <a:lnTo>
                    <a:pt x="295575" y="532667"/>
                  </a:lnTo>
                  <a:cubicBezTo>
                    <a:pt x="301627" y="532667"/>
                    <a:pt x="306521" y="527690"/>
                    <a:pt x="306521" y="521647"/>
                  </a:cubicBezTo>
                  <a:lnTo>
                    <a:pt x="306521" y="498628"/>
                  </a:lnTo>
                  <a:cubicBezTo>
                    <a:pt x="306521" y="492585"/>
                    <a:pt x="301627" y="487697"/>
                    <a:pt x="295575" y="487697"/>
                  </a:cubicBezTo>
                  <a:close/>
                  <a:moveTo>
                    <a:pt x="210237" y="390112"/>
                  </a:moveTo>
                  <a:cubicBezTo>
                    <a:pt x="204096" y="390112"/>
                    <a:pt x="199202" y="395000"/>
                    <a:pt x="199202" y="401133"/>
                  </a:cubicBezTo>
                  <a:lnTo>
                    <a:pt x="199202" y="424062"/>
                  </a:lnTo>
                  <a:cubicBezTo>
                    <a:pt x="199202" y="430106"/>
                    <a:pt x="204096" y="435083"/>
                    <a:pt x="210237" y="435083"/>
                  </a:cubicBezTo>
                  <a:lnTo>
                    <a:pt x="295575" y="435083"/>
                  </a:lnTo>
                  <a:cubicBezTo>
                    <a:pt x="301627" y="435083"/>
                    <a:pt x="306521" y="430106"/>
                    <a:pt x="306521" y="424062"/>
                  </a:cubicBezTo>
                  <a:lnTo>
                    <a:pt x="306521" y="401133"/>
                  </a:lnTo>
                  <a:cubicBezTo>
                    <a:pt x="306521" y="395000"/>
                    <a:pt x="301627" y="390112"/>
                    <a:pt x="295575" y="390112"/>
                  </a:cubicBezTo>
                  <a:close/>
                  <a:moveTo>
                    <a:pt x="210237" y="292527"/>
                  </a:moveTo>
                  <a:cubicBezTo>
                    <a:pt x="204096" y="292527"/>
                    <a:pt x="199202" y="297416"/>
                    <a:pt x="199202" y="303459"/>
                  </a:cubicBezTo>
                  <a:lnTo>
                    <a:pt x="199202" y="326478"/>
                  </a:lnTo>
                  <a:cubicBezTo>
                    <a:pt x="199202" y="332521"/>
                    <a:pt x="204096" y="337498"/>
                    <a:pt x="210237" y="337498"/>
                  </a:cubicBezTo>
                  <a:lnTo>
                    <a:pt x="295575" y="337498"/>
                  </a:lnTo>
                  <a:cubicBezTo>
                    <a:pt x="301627" y="337498"/>
                    <a:pt x="306521" y="332521"/>
                    <a:pt x="306521" y="326478"/>
                  </a:cubicBezTo>
                  <a:lnTo>
                    <a:pt x="306521" y="303459"/>
                  </a:lnTo>
                  <a:cubicBezTo>
                    <a:pt x="306521" y="297416"/>
                    <a:pt x="301627" y="292527"/>
                    <a:pt x="295575" y="292527"/>
                  </a:cubicBezTo>
                  <a:close/>
                  <a:moveTo>
                    <a:pt x="412250" y="268713"/>
                  </a:moveTo>
                  <a:cubicBezTo>
                    <a:pt x="452838" y="268713"/>
                    <a:pt x="485772" y="301591"/>
                    <a:pt x="485772" y="342022"/>
                  </a:cubicBezTo>
                  <a:cubicBezTo>
                    <a:pt x="485772" y="382541"/>
                    <a:pt x="452838" y="415419"/>
                    <a:pt x="412250" y="415419"/>
                  </a:cubicBezTo>
                  <a:cubicBezTo>
                    <a:pt x="408690" y="415419"/>
                    <a:pt x="405129" y="414886"/>
                    <a:pt x="401658" y="414353"/>
                  </a:cubicBezTo>
                  <a:lnTo>
                    <a:pt x="401658" y="395692"/>
                  </a:lnTo>
                  <a:lnTo>
                    <a:pt x="401658" y="288440"/>
                  </a:lnTo>
                  <a:lnTo>
                    <a:pt x="401658" y="269691"/>
                  </a:lnTo>
                  <a:cubicBezTo>
                    <a:pt x="405129" y="269157"/>
                    <a:pt x="408690" y="268713"/>
                    <a:pt x="412250" y="268713"/>
                  </a:cubicBezTo>
                  <a:close/>
                  <a:moveTo>
                    <a:pt x="170993" y="231737"/>
                  </a:moveTo>
                  <a:lnTo>
                    <a:pt x="334819" y="231737"/>
                  </a:lnTo>
                  <a:cubicBezTo>
                    <a:pt x="350125" y="231737"/>
                    <a:pt x="362494" y="244091"/>
                    <a:pt x="362494" y="259377"/>
                  </a:cubicBezTo>
                  <a:lnTo>
                    <a:pt x="362494" y="579060"/>
                  </a:lnTo>
                  <a:lnTo>
                    <a:pt x="143318" y="579060"/>
                  </a:lnTo>
                  <a:lnTo>
                    <a:pt x="143318" y="259377"/>
                  </a:lnTo>
                  <a:cubicBezTo>
                    <a:pt x="143318" y="244091"/>
                    <a:pt x="155687" y="231737"/>
                    <a:pt x="170993" y="231737"/>
                  </a:cubicBezTo>
                  <a:close/>
                  <a:moveTo>
                    <a:pt x="385391" y="159196"/>
                  </a:moveTo>
                  <a:lnTo>
                    <a:pt x="439244" y="159196"/>
                  </a:lnTo>
                  <a:cubicBezTo>
                    <a:pt x="450993" y="159196"/>
                    <a:pt x="460518" y="168705"/>
                    <a:pt x="460518" y="180435"/>
                  </a:cubicBezTo>
                  <a:lnTo>
                    <a:pt x="460518" y="206918"/>
                  </a:lnTo>
                  <a:cubicBezTo>
                    <a:pt x="477074" y="212872"/>
                    <a:pt x="492295" y="221581"/>
                    <a:pt x="505469" y="232778"/>
                  </a:cubicBezTo>
                  <a:lnTo>
                    <a:pt x="528345" y="219626"/>
                  </a:lnTo>
                  <a:cubicBezTo>
                    <a:pt x="538582" y="213760"/>
                    <a:pt x="551578" y="217226"/>
                    <a:pt x="557363" y="227357"/>
                  </a:cubicBezTo>
                  <a:lnTo>
                    <a:pt x="584334" y="273924"/>
                  </a:lnTo>
                  <a:cubicBezTo>
                    <a:pt x="590209" y="284055"/>
                    <a:pt x="586738" y="297029"/>
                    <a:pt x="576590" y="302894"/>
                  </a:cubicBezTo>
                  <a:lnTo>
                    <a:pt x="553625" y="316136"/>
                  </a:lnTo>
                  <a:cubicBezTo>
                    <a:pt x="555138" y="324578"/>
                    <a:pt x="556028" y="333198"/>
                    <a:pt x="556028" y="341996"/>
                  </a:cubicBezTo>
                  <a:cubicBezTo>
                    <a:pt x="556028" y="350883"/>
                    <a:pt x="555138" y="359503"/>
                    <a:pt x="553625" y="367945"/>
                  </a:cubicBezTo>
                  <a:lnTo>
                    <a:pt x="576590" y="381187"/>
                  </a:lnTo>
                  <a:cubicBezTo>
                    <a:pt x="586738" y="387052"/>
                    <a:pt x="590209" y="400026"/>
                    <a:pt x="584334" y="410157"/>
                  </a:cubicBezTo>
                  <a:lnTo>
                    <a:pt x="557363" y="456724"/>
                  </a:lnTo>
                  <a:cubicBezTo>
                    <a:pt x="554604" y="461611"/>
                    <a:pt x="549975" y="465166"/>
                    <a:pt x="544546" y="466588"/>
                  </a:cubicBezTo>
                  <a:cubicBezTo>
                    <a:pt x="539027" y="468010"/>
                    <a:pt x="533241" y="467299"/>
                    <a:pt x="528345" y="464455"/>
                  </a:cubicBezTo>
                  <a:lnTo>
                    <a:pt x="505469" y="451214"/>
                  </a:lnTo>
                  <a:cubicBezTo>
                    <a:pt x="492295" y="462411"/>
                    <a:pt x="477074" y="471209"/>
                    <a:pt x="460518" y="477074"/>
                  </a:cubicBezTo>
                  <a:lnTo>
                    <a:pt x="460518" y="503557"/>
                  </a:lnTo>
                  <a:cubicBezTo>
                    <a:pt x="460518" y="515287"/>
                    <a:pt x="450993" y="524796"/>
                    <a:pt x="439244" y="524796"/>
                  </a:cubicBezTo>
                  <a:lnTo>
                    <a:pt x="401680" y="524796"/>
                  </a:lnTo>
                  <a:lnTo>
                    <a:pt x="401680" y="476363"/>
                  </a:lnTo>
                  <a:lnTo>
                    <a:pt x="401680" y="434151"/>
                  </a:lnTo>
                  <a:cubicBezTo>
                    <a:pt x="405152" y="434596"/>
                    <a:pt x="408712" y="434951"/>
                    <a:pt x="412273" y="434951"/>
                  </a:cubicBezTo>
                  <a:cubicBezTo>
                    <a:pt x="463633" y="434951"/>
                    <a:pt x="505380" y="393272"/>
                    <a:pt x="505380" y="341996"/>
                  </a:cubicBezTo>
                  <a:cubicBezTo>
                    <a:pt x="505380" y="290809"/>
                    <a:pt x="463633" y="249130"/>
                    <a:pt x="412273" y="249130"/>
                  </a:cubicBezTo>
                  <a:cubicBezTo>
                    <a:pt x="408356" y="249130"/>
                    <a:pt x="404529" y="249485"/>
                    <a:pt x="400701" y="249930"/>
                  </a:cubicBezTo>
                  <a:cubicBezTo>
                    <a:pt x="397497" y="227801"/>
                    <a:pt x="383522" y="209228"/>
                    <a:pt x="364117" y="199719"/>
                  </a:cubicBezTo>
                  <a:lnTo>
                    <a:pt x="364117" y="180435"/>
                  </a:lnTo>
                  <a:cubicBezTo>
                    <a:pt x="364117" y="168705"/>
                    <a:pt x="373641" y="159196"/>
                    <a:pt x="385391" y="159196"/>
                  </a:cubicBezTo>
                  <a:close/>
                  <a:moveTo>
                    <a:pt x="189325" y="75016"/>
                  </a:moveTo>
                  <a:cubicBezTo>
                    <a:pt x="183273" y="75016"/>
                    <a:pt x="178288" y="79904"/>
                    <a:pt x="178288" y="86037"/>
                  </a:cubicBezTo>
                  <a:lnTo>
                    <a:pt x="178288" y="129677"/>
                  </a:lnTo>
                  <a:cubicBezTo>
                    <a:pt x="178288" y="135810"/>
                    <a:pt x="183273" y="140699"/>
                    <a:pt x="189325" y="140699"/>
                  </a:cubicBezTo>
                  <a:lnTo>
                    <a:pt x="233029" y="140699"/>
                  </a:lnTo>
                  <a:cubicBezTo>
                    <a:pt x="239171" y="140699"/>
                    <a:pt x="244067" y="135810"/>
                    <a:pt x="244067" y="129677"/>
                  </a:cubicBezTo>
                  <a:lnTo>
                    <a:pt x="244067" y="86037"/>
                  </a:lnTo>
                  <a:cubicBezTo>
                    <a:pt x="244067" y="79904"/>
                    <a:pt x="239171" y="75016"/>
                    <a:pt x="233029" y="75016"/>
                  </a:cubicBezTo>
                  <a:close/>
                  <a:moveTo>
                    <a:pt x="55988" y="75016"/>
                  </a:moveTo>
                  <a:cubicBezTo>
                    <a:pt x="49846" y="75016"/>
                    <a:pt x="44950" y="79904"/>
                    <a:pt x="44950" y="86037"/>
                  </a:cubicBezTo>
                  <a:lnTo>
                    <a:pt x="44950" y="129677"/>
                  </a:lnTo>
                  <a:cubicBezTo>
                    <a:pt x="44950" y="135810"/>
                    <a:pt x="49846" y="140699"/>
                    <a:pt x="55988" y="140699"/>
                  </a:cubicBezTo>
                  <a:lnTo>
                    <a:pt x="99692" y="140699"/>
                  </a:lnTo>
                  <a:cubicBezTo>
                    <a:pt x="105833" y="140699"/>
                    <a:pt x="110729" y="135810"/>
                    <a:pt x="110729" y="129677"/>
                  </a:cubicBezTo>
                  <a:lnTo>
                    <a:pt x="110729" y="86037"/>
                  </a:lnTo>
                  <a:cubicBezTo>
                    <a:pt x="110729" y="79904"/>
                    <a:pt x="105833" y="75016"/>
                    <a:pt x="99692" y="75016"/>
                  </a:cubicBezTo>
                  <a:close/>
                  <a:moveTo>
                    <a:pt x="27682" y="0"/>
                  </a:moveTo>
                  <a:lnTo>
                    <a:pt x="261424" y="0"/>
                  </a:lnTo>
                  <a:cubicBezTo>
                    <a:pt x="276645" y="0"/>
                    <a:pt x="289106" y="12354"/>
                    <a:pt x="289106" y="27642"/>
                  </a:cubicBezTo>
                  <a:lnTo>
                    <a:pt x="289106" y="192605"/>
                  </a:lnTo>
                  <a:lnTo>
                    <a:pt x="170989" y="192605"/>
                  </a:lnTo>
                  <a:cubicBezTo>
                    <a:pt x="144375" y="192605"/>
                    <a:pt x="121499" y="208337"/>
                    <a:pt x="110729" y="230913"/>
                  </a:cubicBezTo>
                  <a:lnTo>
                    <a:pt x="110729" y="222825"/>
                  </a:lnTo>
                  <a:cubicBezTo>
                    <a:pt x="110729" y="216781"/>
                    <a:pt x="105833" y="211803"/>
                    <a:pt x="99692" y="211803"/>
                  </a:cubicBezTo>
                  <a:lnTo>
                    <a:pt x="55988" y="211803"/>
                  </a:lnTo>
                  <a:cubicBezTo>
                    <a:pt x="49846" y="211803"/>
                    <a:pt x="44950" y="216781"/>
                    <a:pt x="44950" y="222825"/>
                  </a:cubicBezTo>
                  <a:lnTo>
                    <a:pt x="44950" y="266554"/>
                  </a:lnTo>
                  <a:cubicBezTo>
                    <a:pt x="44950" y="272598"/>
                    <a:pt x="49846" y="277487"/>
                    <a:pt x="55988" y="277487"/>
                  </a:cubicBezTo>
                  <a:lnTo>
                    <a:pt x="99692" y="277487"/>
                  </a:lnTo>
                  <a:cubicBezTo>
                    <a:pt x="101294" y="277487"/>
                    <a:pt x="102807" y="277131"/>
                    <a:pt x="104142" y="276598"/>
                  </a:cubicBezTo>
                  <a:lnTo>
                    <a:pt x="104142" y="349569"/>
                  </a:lnTo>
                  <a:cubicBezTo>
                    <a:pt x="102807" y="349036"/>
                    <a:pt x="101294" y="348680"/>
                    <a:pt x="99692" y="348680"/>
                  </a:cubicBezTo>
                  <a:lnTo>
                    <a:pt x="55988" y="348680"/>
                  </a:lnTo>
                  <a:cubicBezTo>
                    <a:pt x="49846" y="348680"/>
                    <a:pt x="44950" y="353569"/>
                    <a:pt x="44950" y="359613"/>
                  </a:cubicBezTo>
                  <a:lnTo>
                    <a:pt x="44950" y="403342"/>
                  </a:lnTo>
                  <a:cubicBezTo>
                    <a:pt x="44950" y="409475"/>
                    <a:pt x="49846" y="414364"/>
                    <a:pt x="55988" y="414364"/>
                  </a:cubicBezTo>
                  <a:lnTo>
                    <a:pt x="99692" y="414364"/>
                  </a:lnTo>
                  <a:cubicBezTo>
                    <a:pt x="101294" y="414364"/>
                    <a:pt x="102807" y="414008"/>
                    <a:pt x="104142" y="413386"/>
                  </a:cubicBezTo>
                  <a:lnTo>
                    <a:pt x="104142" y="579060"/>
                  </a:lnTo>
                  <a:lnTo>
                    <a:pt x="27682" y="579060"/>
                  </a:lnTo>
                  <a:cubicBezTo>
                    <a:pt x="12372" y="579060"/>
                    <a:pt x="0" y="566617"/>
                    <a:pt x="0" y="551329"/>
                  </a:cubicBezTo>
                  <a:lnTo>
                    <a:pt x="0" y="27642"/>
                  </a:lnTo>
                  <a:cubicBezTo>
                    <a:pt x="0" y="12354"/>
                    <a:pt x="12372" y="0"/>
                    <a:pt x="27682" y="0"/>
                  </a:cubicBezTo>
                  <a:close/>
                </a:path>
              </a:pathLst>
            </a:custGeom>
            <a:solidFill>
              <a:srgbClr val="13245C"/>
            </a:solidFill>
            <a:ln w="0">
              <a:noFill/>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endParaRPr lang="zh-CN" altLang="en-US" sz="2000">
                <a:solidFill>
                  <a:schemeClr val="bg1"/>
                </a:solidFill>
                <a:cs typeface="+mn-ea"/>
                <a:sym typeface="+mn-lt"/>
              </a:endParaRPr>
            </a:p>
          </p:txBody>
        </p:sp>
        <p:sp>
          <p:nvSpPr>
            <p:cNvPr id="47" name="îṣľíḓê"/>
            <p:cNvSpPr/>
            <p:nvPr/>
          </p:nvSpPr>
          <p:spPr bwMode="auto">
            <a:xfrm>
              <a:off x="4265331" y="4065360"/>
              <a:ext cx="1549400" cy="490538"/>
            </a:xfrm>
            <a:prstGeom prst="homePlate">
              <a:avLst/>
            </a:prstGeom>
            <a:solidFill>
              <a:srgbClr val="62EFFE"/>
            </a:solidFill>
            <a:ln w="0">
              <a:noFill/>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defPPr>
                <a:defRPr lang="zh-CN"/>
              </a:defPPr>
              <a:lvl1pPr marL="0" algn="l" defTabSz="913765" rtl="0" eaLnBrk="1" latinLnBrk="0" hangingPunct="1">
                <a:defRPr sz="1800" kern="1200">
                  <a:solidFill>
                    <a:schemeClr val="tx1"/>
                  </a:solidFill>
                </a:defRPr>
              </a:lvl1pPr>
              <a:lvl2pPr marL="457200" algn="l" defTabSz="913765" rtl="0" eaLnBrk="1" latinLnBrk="0" hangingPunct="1">
                <a:defRPr sz="1800" kern="1200">
                  <a:solidFill>
                    <a:schemeClr val="tx1"/>
                  </a:solidFill>
                </a:defRPr>
              </a:lvl2pPr>
              <a:lvl3pPr marL="914400" algn="l" defTabSz="913765" rtl="0" eaLnBrk="1" latinLnBrk="0" hangingPunct="1">
                <a:defRPr sz="1800" kern="1200">
                  <a:solidFill>
                    <a:schemeClr val="tx1"/>
                  </a:solidFill>
                </a:defRPr>
              </a:lvl3pPr>
              <a:lvl4pPr marL="1371600" algn="l" defTabSz="913765" rtl="0" eaLnBrk="1" latinLnBrk="0" hangingPunct="1">
                <a:defRPr sz="1800" kern="1200">
                  <a:solidFill>
                    <a:schemeClr val="tx1"/>
                  </a:solidFill>
                </a:defRPr>
              </a:lvl4pPr>
              <a:lvl5pPr marL="1828800" algn="l" defTabSz="913765" rtl="0" eaLnBrk="1" latinLnBrk="0" hangingPunct="1">
                <a:defRPr sz="1800" kern="1200">
                  <a:solidFill>
                    <a:schemeClr val="tx1"/>
                  </a:solidFill>
                </a:defRPr>
              </a:lvl5pPr>
              <a:lvl6pPr marL="2286000" algn="l" defTabSz="913765" rtl="0" eaLnBrk="1" latinLnBrk="0" hangingPunct="1">
                <a:defRPr sz="1800" kern="1200">
                  <a:solidFill>
                    <a:schemeClr val="tx1"/>
                  </a:solidFill>
                </a:defRPr>
              </a:lvl6pPr>
              <a:lvl7pPr marL="2743200" algn="l" defTabSz="913765" rtl="0" eaLnBrk="1" latinLnBrk="0" hangingPunct="1">
                <a:defRPr sz="1800" kern="1200">
                  <a:solidFill>
                    <a:schemeClr val="tx1"/>
                  </a:solidFill>
                </a:defRPr>
              </a:lvl7pPr>
              <a:lvl8pPr marL="3200400" algn="l" defTabSz="913765" rtl="0" eaLnBrk="1" latinLnBrk="0" hangingPunct="1">
                <a:defRPr sz="1800" kern="1200">
                  <a:solidFill>
                    <a:schemeClr val="tx1"/>
                  </a:solidFill>
                </a:defRPr>
              </a:lvl8pPr>
              <a:lvl9pPr marL="3657600" algn="l" defTabSz="913765" rtl="0" eaLnBrk="1" latinLnBrk="0" hangingPunct="1">
                <a:defRPr sz="1800" kern="1200">
                  <a:solidFill>
                    <a:schemeClr val="tx1"/>
                  </a:solidFill>
                </a:defRPr>
              </a:lvl9pPr>
            </a:lstStyle>
            <a:p>
              <a:pPr algn="ctr"/>
              <a:r>
                <a:rPr lang="zh-CN" altLang="en-US" dirty="0">
                  <a:solidFill>
                    <a:schemeClr val="tx1">
                      <a:lumMod val="85000"/>
                      <a:lumOff val="15000"/>
                    </a:schemeClr>
                  </a:solidFill>
                  <a:latin typeface="思源黑体 CN Bold" panose="020B0800000000000000" pitchFamily="34" charset="-122"/>
                  <a:ea typeface="思源黑体 CN Bold" panose="020B0800000000000000" pitchFamily="34" charset="-122"/>
                  <a:cs typeface="+mn-ea"/>
                  <a:sym typeface="+mn-lt"/>
                </a:rPr>
                <a:t>数据质量</a:t>
              </a:r>
              <a:r>
                <a:rPr lang="zh-CN" altLang="en-US" dirty="0">
                  <a:solidFill>
                    <a:schemeClr val="tx1">
                      <a:lumMod val="85000"/>
                      <a:lumOff val="15000"/>
                    </a:schemeClr>
                  </a:solidFill>
                  <a:latin typeface="思源黑体 CN Bold" panose="020B0800000000000000" pitchFamily="34" charset="-122"/>
                  <a:ea typeface="思源黑体 CN Bold" panose="020B0800000000000000" pitchFamily="34" charset="-122"/>
                  <a:cs typeface="+mn-ea"/>
                  <a:sym typeface="+mn-lt"/>
                </a:rPr>
                <a:t>差</a:t>
              </a:r>
              <a:endParaRPr lang="zh-CN" altLang="en-US" dirty="0">
                <a:solidFill>
                  <a:schemeClr val="tx1">
                    <a:lumMod val="85000"/>
                    <a:lumOff val="15000"/>
                  </a:schemeClr>
                </a:solidFill>
                <a:latin typeface="思源黑体 CN Bold" panose="020B0800000000000000" pitchFamily="34" charset="-122"/>
                <a:ea typeface="思源黑体 CN Bold" panose="020B0800000000000000" pitchFamily="34" charset="-122"/>
                <a:cs typeface="+mn-ea"/>
                <a:sym typeface="+mn-lt"/>
              </a:endParaRPr>
            </a:p>
          </p:txBody>
        </p:sp>
        <p:sp>
          <p:nvSpPr>
            <p:cNvPr id="49" name="iş1îďe"/>
            <p:cNvSpPr/>
            <p:nvPr/>
          </p:nvSpPr>
          <p:spPr bwMode="auto">
            <a:xfrm>
              <a:off x="6992314" y="3854430"/>
              <a:ext cx="658813" cy="658812"/>
            </a:xfrm>
            <a:prstGeom prst="ellipse">
              <a:avLst/>
            </a:prstGeom>
            <a:solidFill>
              <a:schemeClr val="bg1"/>
            </a:solidFill>
            <a:ln w="9525">
              <a:solidFill>
                <a:schemeClr val="bg1">
                  <a:lumMod val="75000"/>
                </a:schemeClr>
              </a:solidFill>
              <a:round/>
            </a:ln>
          </p:spPr>
          <p:txBody>
            <a:bodyPr anchor="ctr" anchorCtr="1">
              <a:norm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fontAlgn="auto">
                <a:spcBef>
                  <a:spcPts val="0"/>
                </a:spcBef>
                <a:spcAft>
                  <a:spcPts val="0"/>
                </a:spcAft>
                <a:defRPr/>
              </a:pPr>
              <a:endParaRPr sz="1400" b="1">
                <a:cs typeface="+mn-ea"/>
                <a:sym typeface="+mn-lt"/>
              </a:endParaRPr>
            </a:p>
          </p:txBody>
        </p:sp>
        <p:sp>
          <p:nvSpPr>
            <p:cNvPr id="51" name="îṣľíḓê"/>
            <p:cNvSpPr/>
            <p:nvPr/>
          </p:nvSpPr>
          <p:spPr bwMode="auto">
            <a:xfrm>
              <a:off x="4265331" y="4929951"/>
              <a:ext cx="1549400" cy="490537"/>
            </a:xfrm>
            <a:prstGeom prst="homePlate">
              <a:avLst/>
            </a:prstGeom>
            <a:solidFill>
              <a:srgbClr val="13245C"/>
            </a:solidFill>
            <a:ln w="0">
              <a:noFill/>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defPPr>
                <a:defRPr lang="zh-CN"/>
              </a:defPPr>
              <a:lvl1pPr marL="0" algn="l" defTabSz="913765" rtl="0" eaLnBrk="1" latinLnBrk="0" hangingPunct="1">
                <a:defRPr sz="1800" kern="1200">
                  <a:solidFill>
                    <a:schemeClr val="tx1"/>
                  </a:solidFill>
                </a:defRPr>
              </a:lvl1pPr>
              <a:lvl2pPr marL="457200" algn="l" defTabSz="913765" rtl="0" eaLnBrk="1" latinLnBrk="0" hangingPunct="1">
                <a:defRPr sz="1800" kern="1200">
                  <a:solidFill>
                    <a:schemeClr val="tx1"/>
                  </a:solidFill>
                </a:defRPr>
              </a:lvl2pPr>
              <a:lvl3pPr marL="914400" algn="l" defTabSz="913765" rtl="0" eaLnBrk="1" latinLnBrk="0" hangingPunct="1">
                <a:defRPr sz="1800" kern="1200">
                  <a:solidFill>
                    <a:schemeClr val="tx1"/>
                  </a:solidFill>
                </a:defRPr>
              </a:lvl3pPr>
              <a:lvl4pPr marL="1371600" algn="l" defTabSz="913765" rtl="0" eaLnBrk="1" latinLnBrk="0" hangingPunct="1">
                <a:defRPr sz="1800" kern="1200">
                  <a:solidFill>
                    <a:schemeClr val="tx1"/>
                  </a:solidFill>
                </a:defRPr>
              </a:lvl4pPr>
              <a:lvl5pPr marL="1828800" algn="l" defTabSz="913765" rtl="0" eaLnBrk="1" latinLnBrk="0" hangingPunct="1">
                <a:defRPr sz="1800" kern="1200">
                  <a:solidFill>
                    <a:schemeClr val="tx1"/>
                  </a:solidFill>
                </a:defRPr>
              </a:lvl5pPr>
              <a:lvl6pPr marL="2286000" algn="l" defTabSz="913765" rtl="0" eaLnBrk="1" latinLnBrk="0" hangingPunct="1">
                <a:defRPr sz="1800" kern="1200">
                  <a:solidFill>
                    <a:schemeClr val="tx1"/>
                  </a:solidFill>
                </a:defRPr>
              </a:lvl6pPr>
              <a:lvl7pPr marL="2743200" algn="l" defTabSz="913765" rtl="0" eaLnBrk="1" latinLnBrk="0" hangingPunct="1">
                <a:defRPr sz="1800" kern="1200">
                  <a:solidFill>
                    <a:schemeClr val="tx1"/>
                  </a:solidFill>
                </a:defRPr>
              </a:lvl7pPr>
              <a:lvl8pPr marL="3200400" algn="l" defTabSz="913765" rtl="0" eaLnBrk="1" latinLnBrk="0" hangingPunct="1">
                <a:defRPr sz="1800" kern="1200">
                  <a:solidFill>
                    <a:schemeClr val="tx1"/>
                  </a:solidFill>
                </a:defRPr>
              </a:lvl8pPr>
              <a:lvl9pPr marL="3657600" algn="l" defTabSz="913765" rtl="0" eaLnBrk="1" latinLnBrk="0" hangingPunct="1">
                <a:defRPr sz="1800" kern="1200">
                  <a:solidFill>
                    <a:schemeClr val="tx1"/>
                  </a:solidFill>
                </a:defRPr>
              </a:lvl9pPr>
            </a:lstStyle>
            <a:p>
              <a:pPr algn="ctr"/>
              <a:r>
                <a:rPr lang="zh-CN" altLang="en-US" dirty="0">
                  <a:solidFill>
                    <a:schemeClr val="bg1"/>
                  </a:solidFill>
                  <a:latin typeface="思源黑体 CN Bold" panose="020B0800000000000000" pitchFamily="34" charset="-122"/>
                  <a:ea typeface="思源黑体 CN Bold" panose="020B0800000000000000" pitchFamily="34" charset="-122"/>
                  <a:cs typeface="+mn-ea"/>
                  <a:sym typeface="+mn-lt"/>
                </a:rPr>
                <a:t>数据变化</a:t>
              </a:r>
              <a:r>
                <a:rPr lang="zh-CN" altLang="en-US" dirty="0">
                  <a:solidFill>
                    <a:schemeClr val="bg1"/>
                  </a:solidFill>
                  <a:latin typeface="思源黑体 CN Bold" panose="020B0800000000000000" pitchFamily="34" charset="-122"/>
                  <a:ea typeface="思源黑体 CN Bold" panose="020B0800000000000000" pitchFamily="34" charset="-122"/>
                  <a:cs typeface="+mn-ea"/>
                  <a:sym typeface="+mn-lt"/>
                </a:rPr>
                <a:t>快</a:t>
              </a:r>
              <a:endParaRPr lang="zh-CN" altLang="en-US" dirty="0">
                <a:solidFill>
                  <a:schemeClr val="bg1"/>
                </a:solidFill>
                <a:latin typeface="思源黑体 CN Bold" panose="020B0800000000000000" pitchFamily="34" charset="-122"/>
                <a:ea typeface="思源黑体 CN Bold" panose="020B0800000000000000" pitchFamily="34" charset="-122"/>
                <a:cs typeface="+mn-ea"/>
                <a:sym typeface="+mn-lt"/>
              </a:endParaRPr>
            </a:p>
          </p:txBody>
        </p:sp>
        <p:sp>
          <p:nvSpPr>
            <p:cNvPr id="53" name="iş1îďe"/>
            <p:cNvSpPr/>
            <p:nvPr/>
          </p:nvSpPr>
          <p:spPr bwMode="auto">
            <a:xfrm>
              <a:off x="6992314" y="4706917"/>
              <a:ext cx="658813" cy="658813"/>
            </a:xfrm>
            <a:prstGeom prst="ellipse">
              <a:avLst/>
            </a:prstGeom>
            <a:solidFill>
              <a:schemeClr val="bg1"/>
            </a:solidFill>
            <a:ln w="9525">
              <a:solidFill>
                <a:schemeClr val="bg1">
                  <a:lumMod val="75000"/>
                </a:schemeClr>
              </a:solidFill>
              <a:round/>
            </a:ln>
          </p:spPr>
          <p:txBody>
            <a:bodyPr anchor="ctr" anchorCtr="1">
              <a:norm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fontAlgn="auto">
                <a:spcBef>
                  <a:spcPts val="0"/>
                </a:spcBef>
                <a:spcAft>
                  <a:spcPts val="0"/>
                </a:spcAft>
                <a:defRPr/>
              </a:pPr>
              <a:endParaRPr sz="1400" b="1">
                <a:cs typeface="+mn-ea"/>
                <a:sym typeface="+mn-lt"/>
              </a:endParaRPr>
            </a:p>
          </p:txBody>
        </p:sp>
        <p:sp>
          <p:nvSpPr>
            <p:cNvPr id="54" name="ïŝľidê"/>
            <p:cNvSpPr/>
            <p:nvPr/>
          </p:nvSpPr>
          <p:spPr bwMode="auto">
            <a:xfrm>
              <a:off x="7179316" y="4058989"/>
              <a:ext cx="284810" cy="284808"/>
            </a:xfrm>
            <a:custGeom>
              <a:avLst/>
              <a:gdLst>
                <a:gd name="connsiteX0" fmla="*/ 0 w 607639"/>
                <a:gd name="connsiteY0" fmla="*/ 488737 h 606722"/>
                <a:gd name="connsiteX1" fmla="*/ 50666 w 607639"/>
                <a:gd name="connsiteY1" fmla="*/ 488737 h 606722"/>
                <a:gd name="connsiteX2" fmla="*/ 50666 w 607639"/>
                <a:gd name="connsiteY2" fmla="*/ 556197 h 606722"/>
                <a:gd name="connsiteX3" fmla="*/ 118127 w 607639"/>
                <a:gd name="connsiteY3" fmla="*/ 556197 h 606722"/>
                <a:gd name="connsiteX4" fmla="*/ 118127 w 607639"/>
                <a:gd name="connsiteY4" fmla="*/ 488737 h 606722"/>
                <a:gd name="connsiteX5" fmla="*/ 489442 w 607639"/>
                <a:gd name="connsiteY5" fmla="*/ 488737 h 606722"/>
                <a:gd name="connsiteX6" fmla="*/ 489442 w 607639"/>
                <a:gd name="connsiteY6" fmla="*/ 556197 h 606722"/>
                <a:gd name="connsiteX7" fmla="*/ 556973 w 607639"/>
                <a:gd name="connsiteY7" fmla="*/ 556197 h 606722"/>
                <a:gd name="connsiteX8" fmla="*/ 556973 w 607639"/>
                <a:gd name="connsiteY8" fmla="*/ 488737 h 606722"/>
                <a:gd name="connsiteX9" fmla="*/ 607639 w 607639"/>
                <a:gd name="connsiteY9" fmla="*/ 488737 h 606722"/>
                <a:gd name="connsiteX10" fmla="*/ 607639 w 607639"/>
                <a:gd name="connsiteY10" fmla="*/ 556198 h 606722"/>
                <a:gd name="connsiteX11" fmla="*/ 556973 w 607639"/>
                <a:gd name="connsiteY11" fmla="*/ 556198 h 606722"/>
                <a:gd name="connsiteX12" fmla="*/ 556973 w 607639"/>
                <a:gd name="connsiteY12" fmla="*/ 606722 h 606722"/>
                <a:gd name="connsiteX13" fmla="*/ 489442 w 607639"/>
                <a:gd name="connsiteY13" fmla="*/ 606722 h 606722"/>
                <a:gd name="connsiteX14" fmla="*/ 489442 w 607639"/>
                <a:gd name="connsiteY14" fmla="*/ 556198 h 606722"/>
                <a:gd name="connsiteX15" fmla="*/ 118127 w 607639"/>
                <a:gd name="connsiteY15" fmla="*/ 556198 h 606722"/>
                <a:gd name="connsiteX16" fmla="*/ 118127 w 607639"/>
                <a:gd name="connsiteY16" fmla="*/ 606722 h 606722"/>
                <a:gd name="connsiteX17" fmla="*/ 50666 w 607639"/>
                <a:gd name="connsiteY17" fmla="*/ 606722 h 606722"/>
                <a:gd name="connsiteX18" fmla="*/ 50666 w 607639"/>
                <a:gd name="connsiteY18" fmla="*/ 556198 h 606722"/>
                <a:gd name="connsiteX19" fmla="*/ 0 w 607639"/>
                <a:gd name="connsiteY19" fmla="*/ 556198 h 606722"/>
                <a:gd name="connsiteX20" fmla="*/ 168722 w 607639"/>
                <a:gd name="connsiteY20" fmla="*/ 168510 h 606722"/>
                <a:gd name="connsiteX21" fmla="*/ 438776 w 607639"/>
                <a:gd name="connsiteY21" fmla="*/ 168510 h 606722"/>
                <a:gd name="connsiteX22" fmla="*/ 438776 w 607639"/>
                <a:gd name="connsiteY22" fmla="*/ 438141 h 606722"/>
                <a:gd name="connsiteX23" fmla="*/ 168722 w 607639"/>
                <a:gd name="connsiteY23" fmla="*/ 438141 h 606722"/>
                <a:gd name="connsiteX24" fmla="*/ 489442 w 607639"/>
                <a:gd name="connsiteY24" fmla="*/ 117915 h 606722"/>
                <a:gd name="connsiteX25" fmla="*/ 556973 w 607639"/>
                <a:gd name="connsiteY25" fmla="*/ 117915 h 606722"/>
                <a:gd name="connsiteX26" fmla="*/ 556973 w 607639"/>
                <a:gd name="connsiteY26" fmla="*/ 488737 h 606722"/>
                <a:gd name="connsiteX27" fmla="*/ 489442 w 607639"/>
                <a:gd name="connsiteY27" fmla="*/ 488737 h 606722"/>
                <a:gd name="connsiteX28" fmla="*/ 50666 w 607639"/>
                <a:gd name="connsiteY28" fmla="*/ 117915 h 606722"/>
                <a:gd name="connsiteX29" fmla="*/ 118127 w 607639"/>
                <a:gd name="connsiteY29" fmla="*/ 117915 h 606722"/>
                <a:gd name="connsiteX30" fmla="*/ 118127 w 607639"/>
                <a:gd name="connsiteY30" fmla="*/ 488737 h 606722"/>
                <a:gd name="connsiteX31" fmla="*/ 50666 w 607639"/>
                <a:gd name="connsiteY31" fmla="*/ 488737 h 606722"/>
                <a:gd name="connsiteX32" fmla="*/ 556973 w 607639"/>
                <a:gd name="connsiteY32" fmla="*/ 50595 h 606722"/>
                <a:gd name="connsiteX33" fmla="*/ 607639 w 607639"/>
                <a:gd name="connsiteY33" fmla="*/ 50595 h 606722"/>
                <a:gd name="connsiteX34" fmla="*/ 607639 w 607639"/>
                <a:gd name="connsiteY34" fmla="*/ 117914 h 606722"/>
                <a:gd name="connsiteX35" fmla="*/ 556973 w 607639"/>
                <a:gd name="connsiteY35" fmla="*/ 117914 h 606722"/>
                <a:gd name="connsiteX36" fmla="*/ 118127 w 607639"/>
                <a:gd name="connsiteY36" fmla="*/ 50595 h 606722"/>
                <a:gd name="connsiteX37" fmla="*/ 489442 w 607639"/>
                <a:gd name="connsiteY37" fmla="*/ 50595 h 606722"/>
                <a:gd name="connsiteX38" fmla="*/ 489442 w 607639"/>
                <a:gd name="connsiteY38" fmla="*/ 117914 h 606722"/>
                <a:gd name="connsiteX39" fmla="*/ 118127 w 607639"/>
                <a:gd name="connsiteY39" fmla="*/ 117914 h 606722"/>
                <a:gd name="connsiteX40" fmla="*/ 0 w 607639"/>
                <a:gd name="connsiteY40" fmla="*/ 50595 h 606722"/>
                <a:gd name="connsiteX41" fmla="*/ 50666 w 607639"/>
                <a:gd name="connsiteY41" fmla="*/ 50595 h 606722"/>
                <a:gd name="connsiteX42" fmla="*/ 50666 w 607639"/>
                <a:gd name="connsiteY42" fmla="*/ 117914 h 606722"/>
                <a:gd name="connsiteX43" fmla="*/ 0 w 607639"/>
                <a:gd name="connsiteY43" fmla="*/ 117914 h 606722"/>
                <a:gd name="connsiteX44" fmla="*/ 489442 w 607639"/>
                <a:gd name="connsiteY44" fmla="*/ 0 h 606722"/>
                <a:gd name="connsiteX45" fmla="*/ 556973 w 607639"/>
                <a:gd name="connsiteY45" fmla="*/ 0 h 606722"/>
                <a:gd name="connsiteX46" fmla="*/ 556973 w 607639"/>
                <a:gd name="connsiteY46" fmla="*/ 50595 h 606722"/>
                <a:gd name="connsiteX47" fmla="*/ 489442 w 607639"/>
                <a:gd name="connsiteY47" fmla="*/ 50595 h 606722"/>
                <a:gd name="connsiteX48" fmla="*/ 50666 w 607639"/>
                <a:gd name="connsiteY48" fmla="*/ 0 h 606722"/>
                <a:gd name="connsiteX49" fmla="*/ 118127 w 607639"/>
                <a:gd name="connsiteY49" fmla="*/ 0 h 606722"/>
                <a:gd name="connsiteX50" fmla="*/ 118127 w 607639"/>
                <a:gd name="connsiteY50" fmla="*/ 50595 h 606722"/>
                <a:gd name="connsiteX51" fmla="*/ 50666 w 607639"/>
                <a:gd name="connsiteY51" fmla="*/ 50595 h 6067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Lst>
              <a:rect l="l" t="t" r="r" b="b"/>
              <a:pathLst>
                <a:path w="607639" h="606722">
                  <a:moveTo>
                    <a:pt x="0" y="488737"/>
                  </a:moveTo>
                  <a:lnTo>
                    <a:pt x="50666" y="488737"/>
                  </a:lnTo>
                  <a:lnTo>
                    <a:pt x="50666" y="556197"/>
                  </a:lnTo>
                  <a:lnTo>
                    <a:pt x="118127" y="556197"/>
                  </a:lnTo>
                  <a:lnTo>
                    <a:pt x="118127" y="488737"/>
                  </a:lnTo>
                  <a:lnTo>
                    <a:pt x="489442" y="488737"/>
                  </a:lnTo>
                  <a:lnTo>
                    <a:pt x="489442" y="556197"/>
                  </a:lnTo>
                  <a:lnTo>
                    <a:pt x="556973" y="556197"/>
                  </a:lnTo>
                  <a:lnTo>
                    <a:pt x="556973" y="488737"/>
                  </a:lnTo>
                  <a:lnTo>
                    <a:pt x="607639" y="488737"/>
                  </a:lnTo>
                  <a:lnTo>
                    <a:pt x="607639" y="556198"/>
                  </a:lnTo>
                  <a:lnTo>
                    <a:pt x="556973" y="556198"/>
                  </a:lnTo>
                  <a:lnTo>
                    <a:pt x="556973" y="606722"/>
                  </a:lnTo>
                  <a:lnTo>
                    <a:pt x="489442" y="606722"/>
                  </a:lnTo>
                  <a:lnTo>
                    <a:pt x="489442" y="556198"/>
                  </a:lnTo>
                  <a:lnTo>
                    <a:pt x="118127" y="556198"/>
                  </a:lnTo>
                  <a:lnTo>
                    <a:pt x="118127" y="606722"/>
                  </a:lnTo>
                  <a:lnTo>
                    <a:pt x="50666" y="606722"/>
                  </a:lnTo>
                  <a:lnTo>
                    <a:pt x="50666" y="556198"/>
                  </a:lnTo>
                  <a:lnTo>
                    <a:pt x="0" y="556198"/>
                  </a:lnTo>
                  <a:close/>
                  <a:moveTo>
                    <a:pt x="168722" y="168510"/>
                  </a:moveTo>
                  <a:lnTo>
                    <a:pt x="438776" y="168510"/>
                  </a:lnTo>
                  <a:lnTo>
                    <a:pt x="438776" y="438141"/>
                  </a:lnTo>
                  <a:lnTo>
                    <a:pt x="168722" y="438141"/>
                  </a:lnTo>
                  <a:close/>
                  <a:moveTo>
                    <a:pt x="489442" y="117915"/>
                  </a:moveTo>
                  <a:lnTo>
                    <a:pt x="556973" y="117915"/>
                  </a:lnTo>
                  <a:lnTo>
                    <a:pt x="556973" y="488737"/>
                  </a:lnTo>
                  <a:lnTo>
                    <a:pt x="489442" y="488737"/>
                  </a:lnTo>
                  <a:close/>
                  <a:moveTo>
                    <a:pt x="50666" y="117915"/>
                  </a:moveTo>
                  <a:lnTo>
                    <a:pt x="118127" y="117915"/>
                  </a:lnTo>
                  <a:lnTo>
                    <a:pt x="118127" y="488737"/>
                  </a:lnTo>
                  <a:lnTo>
                    <a:pt x="50666" y="488737"/>
                  </a:lnTo>
                  <a:close/>
                  <a:moveTo>
                    <a:pt x="556973" y="50595"/>
                  </a:moveTo>
                  <a:lnTo>
                    <a:pt x="607639" y="50595"/>
                  </a:lnTo>
                  <a:lnTo>
                    <a:pt x="607639" y="117914"/>
                  </a:lnTo>
                  <a:lnTo>
                    <a:pt x="556973" y="117914"/>
                  </a:lnTo>
                  <a:close/>
                  <a:moveTo>
                    <a:pt x="118127" y="50595"/>
                  </a:moveTo>
                  <a:lnTo>
                    <a:pt x="489442" y="50595"/>
                  </a:lnTo>
                  <a:lnTo>
                    <a:pt x="489442" y="117914"/>
                  </a:lnTo>
                  <a:lnTo>
                    <a:pt x="118127" y="117914"/>
                  </a:lnTo>
                  <a:close/>
                  <a:moveTo>
                    <a:pt x="0" y="50595"/>
                  </a:moveTo>
                  <a:lnTo>
                    <a:pt x="50666" y="50595"/>
                  </a:lnTo>
                  <a:lnTo>
                    <a:pt x="50666" y="117914"/>
                  </a:lnTo>
                  <a:lnTo>
                    <a:pt x="0" y="117914"/>
                  </a:lnTo>
                  <a:close/>
                  <a:moveTo>
                    <a:pt x="489442" y="0"/>
                  </a:moveTo>
                  <a:lnTo>
                    <a:pt x="556973" y="0"/>
                  </a:lnTo>
                  <a:lnTo>
                    <a:pt x="556973" y="50595"/>
                  </a:lnTo>
                  <a:lnTo>
                    <a:pt x="489442" y="50595"/>
                  </a:lnTo>
                  <a:close/>
                  <a:moveTo>
                    <a:pt x="50666" y="0"/>
                  </a:moveTo>
                  <a:lnTo>
                    <a:pt x="118127" y="0"/>
                  </a:lnTo>
                  <a:lnTo>
                    <a:pt x="118127" y="50595"/>
                  </a:lnTo>
                  <a:lnTo>
                    <a:pt x="50666" y="50595"/>
                  </a:lnTo>
                  <a:close/>
                </a:path>
              </a:pathLst>
            </a:custGeom>
            <a:solidFill>
              <a:srgbClr val="13245C"/>
            </a:solidFill>
            <a:ln w="0">
              <a:noFill/>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endParaRPr lang="zh-CN" altLang="en-US" sz="2000">
                <a:solidFill>
                  <a:schemeClr val="bg1"/>
                </a:solidFill>
                <a:cs typeface="+mn-ea"/>
                <a:sym typeface="+mn-lt"/>
              </a:endParaRPr>
            </a:p>
          </p:txBody>
        </p:sp>
      </p:grpSp>
      <p:grpSp>
        <p:nvGrpSpPr>
          <p:cNvPr id="15" name="组合 14"/>
          <p:cNvGrpSpPr/>
          <p:nvPr/>
        </p:nvGrpSpPr>
        <p:grpSpPr>
          <a:xfrm>
            <a:off x="7642793" y="1563161"/>
            <a:ext cx="3193936" cy="4106100"/>
            <a:chOff x="6677593" y="1613961"/>
            <a:chExt cx="3193936" cy="4106100"/>
          </a:xfrm>
        </p:grpSpPr>
        <p:sp>
          <p:nvSpPr>
            <p:cNvPr id="55" name="矩形 3"/>
            <p:cNvSpPr>
              <a:spLocks noChangeArrowheads="1"/>
            </p:cNvSpPr>
            <p:nvPr/>
          </p:nvSpPr>
          <p:spPr bwMode="auto">
            <a:xfrm>
              <a:off x="6677593" y="1613961"/>
              <a:ext cx="2232025" cy="3689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p>
              <a:pPr algn="ctr" defTabSz="457200">
                <a:spcBef>
                  <a:spcPct val="0"/>
                </a:spcBef>
              </a:pPr>
              <a:r>
                <a:rPr lang="zh-CN" altLang="en-US" sz="2400" dirty="0">
                  <a:solidFill>
                    <a:schemeClr val="tx1">
                      <a:lumMod val="75000"/>
                      <a:lumOff val="25000"/>
                    </a:schemeClr>
                  </a:solidFill>
                  <a:latin typeface="阿里巴巴普惠体 B" panose="00020600040101010101" pitchFamily="18" charset="-122"/>
                  <a:ea typeface="阿里巴巴普惠体 B" panose="00020600040101010101" pitchFamily="18" charset="-122"/>
                  <a:cs typeface="阿里巴巴普惠体 B" panose="00020600040101010101" pitchFamily="18" charset="-122"/>
                  <a:sym typeface="+mn-lt"/>
                </a:rPr>
                <a:t>需求</a:t>
              </a:r>
              <a:r>
                <a:rPr lang="zh-CN" altLang="en-US" sz="2400" dirty="0">
                  <a:solidFill>
                    <a:schemeClr val="tx1">
                      <a:lumMod val="75000"/>
                      <a:lumOff val="25000"/>
                    </a:schemeClr>
                  </a:solidFill>
                  <a:latin typeface="阿里巴巴普惠体 B" panose="00020600040101010101" pitchFamily="18" charset="-122"/>
                  <a:ea typeface="阿里巴巴普惠体 B" panose="00020600040101010101" pitchFamily="18" charset="-122"/>
                  <a:cs typeface="阿里巴巴普惠体 B" panose="00020600040101010101" pitchFamily="18" charset="-122"/>
                  <a:sym typeface="+mn-lt"/>
                </a:rPr>
                <a:t>分析</a:t>
              </a:r>
              <a:endParaRPr lang="zh-CN" altLang="en-US" sz="2400" dirty="0">
                <a:solidFill>
                  <a:schemeClr val="tx1">
                    <a:lumMod val="75000"/>
                    <a:lumOff val="25000"/>
                  </a:schemeClr>
                </a:solidFill>
                <a:latin typeface="阿里巴巴普惠体 B" panose="00020600040101010101" pitchFamily="18" charset="-122"/>
                <a:ea typeface="阿里巴巴普惠体 B" panose="00020600040101010101" pitchFamily="18" charset="-122"/>
                <a:cs typeface="阿里巴巴普惠体 B" panose="00020600040101010101" pitchFamily="18" charset="-122"/>
                <a:sym typeface="+mn-lt"/>
              </a:endParaRPr>
            </a:p>
          </p:txBody>
        </p:sp>
        <p:sp>
          <p:nvSpPr>
            <p:cNvPr id="56" name="文本框 55"/>
            <p:cNvSpPr txBox="1"/>
            <p:nvPr/>
          </p:nvSpPr>
          <p:spPr>
            <a:xfrm>
              <a:off x="6904470" y="2026901"/>
              <a:ext cx="2967059" cy="3693160"/>
            </a:xfrm>
            <a:prstGeom prst="rect">
              <a:avLst/>
            </a:prstGeom>
            <a:noFill/>
          </p:spPr>
          <p:txBody>
            <a:bodyPr wrap="square" lIns="0" tIns="0" rIns="0" bIns="0">
              <a:spAutoFit/>
            </a:bodyPr>
            <a:lstStyle/>
            <a:p>
              <a:pPr marL="285750" indent="-285750" algn="l">
                <a:buFont typeface="Wingdings" panose="05000000000000000000" charset="0"/>
                <a:buChar char=""/>
              </a:pPr>
              <a:r>
                <a:rPr lang="zh-CN" altLang="en-US" sz="1600">
                  <a:latin typeface="汉仪中宋简" panose="02010600000101010101" charset="-122"/>
                  <a:ea typeface="汉仪中宋简" panose="02010600000101010101" charset="-122"/>
                  <a:cs typeface="汉仪中宋简" panose="02010600000101010101" charset="-122"/>
                  <a:sym typeface="Arial" panose="020B0604020202020204" pitchFamily="34" charset="0"/>
                </a:rPr>
                <a:t>人工智能成熟方案少，基于机器学习等人工智能方法的VTE风险评估预测方案较少</a:t>
              </a:r>
              <a:endParaRPr lang="zh-CN" altLang="en-US" sz="1600">
                <a:latin typeface="汉仪中宋简" panose="02010600000101010101" charset="-122"/>
                <a:ea typeface="汉仪中宋简" panose="02010600000101010101" charset="-122"/>
                <a:cs typeface="汉仪中宋简" panose="02010600000101010101" charset="-122"/>
                <a:sym typeface="Arial" panose="020B0604020202020204" pitchFamily="34" charset="0"/>
              </a:endParaRPr>
            </a:p>
            <a:p>
              <a:pPr marL="285750" indent="-285750" algn="l">
                <a:buFont typeface="Wingdings" panose="05000000000000000000" charset="0"/>
                <a:buChar char=""/>
              </a:pPr>
              <a:endParaRPr lang="zh-CN" altLang="en-US" sz="1600">
                <a:latin typeface="汉仪中宋简" panose="02010600000101010101" charset="-122"/>
                <a:ea typeface="汉仪中宋简" panose="02010600000101010101" charset="-122"/>
                <a:cs typeface="汉仪中宋简" panose="02010600000101010101" charset="-122"/>
                <a:sym typeface="Arial" panose="020B0604020202020204" pitchFamily="34" charset="0"/>
              </a:endParaRPr>
            </a:p>
            <a:p>
              <a:pPr marL="285750" indent="-285750" algn="l">
                <a:buFont typeface="Wingdings" panose="05000000000000000000" charset="0"/>
                <a:buChar char=""/>
              </a:pPr>
              <a:r>
                <a:rPr lang="zh-CN" altLang="en-US" sz="1600">
                  <a:latin typeface="汉仪中宋简" panose="02010600000101010101" charset="-122"/>
                  <a:ea typeface="汉仪中宋简" panose="02010600000101010101" charset="-122"/>
                  <a:cs typeface="汉仪中宋简" panose="02010600000101010101" charset="-122"/>
                  <a:sym typeface="Arial" panose="020B0604020202020204" pitchFamily="34" charset="0"/>
                </a:rPr>
                <a:t>患病影响因素多，无法准确归因。患者检查项、检查指标比较多，VTE影响因素众多</a:t>
              </a:r>
              <a:endParaRPr lang="zh-CN" altLang="en-US" sz="1600">
                <a:latin typeface="汉仪中宋简" panose="02010600000101010101" charset="-122"/>
                <a:ea typeface="汉仪中宋简" panose="02010600000101010101" charset="-122"/>
                <a:cs typeface="汉仪中宋简" panose="02010600000101010101" charset="-122"/>
                <a:sym typeface="Arial" panose="020B0604020202020204" pitchFamily="34" charset="0"/>
              </a:endParaRPr>
            </a:p>
            <a:p>
              <a:pPr marL="285750" indent="-285750" algn="l">
                <a:buFont typeface="Wingdings" panose="05000000000000000000" charset="0"/>
                <a:buChar char=""/>
              </a:pPr>
              <a:endParaRPr lang="zh-CN" altLang="en-US" sz="1600">
                <a:latin typeface="汉仪中宋简" panose="02010600000101010101" charset="-122"/>
                <a:ea typeface="汉仪中宋简" panose="02010600000101010101" charset="-122"/>
                <a:cs typeface="汉仪中宋简" panose="02010600000101010101" charset="-122"/>
                <a:sym typeface="Arial" panose="020B0604020202020204" pitchFamily="34" charset="0"/>
              </a:endParaRPr>
            </a:p>
            <a:p>
              <a:pPr marL="285750" indent="-285750" algn="l">
                <a:buFont typeface="Wingdings" panose="05000000000000000000" charset="0"/>
                <a:buChar char=""/>
              </a:pPr>
              <a:r>
                <a:rPr lang="zh-CN" altLang="en-US" sz="1600">
                  <a:latin typeface="汉仪中宋简" panose="02010600000101010101" charset="-122"/>
                  <a:ea typeface="汉仪中宋简" panose="02010600000101010101" charset="-122"/>
                  <a:cs typeface="汉仪中宋简" panose="02010600000101010101" charset="-122"/>
                  <a:sym typeface="Arial" panose="020B0604020202020204" pitchFamily="34" charset="0"/>
                </a:rPr>
                <a:t>现有的</a:t>
              </a:r>
              <a:r>
                <a:rPr lang="en-US" altLang="zh-CN" sz="1600">
                  <a:latin typeface="汉仪中宋简" panose="02010600000101010101" charset="-122"/>
                  <a:ea typeface="汉仪中宋简" panose="02010600000101010101" charset="-122"/>
                  <a:cs typeface="汉仪中宋简" panose="02010600000101010101" charset="-122"/>
                  <a:sym typeface="Arial" panose="020B0604020202020204" pitchFamily="34" charset="0"/>
                </a:rPr>
                <a:t>VTE</a:t>
              </a:r>
              <a:r>
                <a:rPr lang="zh-CN" altLang="en-US" sz="1600">
                  <a:latin typeface="汉仪中宋简" panose="02010600000101010101" charset="-122"/>
                  <a:ea typeface="汉仪中宋简" panose="02010600000101010101" charset="-122"/>
                  <a:cs typeface="汉仪中宋简" panose="02010600000101010101" charset="-122"/>
                  <a:sym typeface="Arial" panose="020B0604020202020204" pitchFamily="34" charset="0"/>
                </a:rPr>
                <a:t>数据质量差，存在异常数据、缺失数据等</a:t>
              </a:r>
              <a:endParaRPr lang="zh-CN" altLang="en-US" sz="1600">
                <a:latin typeface="汉仪中宋简" panose="02010600000101010101" charset="-122"/>
                <a:ea typeface="汉仪中宋简" panose="02010600000101010101" charset="-122"/>
                <a:cs typeface="汉仪中宋简" panose="02010600000101010101" charset="-122"/>
                <a:sym typeface="Arial" panose="020B0604020202020204" pitchFamily="34" charset="0"/>
              </a:endParaRPr>
            </a:p>
            <a:p>
              <a:pPr marL="285750" indent="-285750" algn="l">
                <a:buFont typeface="Wingdings" panose="05000000000000000000" charset="0"/>
                <a:buChar char=""/>
              </a:pPr>
              <a:endParaRPr lang="zh-CN" altLang="en-US" sz="1600">
                <a:latin typeface="汉仪中宋简" panose="02010600000101010101" charset="-122"/>
                <a:ea typeface="汉仪中宋简" panose="02010600000101010101" charset="-122"/>
                <a:cs typeface="汉仪中宋简" panose="02010600000101010101" charset="-122"/>
                <a:sym typeface="Arial" panose="020B0604020202020204" pitchFamily="34" charset="0"/>
              </a:endParaRPr>
            </a:p>
            <a:p>
              <a:pPr marL="285750" indent="-285750" algn="l">
                <a:buFont typeface="Wingdings" panose="05000000000000000000" charset="0"/>
                <a:buChar char=""/>
              </a:pPr>
              <a:r>
                <a:rPr lang="zh-CN" altLang="en-US" sz="1600">
                  <a:latin typeface="汉仪中宋简" panose="02010600000101010101" charset="-122"/>
                  <a:ea typeface="汉仪中宋简" panose="02010600000101010101" charset="-122"/>
                  <a:cs typeface="汉仪中宋简" panose="02010600000101010101" charset="-122"/>
                  <a:sym typeface="Arial" panose="020B0604020202020204" pitchFamily="34" charset="0"/>
                </a:rPr>
                <a:t>患者</a:t>
              </a:r>
              <a:r>
                <a:rPr lang="en-US" altLang="zh-CN" sz="1600">
                  <a:latin typeface="汉仪中宋简" panose="02010600000101010101" charset="-122"/>
                  <a:ea typeface="汉仪中宋简" panose="02010600000101010101" charset="-122"/>
                  <a:cs typeface="汉仪中宋简" panose="02010600000101010101" charset="-122"/>
                  <a:sym typeface="Arial" panose="020B0604020202020204" pitchFamily="34" charset="0"/>
                </a:rPr>
                <a:t>VTE</a:t>
              </a:r>
              <a:r>
                <a:rPr lang="zh-CN" altLang="en-US" sz="1600">
                  <a:latin typeface="汉仪中宋简" panose="02010600000101010101" charset="-122"/>
                  <a:ea typeface="汉仪中宋简" panose="02010600000101010101" charset="-122"/>
                  <a:cs typeface="汉仪中宋简" panose="02010600000101010101" charset="-122"/>
                  <a:sym typeface="Arial" panose="020B0604020202020204" pitchFamily="34" charset="0"/>
                </a:rPr>
                <a:t>数据时刻变化，需要持续监控，</a:t>
              </a:r>
              <a:r>
                <a:rPr lang="zh-CN" altLang="en-US" sz="1600" b="1">
                  <a:solidFill>
                    <a:schemeClr val="accent1">
                      <a:lumMod val="75000"/>
                    </a:schemeClr>
                  </a:solidFill>
                  <a:latin typeface="汉仪中宋简" panose="02010600000101010101" charset="-122"/>
                  <a:ea typeface="汉仪中宋简" panose="02010600000101010101" charset="-122"/>
                  <a:cs typeface="汉仪中宋简" panose="02010600000101010101" charset="-122"/>
                  <a:sym typeface="Arial" panose="020B0604020202020204" pitchFamily="34" charset="0"/>
                </a:rPr>
                <a:t>检查数据随时间变化存在变动，需要考虑检查指标变动带来的影响</a:t>
              </a:r>
              <a:endParaRPr lang="zh-CN" altLang="en-US" sz="1600" dirty="0">
                <a:solidFill>
                  <a:schemeClr val="tx1">
                    <a:lumMod val="75000"/>
                    <a:lumOff val="25000"/>
                  </a:schemeClr>
                </a:solidFill>
                <a:latin typeface="阿里巴巴普惠体 R" panose="00020600040101010101" pitchFamily="18" charset="-122"/>
                <a:ea typeface="阿里巴巴普惠体 R" panose="00020600040101010101" pitchFamily="18" charset="-122"/>
                <a:cs typeface="阿里巴巴普惠体 R" panose="00020600040101010101" pitchFamily="18" charset="-122"/>
                <a:sym typeface="+mn-lt"/>
              </a:endParaRPr>
            </a:p>
          </p:txBody>
        </p:sp>
      </p:grpSp>
      <p:sp>
        <p:nvSpPr>
          <p:cNvPr id="12" name="文本框 11"/>
          <p:cNvSpPr txBox="1"/>
          <p:nvPr/>
        </p:nvSpPr>
        <p:spPr>
          <a:xfrm>
            <a:off x="9031605" y="569557"/>
            <a:ext cx="2705562" cy="337185"/>
          </a:xfrm>
          <a:prstGeom prst="rect">
            <a:avLst/>
          </a:prstGeom>
          <a:noFill/>
        </p:spPr>
        <p:txBody>
          <a:bodyPr wrap="square" rtlCol="0">
            <a:spAutoFit/>
          </a:bodyPr>
          <a:lstStyle/>
          <a:p>
            <a:pPr algn="dist"/>
            <a:r>
              <a:rPr lang="zh-CN" altLang="en-US" sz="1600" b="1" dirty="0">
                <a:solidFill>
                  <a:schemeClr val="tx1"/>
                </a:solidFill>
                <a:latin typeface="思源黑体 CN Normal" panose="020B0400000000000000" pitchFamily="34" charset="-122"/>
                <a:ea typeface="思源黑体 CN Normal" panose="020B0400000000000000" pitchFamily="34" charset="-122"/>
                <a:cs typeface="+mn-ea"/>
                <a:sym typeface="+mn-lt"/>
              </a:rPr>
              <a:t>20</a:t>
            </a:r>
            <a:r>
              <a:rPr lang="en-US" altLang="zh-CN" sz="1600" b="1" dirty="0">
                <a:solidFill>
                  <a:schemeClr val="tx1"/>
                </a:solidFill>
                <a:latin typeface="思源黑体 CN Normal" panose="020B0400000000000000" pitchFamily="34" charset="-122"/>
                <a:ea typeface="思源黑体 CN Normal" panose="020B0400000000000000" pitchFamily="34" charset="-122"/>
                <a:cs typeface="+mn-ea"/>
                <a:sym typeface="+mn-lt"/>
              </a:rPr>
              <a:t>23Google</a:t>
            </a:r>
            <a:r>
              <a:rPr lang="zh-CN" altLang="en-US" sz="1600" b="1" dirty="0">
                <a:solidFill>
                  <a:schemeClr val="tx1"/>
                </a:solidFill>
                <a:latin typeface="思源黑体 CN Normal" panose="020B0400000000000000" pitchFamily="34" charset="-122"/>
                <a:ea typeface="思源黑体 CN Normal" panose="020B0400000000000000" pitchFamily="34" charset="-122"/>
                <a:cs typeface="+mn-ea"/>
                <a:sym typeface="+mn-lt"/>
              </a:rPr>
              <a:t>开发者大会</a:t>
            </a:r>
            <a:endParaRPr lang="zh-CN" altLang="en-US" sz="1600" b="1" dirty="0">
              <a:solidFill>
                <a:schemeClr val="tx1"/>
              </a:solidFill>
              <a:latin typeface="思源黑体 CN Normal" panose="020B0400000000000000" pitchFamily="34" charset="-122"/>
              <a:ea typeface="思源黑体 CN Normal" panose="020B0400000000000000" pitchFamily="34" charset="-122"/>
              <a:cs typeface="+mn-ea"/>
              <a:sym typeface="+mn-lt"/>
            </a:endParaRPr>
          </a:p>
        </p:txBody>
      </p:sp>
      <p:sp>
        <p:nvSpPr>
          <p:cNvPr id="17" name="ïŝľidê"/>
          <p:cNvSpPr/>
          <p:nvPr/>
        </p:nvSpPr>
        <p:spPr bwMode="auto">
          <a:xfrm>
            <a:off x="6982548" y="4838506"/>
            <a:ext cx="276178" cy="237026"/>
          </a:xfrm>
          <a:custGeom>
            <a:avLst/>
            <a:gdLst>
              <a:gd name="connsiteX0" fmla="*/ 231569 w 609272"/>
              <a:gd name="connsiteY0" fmla="*/ 280751 h 523426"/>
              <a:gd name="connsiteX1" fmla="*/ 251519 w 609272"/>
              <a:gd name="connsiteY1" fmla="*/ 311575 h 523426"/>
              <a:gd name="connsiteX2" fmla="*/ 278714 w 609272"/>
              <a:gd name="connsiteY2" fmla="*/ 349634 h 523426"/>
              <a:gd name="connsiteX3" fmla="*/ 37927 w 609272"/>
              <a:gd name="connsiteY3" fmla="*/ 467972 h 523426"/>
              <a:gd name="connsiteX4" fmla="*/ 37927 w 609272"/>
              <a:gd name="connsiteY4" fmla="*/ 389476 h 523426"/>
              <a:gd name="connsiteX5" fmla="*/ 186806 w 609272"/>
              <a:gd name="connsiteY5" fmla="*/ 339029 h 523426"/>
              <a:gd name="connsiteX6" fmla="*/ 231569 w 609272"/>
              <a:gd name="connsiteY6" fmla="*/ 280751 h 523426"/>
              <a:gd name="connsiteX7" fmla="*/ 54586 w 609272"/>
              <a:gd name="connsiteY7" fmla="*/ 54942 h 523426"/>
              <a:gd name="connsiteX8" fmla="*/ 291446 w 609272"/>
              <a:gd name="connsiteY8" fmla="*/ 191046 h 523426"/>
              <a:gd name="connsiteX9" fmla="*/ 299090 w 609272"/>
              <a:gd name="connsiteY9" fmla="*/ 202050 h 523426"/>
              <a:gd name="connsiteX10" fmla="*/ 337607 w 609272"/>
              <a:gd name="connsiteY10" fmla="*/ 261725 h 523426"/>
              <a:gd name="connsiteX11" fmla="*/ 382874 w 609272"/>
              <a:gd name="connsiteY11" fmla="*/ 319121 h 523426"/>
              <a:gd name="connsiteX12" fmla="*/ 485123 w 609272"/>
              <a:gd name="connsiteY12" fmla="*/ 366604 h 523426"/>
              <a:gd name="connsiteX13" fmla="*/ 477975 w 609272"/>
              <a:gd name="connsiteY13" fmla="*/ 357980 h 523426"/>
              <a:gd name="connsiteX14" fmla="*/ 477975 w 609272"/>
              <a:gd name="connsiteY14" fmla="*/ 302468 h 523426"/>
              <a:gd name="connsiteX15" fmla="*/ 507062 w 609272"/>
              <a:gd name="connsiteY15" fmla="*/ 290969 h 523426"/>
              <a:gd name="connsiteX16" fmla="*/ 533567 w 609272"/>
              <a:gd name="connsiteY16" fmla="*/ 302468 h 523426"/>
              <a:gd name="connsiteX17" fmla="*/ 596505 w 609272"/>
              <a:gd name="connsiteY17" fmla="*/ 378995 h 523426"/>
              <a:gd name="connsiteX18" fmla="*/ 598490 w 609272"/>
              <a:gd name="connsiteY18" fmla="*/ 434507 h 523426"/>
              <a:gd name="connsiteX19" fmla="*/ 527710 w 609272"/>
              <a:gd name="connsiteY19" fmla="*/ 511035 h 523426"/>
              <a:gd name="connsiteX20" fmla="*/ 501602 w 609272"/>
              <a:gd name="connsiteY20" fmla="*/ 523426 h 523426"/>
              <a:gd name="connsiteX21" fmla="*/ 472118 w 609272"/>
              <a:gd name="connsiteY21" fmla="*/ 455523 h 523426"/>
              <a:gd name="connsiteX22" fmla="*/ 481251 w 609272"/>
              <a:gd name="connsiteY22" fmla="*/ 445610 h 523426"/>
              <a:gd name="connsiteX23" fmla="*/ 371160 w 609272"/>
              <a:gd name="connsiteY23" fmla="*/ 410816 h 523426"/>
              <a:gd name="connsiteX24" fmla="*/ 291446 w 609272"/>
              <a:gd name="connsiteY24" fmla="*/ 332405 h 523426"/>
              <a:gd name="connsiteX25" fmla="*/ 268713 w 609272"/>
              <a:gd name="connsiteY25" fmla="*/ 300088 h 523426"/>
              <a:gd name="connsiteX26" fmla="*/ 243895 w 609272"/>
              <a:gd name="connsiteY26" fmla="*/ 261725 h 523426"/>
              <a:gd name="connsiteX27" fmla="*/ 186814 w 609272"/>
              <a:gd name="connsiteY27" fmla="*/ 184405 h 523426"/>
              <a:gd name="connsiteX28" fmla="*/ 54188 w 609272"/>
              <a:gd name="connsiteY28" fmla="*/ 133452 h 523426"/>
              <a:gd name="connsiteX29" fmla="*/ 37908 w 609272"/>
              <a:gd name="connsiteY29" fmla="*/ 133849 h 523426"/>
              <a:gd name="connsiteX30" fmla="*/ 35526 w 609272"/>
              <a:gd name="connsiteY30" fmla="*/ 133948 h 523426"/>
              <a:gd name="connsiteX31" fmla="*/ 37908 w 609272"/>
              <a:gd name="connsiteY31" fmla="*/ 55339 h 523426"/>
              <a:gd name="connsiteX32" fmla="*/ 54586 w 609272"/>
              <a:gd name="connsiteY32" fmla="*/ 54942 h 523426"/>
              <a:gd name="connsiteX33" fmla="*/ 499664 w 609272"/>
              <a:gd name="connsiteY33" fmla="*/ 55 h 523426"/>
              <a:gd name="connsiteX34" fmla="*/ 527712 w 609272"/>
              <a:gd name="connsiteY34" fmla="*/ 12333 h 523426"/>
              <a:gd name="connsiteX35" fmla="*/ 598490 w 609272"/>
              <a:gd name="connsiteY35" fmla="*/ 88858 h 523426"/>
              <a:gd name="connsiteX36" fmla="*/ 596505 w 609272"/>
              <a:gd name="connsiteY36" fmla="*/ 144467 h 523426"/>
              <a:gd name="connsiteX37" fmla="*/ 533568 w 609272"/>
              <a:gd name="connsiteY37" fmla="*/ 220992 h 523426"/>
              <a:gd name="connsiteX38" fmla="*/ 477978 w 609272"/>
              <a:gd name="connsiteY38" fmla="*/ 220992 h 523426"/>
              <a:gd name="connsiteX39" fmla="*/ 477978 w 609272"/>
              <a:gd name="connsiteY39" fmla="*/ 165383 h 523426"/>
              <a:gd name="connsiteX40" fmla="*/ 485125 w 609272"/>
              <a:gd name="connsiteY40" fmla="*/ 156759 h 523426"/>
              <a:gd name="connsiteX41" fmla="*/ 382878 w 609272"/>
              <a:gd name="connsiteY41" fmla="*/ 204240 h 523426"/>
              <a:gd name="connsiteX42" fmla="*/ 350318 w 609272"/>
              <a:gd name="connsiteY42" fmla="*/ 243493 h 523426"/>
              <a:gd name="connsiteX43" fmla="*/ 334037 w 609272"/>
              <a:gd name="connsiteY43" fmla="*/ 218315 h 523426"/>
              <a:gd name="connsiteX44" fmla="*/ 316268 w 609272"/>
              <a:gd name="connsiteY44" fmla="*/ 190759 h 523426"/>
              <a:gd name="connsiteX45" fmla="*/ 304753 w 609272"/>
              <a:gd name="connsiteY45" fmla="*/ 174106 h 523426"/>
              <a:gd name="connsiteX46" fmla="*/ 371164 w 609272"/>
              <a:gd name="connsiteY46" fmla="*/ 112648 h 523426"/>
              <a:gd name="connsiteX47" fmla="*/ 481254 w 609272"/>
              <a:gd name="connsiteY47" fmla="*/ 77756 h 523426"/>
              <a:gd name="connsiteX48" fmla="*/ 472121 w 609272"/>
              <a:gd name="connsiteY48" fmla="*/ 67843 h 523426"/>
              <a:gd name="connsiteX49" fmla="*/ 499664 w 609272"/>
              <a:gd name="connsiteY49" fmla="*/ 55 h 5234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Lst>
            <a:rect l="l" t="t" r="r" b="b"/>
            <a:pathLst>
              <a:path w="609272" h="523426">
                <a:moveTo>
                  <a:pt x="231569" y="280751"/>
                </a:moveTo>
                <a:cubicBezTo>
                  <a:pt x="238020" y="290960"/>
                  <a:pt x="244670" y="301366"/>
                  <a:pt x="251519" y="311575"/>
                </a:cubicBezTo>
                <a:cubicBezTo>
                  <a:pt x="259757" y="323964"/>
                  <a:pt x="268888" y="336848"/>
                  <a:pt x="278714" y="349634"/>
                </a:cubicBezTo>
                <a:cubicBezTo>
                  <a:pt x="219063" y="427535"/>
                  <a:pt x="144028" y="473324"/>
                  <a:pt x="37927" y="467972"/>
                </a:cubicBezTo>
                <a:cubicBezTo>
                  <a:pt x="-12493" y="465395"/>
                  <a:pt x="-12791" y="386899"/>
                  <a:pt x="37927" y="389476"/>
                </a:cubicBezTo>
                <a:cubicBezTo>
                  <a:pt x="94402" y="392350"/>
                  <a:pt x="146708" y="381151"/>
                  <a:pt x="186806" y="339029"/>
                </a:cubicBezTo>
                <a:cubicBezTo>
                  <a:pt x="203878" y="321089"/>
                  <a:pt x="218170" y="301267"/>
                  <a:pt x="231569" y="280751"/>
                </a:cubicBezTo>
                <a:close/>
                <a:moveTo>
                  <a:pt x="54586" y="54942"/>
                </a:moveTo>
                <a:cubicBezTo>
                  <a:pt x="159416" y="54942"/>
                  <a:pt x="232777" y="106985"/>
                  <a:pt x="291446" y="191046"/>
                </a:cubicBezTo>
                <a:cubicBezTo>
                  <a:pt x="294027" y="194714"/>
                  <a:pt x="296508" y="198283"/>
                  <a:pt x="299090" y="202050"/>
                </a:cubicBezTo>
                <a:cubicBezTo>
                  <a:pt x="312094" y="221876"/>
                  <a:pt x="324503" y="242098"/>
                  <a:pt x="337607" y="261725"/>
                </a:cubicBezTo>
                <a:cubicBezTo>
                  <a:pt x="351207" y="281948"/>
                  <a:pt x="365700" y="301476"/>
                  <a:pt x="382874" y="319121"/>
                </a:cubicBezTo>
                <a:cubicBezTo>
                  <a:pt x="413052" y="350248"/>
                  <a:pt x="447400" y="363035"/>
                  <a:pt x="485123" y="366604"/>
                </a:cubicBezTo>
                <a:cubicBezTo>
                  <a:pt x="482740" y="363729"/>
                  <a:pt x="480457" y="360855"/>
                  <a:pt x="477975" y="357980"/>
                </a:cubicBezTo>
                <a:cubicBezTo>
                  <a:pt x="464177" y="341624"/>
                  <a:pt x="461894" y="318526"/>
                  <a:pt x="477975" y="302468"/>
                </a:cubicBezTo>
                <a:cubicBezTo>
                  <a:pt x="485321" y="295132"/>
                  <a:pt x="496341" y="290969"/>
                  <a:pt x="507062" y="290969"/>
                </a:cubicBezTo>
                <a:cubicBezTo>
                  <a:pt x="517088" y="290969"/>
                  <a:pt x="526916" y="294537"/>
                  <a:pt x="533567" y="302468"/>
                </a:cubicBezTo>
                <a:cubicBezTo>
                  <a:pt x="554910" y="327646"/>
                  <a:pt x="575162" y="353717"/>
                  <a:pt x="596505" y="378995"/>
                </a:cubicBezTo>
                <a:cubicBezTo>
                  <a:pt x="610303" y="392873"/>
                  <a:pt x="615664" y="415970"/>
                  <a:pt x="598490" y="434507"/>
                </a:cubicBezTo>
                <a:lnTo>
                  <a:pt x="527710" y="511035"/>
                </a:lnTo>
                <a:cubicBezTo>
                  <a:pt x="519669" y="519758"/>
                  <a:pt x="510437" y="523426"/>
                  <a:pt x="501602" y="523426"/>
                </a:cubicBezTo>
                <a:cubicBezTo>
                  <a:pt x="472218" y="523426"/>
                  <a:pt x="445812" y="484072"/>
                  <a:pt x="472118" y="455523"/>
                </a:cubicBezTo>
                <a:lnTo>
                  <a:pt x="481251" y="445610"/>
                </a:lnTo>
                <a:cubicBezTo>
                  <a:pt x="442635" y="442834"/>
                  <a:pt x="405508" y="433021"/>
                  <a:pt x="371160" y="410816"/>
                </a:cubicBezTo>
                <a:cubicBezTo>
                  <a:pt x="339493" y="390197"/>
                  <a:pt x="313980" y="362441"/>
                  <a:pt x="291446" y="332405"/>
                </a:cubicBezTo>
                <a:cubicBezTo>
                  <a:pt x="283504" y="321798"/>
                  <a:pt x="275959" y="310993"/>
                  <a:pt x="268713" y="300088"/>
                </a:cubicBezTo>
                <a:cubicBezTo>
                  <a:pt x="260175" y="287499"/>
                  <a:pt x="252134" y="274513"/>
                  <a:pt x="243895" y="261725"/>
                </a:cubicBezTo>
                <a:cubicBezTo>
                  <a:pt x="226721" y="234564"/>
                  <a:pt x="209150" y="207799"/>
                  <a:pt x="186814" y="184405"/>
                </a:cubicBezTo>
                <a:cubicBezTo>
                  <a:pt x="150580" y="146240"/>
                  <a:pt x="104420" y="133452"/>
                  <a:pt x="54188" y="133452"/>
                </a:cubicBezTo>
                <a:cubicBezTo>
                  <a:pt x="48729" y="133452"/>
                  <a:pt x="43368" y="133651"/>
                  <a:pt x="37908" y="133849"/>
                </a:cubicBezTo>
                <a:cubicBezTo>
                  <a:pt x="37114" y="133948"/>
                  <a:pt x="36320" y="133948"/>
                  <a:pt x="35526" y="133948"/>
                </a:cubicBezTo>
                <a:cubicBezTo>
                  <a:pt x="-12720" y="133948"/>
                  <a:pt x="-11727" y="57916"/>
                  <a:pt x="37908" y="55339"/>
                </a:cubicBezTo>
                <a:cubicBezTo>
                  <a:pt x="43567" y="55041"/>
                  <a:pt x="49126" y="54942"/>
                  <a:pt x="54586" y="54942"/>
                </a:cubicBezTo>
                <a:close/>
                <a:moveTo>
                  <a:pt x="499664" y="55"/>
                </a:moveTo>
                <a:cubicBezTo>
                  <a:pt x="509173" y="-498"/>
                  <a:pt x="519100" y="3015"/>
                  <a:pt x="527712" y="12333"/>
                </a:cubicBezTo>
                <a:lnTo>
                  <a:pt x="598490" y="88858"/>
                </a:lnTo>
                <a:cubicBezTo>
                  <a:pt x="615664" y="107394"/>
                  <a:pt x="610303" y="130590"/>
                  <a:pt x="596505" y="144467"/>
                </a:cubicBezTo>
                <a:cubicBezTo>
                  <a:pt x="575162" y="169645"/>
                  <a:pt x="554911" y="195715"/>
                  <a:pt x="533568" y="220992"/>
                </a:cubicBezTo>
                <a:cubicBezTo>
                  <a:pt x="519770" y="237347"/>
                  <a:pt x="492173" y="235068"/>
                  <a:pt x="477978" y="220992"/>
                </a:cubicBezTo>
                <a:cubicBezTo>
                  <a:pt x="461896" y="204834"/>
                  <a:pt x="464179" y="181837"/>
                  <a:pt x="477978" y="165383"/>
                </a:cubicBezTo>
                <a:cubicBezTo>
                  <a:pt x="480360" y="162607"/>
                  <a:pt x="482743" y="159633"/>
                  <a:pt x="485125" y="156759"/>
                </a:cubicBezTo>
                <a:cubicBezTo>
                  <a:pt x="447403" y="160327"/>
                  <a:pt x="413056" y="173114"/>
                  <a:pt x="382878" y="204240"/>
                </a:cubicBezTo>
                <a:cubicBezTo>
                  <a:pt x="370866" y="216531"/>
                  <a:pt x="360244" y="229814"/>
                  <a:pt x="350318" y="243493"/>
                </a:cubicBezTo>
                <a:cubicBezTo>
                  <a:pt x="344858" y="235266"/>
                  <a:pt x="339497" y="226840"/>
                  <a:pt x="334037" y="218315"/>
                </a:cubicBezTo>
                <a:cubicBezTo>
                  <a:pt x="328280" y="209295"/>
                  <a:pt x="322324" y="199878"/>
                  <a:pt x="316268" y="190759"/>
                </a:cubicBezTo>
                <a:cubicBezTo>
                  <a:pt x="312496" y="185009"/>
                  <a:pt x="308624" y="179458"/>
                  <a:pt x="304753" y="174106"/>
                </a:cubicBezTo>
                <a:cubicBezTo>
                  <a:pt x="324011" y="150613"/>
                  <a:pt x="345553" y="129301"/>
                  <a:pt x="371164" y="112648"/>
                </a:cubicBezTo>
                <a:cubicBezTo>
                  <a:pt x="405511" y="90345"/>
                  <a:pt x="442638" y="80531"/>
                  <a:pt x="481254" y="77756"/>
                </a:cubicBezTo>
                <a:lnTo>
                  <a:pt x="472121" y="67843"/>
                </a:lnTo>
                <a:cubicBezTo>
                  <a:pt x="446361" y="39964"/>
                  <a:pt x="471134" y="1714"/>
                  <a:pt x="499664" y="55"/>
                </a:cubicBezTo>
                <a:close/>
              </a:path>
            </a:pathLst>
          </a:custGeom>
          <a:solidFill>
            <a:srgbClr val="13245C"/>
          </a:solidFill>
          <a:ln w="0">
            <a:noFill/>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endParaRPr lang="zh-CN" altLang="en-US" sz="2000">
              <a:solidFill>
                <a:schemeClr val="bg1"/>
              </a:solidFill>
              <a:cs typeface="+mn-ea"/>
              <a:sym typeface="+mn-lt"/>
            </a:endParaRPr>
          </a:p>
        </p:txBody>
      </p:sp>
    </p:spTree>
  </p:cSld>
  <p:clrMapOvr>
    <a:masterClrMapping/>
  </p:clrMapOvr>
  <mc:AlternateContent xmlns:mc="http://schemas.openxmlformats.org/markup-compatibility/2006">
    <mc:Choice xmlns:p14="http://schemas.microsoft.com/office/powerpoint/2010/main" Requires="p14">
      <p:transition spd="slow" p14:dur="1600" advTm="5000">
        <p14:prism isInverted="1"/>
      </p:transition>
    </mc:Choice>
    <mc:Fallback>
      <p:transition spd="slow" advTm="5000">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4" fill="hold" grpId="0" nodeType="afterEffect">
                                  <p:stCondLst>
                                    <p:cond delay="0"/>
                                  </p:stCondLst>
                                  <p:childTnLst>
                                    <p:set>
                                      <p:cBhvr>
                                        <p:cTn id="6" dur="1" fill="hold">
                                          <p:stCondLst>
                                            <p:cond delay="0"/>
                                          </p:stCondLst>
                                        </p:cTn>
                                        <p:tgtEl>
                                          <p:spTgt spid="25"/>
                                        </p:tgtEl>
                                        <p:attrNameLst>
                                          <p:attrName>style.visibility</p:attrName>
                                        </p:attrNameLst>
                                      </p:cBhvr>
                                      <p:to>
                                        <p:strVal val="visible"/>
                                      </p:to>
                                    </p:set>
                                    <p:animEffect transition="in" filter="wipe(down)">
                                      <p:cBhvr>
                                        <p:cTn id="7" dur="500"/>
                                        <p:tgtEl>
                                          <p:spTgt spid="25"/>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nodeType="clickEffect">
                                  <p:stCondLst>
                                    <p:cond delay="0"/>
                                  </p:stCondLst>
                                  <p:childTnLst>
                                    <p:set>
                                      <p:cBhvr>
                                        <p:cTn id="11" dur="1" fill="hold">
                                          <p:stCondLst>
                                            <p:cond delay="0"/>
                                          </p:stCondLst>
                                        </p:cTn>
                                        <p:tgtEl>
                                          <p:spTgt spid="14"/>
                                        </p:tgtEl>
                                        <p:attrNameLst>
                                          <p:attrName>style.visibility</p:attrName>
                                        </p:attrNameLst>
                                      </p:cBhvr>
                                      <p:to>
                                        <p:strVal val="visible"/>
                                      </p:to>
                                    </p:set>
                                    <p:animEffect transition="in" filter="wipe(down)">
                                      <p:cBhvr>
                                        <p:cTn id="12" dur="500"/>
                                        <p:tgtEl>
                                          <p:spTgt spid="14"/>
                                        </p:tgtEl>
                                      </p:cBhvr>
                                    </p:animEffect>
                                  </p:childTnLst>
                                </p:cTn>
                              </p:par>
                            </p:childTnLst>
                          </p:cTn>
                        </p:par>
                        <p:par>
                          <p:cTn id="13" fill="hold">
                            <p:stCondLst>
                              <p:cond delay="500"/>
                            </p:stCondLst>
                            <p:childTnLst>
                              <p:par>
                                <p:cTn id="14" presetID="22" presetClass="entr" presetSubtype="4" fill="hold" nodeType="afterEffect">
                                  <p:stCondLst>
                                    <p:cond delay="0"/>
                                  </p:stCondLst>
                                  <p:childTnLst>
                                    <p:set>
                                      <p:cBhvr>
                                        <p:cTn id="15" dur="1" fill="hold">
                                          <p:stCondLst>
                                            <p:cond delay="0"/>
                                          </p:stCondLst>
                                        </p:cTn>
                                        <p:tgtEl>
                                          <p:spTgt spid="15"/>
                                        </p:tgtEl>
                                        <p:attrNameLst>
                                          <p:attrName>style.visibility</p:attrName>
                                        </p:attrNameLst>
                                      </p:cBhvr>
                                      <p:to>
                                        <p:strVal val="visible"/>
                                      </p:to>
                                    </p:set>
                                    <p:animEffect transition="in" filter="wipe(down)">
                                      <p:cBhvr>
                                        <p:cTn id="16" dur="5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 grpId="0" bldLvl="0" animBg="1"/>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8" name="组合 7"/>
          <p:cNvGrpSpPr/>
          <p:nvPr/>
        </p:nvGrpSpPr>
        <p:grpSpPr>
          <a:xfrm>
            <a:off x="-698500" y="-582990"/>
            <a:ext cx="13589000" cy="8023980"/>
            <a:chOff x="-863600" y="-584200"/>
            <a:chExt cx="13335000" cy="7874000"/>
          </a:xfrm>
          <a:solidFill>
            <a:srgbClr val="E6E6E6"/>
          </a:solidFill>
        </p:grpSpPr>
        <p:grpSp>
          <p:nvGrpSpPr>
            <p:cNvPr id="4" name="组合 3"/>
            <p:cNvGrpSpPr/>
            <p:nvPr/>
          </p:nvGrpSpPr>
          <p:grpSpPr>
            <a:xfrm>
              <a:off x="-863600" y="-584200"/>
              <a:ext cx="165100" cy="7874000"/>
              <a:chOff x="-863600" y="-584200"/>
              <a:chExt cx="165100" cy="7874000"/>
            </a:xfrm>
            <a:grpFill/>
          </p:grpSpPr>
          <p:sp>
            <p:nvSpPr>
              <p:cNvPr id="2" name="椭圆 1"/>
              <p:cNvSpPr/>
              <p:nvPr/>
            </p:nvSpPr>
            <p:spPr>
              <a:xfrm>
                <a:off x="-863600" y="-584200"/>
                <a:ext cx="165100" cy="165100"/>
              </a:xfrm>
              <a:prstGeom prst="ellipse">
                <a:avLst/>
              </a:prstGeom>
              <a:grp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椭圆 2"/>
              <p:cNvSpPr/>
              <p:nvPr/>
            </p:nvSpPr>
            <p:spPr>
              <a:xfrm>
                <a:off x="-863600" y="7124700"/>
                <a:ext cx="165100" cy="165100"/>
              </a:xfrm>
              <a:prstGeom prst="ellipse">
                <a:avLst/>
              </a:prstGeom>
              <a:grp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5" name="组合 4"/>
            <p:cNvGrpSpPr/>
            <p:nvPr/>
          </p:nvGrpSpPr>
          <p:grpSpPr>
            <a:xfrm>
              <a:off x="12306300" y="-584200"/>
              <a:ext cx="165100" cy="7874000"/>
              <a:chOff x="-863600" y="-584200"/>
              <a:chExt cx="165100" cy="7874000"/>
            </a:xfrm>
            <a:grpFill/>
          </p:grpSpPr>
          <p:sp>
            <p:nvSpPr>
              <p:cNvPr id="6" name="椭圆 5"/>
              <p:cNvSpPr/>
              <p:nvPr/>
            </p:nvSpPr>
            <p:spPr>
              <a:xfrm>
                <a:off x="-863600" y="-584200"/>
                <a:ext cx="165100" cy="165100"/>
              </a:xfrm>
              <a:prstGeom prst="ellipse">
                <a:avLst/>
              </a:prstGeom>
              <a:grp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椭圆 6"/>
              <p:cNvSpPr/>
              <p:nvPr/>
            </p:nvSpPr>
            <p:spPr>
              <a:xfrm>
                <a:off x="-863600" y="7124700"/>
                <a:ext cx="165100" cy="165100"/>
              </a:xfrm>
              <a:prstGeom prst="ellipse">
                <a:avLst/>
              </a:prstGeom>
              <a:grp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sp>
        <p:nvSpPr>
          <p:cNvPr id="25" name="任意多边形: 形状 24"/>
          <p:cNvSpPr/>
          <p:nvPr/>
        </p:nvSpPr>
        <p:spPr>
          <a:xfrm>
            <a:off x="11401426" y="4951095"/>
            <a:ext cx="396593" cy="816428"/>
          </a:xfrm>
          <a:custGeom>
            <a:avLst/>
            <a:gdLst>
              <a:gd name="connsiteX0" fmla="*/ 452944 w 477264"/>
              <a:gd name="connsiteY0" fmla="*/ 933858 h 982498"/>
              <a:gd name="connsiteX1" fmla="*/ 477264 w 477264"/>
              <a:gd name="connsiteY1" fmla="*/ 958178 h 982498"/>
              <a:gd name="connsiteX2" fmla="*/ 452944 w 477264"/>
              <a:gd name="connsiteY2" fmla="*/ 982498 h 982498"/>
              <a:gd name="connsiteX3" fmla="*/ 428624 w 477264"/>
              <a:gd name="connsiteY3" fmla="*/ 958178 h 982498"/>
              <a:gd name="connsiteX4" fmla="*/ 452944 w 477264"/>
              <a:gd name="connsiteY4" fmla="*/ 933858 h 982498"/>
              <a:gd name="connsiteX5" fmla="*/ 345788 w 477264"/>
              <a:gd name="connsiteY5" fmla="*/ 933858 h 982498"/>
              <a:gd name="connsiteX6" fmla="*/ 370108 w 477264"/>
              <a:gd name="connsiteY6" fmla="*/ 958178 h 982498"/>
              <a:gd name="connsiteX7" fmla="*/ 345788 w 477264"/>
              <a:gd name="connsiteY7" fmla="*/ 982498 h 982498"/>
              <a:gd name="connsiteX8" fmla="*/ 321468 w 477264"/>
              <a:gd name="connsiteY8" fmla="*/ 958178 h 982498"/>
              <a:gd name="connsiteX9" fmla="*/ 345788 w 477264"/>
              <a:gd name="connsiteY9" fmla="*/ 933858 h 982498"/>
              <a:gd name="connsiteX10" fmla="*/ 238632 w 477264"/>
              <a:gd name="connsiteY10" fmla="*/ 933858 h 982498"/>
              <a:gd name="connsiteX11" fmla="*/ 262952 w 477264"/>
              <a:gd name="connsiteY11" fmla="*/ 958178 h 982498"/>
              <a:gd name="connsiteX12" fmla="*/ 238632 w 477264"/>
              <a:gd name="connsiteY12" fmla="*/ 982498 h 982498"/>
              <a:gd name="connsiteX13" fmla="*/ 214312 w 477264"/>
              <a:gd name="connsiteY13" fmla="*/ 958178 h 982498"/>
              <a:gd name="connsiteX14" fmla="*/ 238632 w 477264"/>
              <a:gd name="connsiteY14" fmla="*/ 933858 h 982498"/>
              <a:gd name="connsiteX15" fmla="*/ 131476 w 477264"/>
              <a:gd name="connsiteY15" fmla="*/ 933858 h 982498"/>
              <a:gd name="connsiteX16" fmla="*/ 155796 w 477264"/>
              <a:gd name="connsiteY16" fmla="*/ 958178 h 982498"/>
              <a:gd name="connsiteX17" fmla="*/ 131476 w 477264"/>
              <a:gd name="connsiteY17" fmla="*/ 982498 h 982498"/>
              <a:gd name="connsiteX18" fmla="*/ 107156 w 477264"/>
              <a:gd name="connsiteY18" fmla="*/ 958178 h 982498"/>
              <a:gd name="connsiteX19" fmla="*/ 131476 w 477264"/>
              <a:gd name="connsiteY19" fmla="*/ 933858 h 982498"/>
              <a:gd name="connsiteX20" fmla="*/ 24320 w 477264"/>
              <a:gd name="connsiteY20" fmla="*/ 933858 h 982498"/>
              <a:gd name="connsiteX21" fmla="*/ 48640 w 477264"/>
              <a:gd name="connsiteY21" fmla="*/ 958178 h 982498"/>
              <a:gd name="connsiteX22" fmla="*/ 24320 w 477264"/>
              <a:gd name="connsiteY22" fmla="*/ 982498 h 982498"/>
              <a:gd name="connsiteX23" fmla="*/ 0 w 477264"/>
              <a:gd name="connsiteY23" fmla="*/ 958178 h 982498"/>
              <a:gd name="connsiteX24" fmla="*/ 24320 w 477264"/>
              <a:gd name="connsiteY24" fmla="*/ 933858 h 982498"/>
              <a:gd name="connsiteX25" fmla="*/ 452944 w 477264"/>
              <a:gd name="connsiteY25" fmla="*/ 778215 h 982498"/>
              <a:gd name="connsiteX26" fmla="*/ 477264 w 477264"/>
              <a:gd name="connsiteY26" fmla="*/ 802535 h 982498"/>
              <a:gd name="connsiteX27" fmla="*/ 452944 w 477264"/>
              <a:gd name="connsiteY27" fmla="*/ 826855 h 982498"/>
              <a:gd name="connsiteX28" fmla="*/ 428624 w 477264"/>
              <a:gd name="connsiteY28" fmla="*/ 802535 h 982498"/>
              <a:gd name="connsiteX29" fmla="*/ 452944 w 477264"/>
              <a:gd name="connsiteY29" fmla="*/ 778215 h 982498"/>
              <a:gd name="connsiteX30" fmla="*/ 345788 w 477264"/>
              <a:gd name="connsiteY30" fmla="*/ 778215 h 982498"/>
              <a:gd name="connsiteX31" fmla="*/ 370108 w 477264"/>
              <a:gd name="connsiteY31" fmla="*/ 802535 h 982498"/>
              <a:gd name="connsiteX32" fmla="*/ 345788 w 477264"/>
              <a:gd name="connsiteY32" fmla="*/ 826855 h 982498"/>
              <a:gd name="connsiteX33" fmla="*/ 321468 w 477264"/>
              <a:gd name="connsiteY33" fmla="*/ 802535 h 982498"/>
              <a:gd name="connsiteX34" fmla="*/ 345788 w 477264"/>
              <a:gd name="connsiteY34" fmla="*/ 778215 h 982498"/>
              <a:gd name="connsiteX35" fmla="*/ 238632 w 477264"/>
              <a:gd name="connsiteY35" fmla="*/ 778215 h 982498"/>
              <a:gd name="connsiteX36" fmla="*/ 262952 w 477264"/>
              <a:gd name="connsiteY36" fmla="*/ 802535 h 982498"/>
              <a:gd name="connsiteX37" fmla="*/ 238632 w 477264"/>
              <a:gd name="connsiteY37" fmla="*/ 826855 h 982498"/>
              <a:gd name="connsiteX38" fmla="*/ 214312 w 477264"/>
              <a:gd name="connsiteY38" fmla="*/ 802535 h 982498"/>
              <a:gd name="connsiteX39" fmla="*/ 238632 w 477264"/>
              <a:gd name="connsiteY39" fmla="*/ 778215 h 982498"/>
              <a:gd name="connsiteX40" fmla="*/ 131476 w 477264"/>
              <a:gd name="connsiteY40" fmla="*/ 778215 h 982498"/>
              <a:gd name="connsiteX41" fmla="*/ 155796 w 477264"/>
              <a:gd name="connsiteY41" fmla="*/ 802535 h 982498"/>
              <a:gd name="connsiteX42" fmla="*/ 131476 w 477264"/>
              <a:gd name="connsiteY42" fmla="*/ 826855 h 982498"/>
              <a:gd name="connsiteX43" fmla="*/ 107156 w 477264"/>
              <a:gd name="connsiteY43" fmla="*/ 802535 h 982498"/>
              <a:gd name="connsiteX44" fmla="*/ 131476 w 477264"/>
              <a:gd name="connsiteY44" fmla="*/ 778215 h 982498"/>
              <a:gd name="connsiteX45" fmla="*/ 24320 w 477264"/>
              <a:gd name="connsiteY45" fmla="*/ 778215 h 982498"/>
              <a:gd name="connsiteX46" fmla="*/ 48640 w 477264"/>
              <a:gd name="connsiteY46" fmla="*/ 802535 h 982498"/>
              <a:gd name="connsiteX47" fmla="*/ 24320 w 477264"/>
              <a:gd name="connsiteY47" fmla="*/ 826855 h 982498"/>
              <a:gd name="connsiteX48" fmla="*/ 0 w 477264"/>
              <a:gd name="connsiteY48" fmla="*/ 802535 h 982498"/>
              <a:gd name="connsiteX49" fmla="*/ 24320 w 477264"/>
              <a:gd name="connsiteY49" fmla="*/ 778215 h 982498"/>
              <a:gd name="connsiteX50" fmla="*/ 452944 w 477264"/>
              <a:gd name="connsiteY50" fmla="*/ 622572 h 982498"/>
              <a:gd name="connsiteX51" fmla="*/ 477264 w 477264"/>
              <a:gd name="connsiteY51" fmla="*/ 646892 h 982498"/>
              <a:gd name="connsiteX52" fmla="*/ 452944 w 477264"/>
              <a:gd name="connsiteY52" fmla="*/ 671212 h 982498"/>
              <a:gd name="connsiteX53" fmla="*/ 428624 w 477264"/>
              <a:gd name="connsiteY53" fmla="*/ 646892 h 982498"/>
              <a:gd name="connsiteX54" fmla="*/ 452944 w 477264"/>
              <a:gd name="connsiteY54" fmla="*/ 622572 h 982498"/>
              <a:gd name="connsiteX55" fmla="*/ 345788 w 477264"/>
              <a:gd name="connsiteY55" fmla="*/ 622572 h 982498"/>
              <a:gd name="connsiteX56" fmla="*/ 370108 w 477264"/>
              <a:gd name="connsiteY56" fmla="*/ 646892 h 982498"/>
              <a:gd name="connsiteX57" fmla="*/ 345788 w 477264"/>
              <a:gd name="connsiteY57" fmla="*/ 671212 h 982498"/>
              <a:gd name="connsiteX58" fmla="*/ 321468 w 477264"/>
              <a:gd name="connsiteY58" fmla="*/ 646892 h 982498"/>
              <a:gd name="connsiteX59" fmla="*/ 345788 w 477264"/>
              <a:gd name="connsiteY59" fmla="*/ 622572 h 982498"/>
              <a:gd name="connsiteX60" fmla="*/ 238632 w 477264"/>
              <a:gd name="connsiteY60" fmla="*/ 622572 h 982498"/>
              <a:gd name="connsiteX61" fmla="*/ 262952 w 477264"/>
              <a:gd name="connsiteY61" fmla="*/ 646892 h 982498"/>
              <a:gd name="connsiteX62" fmla="*/ 238632 w 477264"/>
              <a:gd name="connsiteY62" fmla="*/ 671212 h 982498"/>
              <a:gd name="connsiteX63" fmla="*/ 214312 w 477264"/>
              <a:gd name="connsiteY63" fmla="*/ 646892 h 982498"/>
              <a:gd name="connsiteX64" fmla="*/ 238632 w 477264"/>
              <a:gd name="connsiteY64" fmla="*/ 622572 h 982498"/>
              <a:gd name="connsiteX65" fmla="*/ 131476 w 477264"/>
              <a:gd name="connsiteY65" fmla="*/ 622572 h 982498"/>
              <a:gd name="connsiteX66" fmla="*/ 155796 w 477264"/>
              <a:gd name="connsiteY66" fmla="*/ 646892 h 982498"/>
              <a:gd name="connsiteX67" fmla="*/ 131476 w 477264"/>
              <a:gd name="connsiteY67" fmla="*/ 671212 h 982498"/>
              <a:gd name="connsiteX68" fmla="*/ 107156 w 477264"/>
              <a:gd name="connsiteY68" fmla="*/ 646892 h 982498"/>
              <a:gd name="connsiteX69" fmla="*/ 131476 w 477264"/>
              <a:gd name="connsiteY69" fmla="*/ 622572 h 982498"/>
              <a:gd name="connsiteX70" fmla="*/ 24320 w 477264"/>
              <a:gd name="connsiteY70" fmla="*/ 622572 h 982498"/>
              <a:gd name="connsiteX71" fmla="*/ 48640 w 477264"/>
              <a:gd name="connsiteY71" fmla="*/ 646892 h 982498"/>
              <a:gd name="connsiteX72" fmla="*/ 24320 w 477264"/>
              <a:gd name="connsiteY72" fmla="*/ 671212 h 982498"/>
              <a:gd name="connsiteX73" fmla="*/ 0 w 477264"/>
              <a:gd name="connsiteY73" fmla="*/ 646892 h 982498"/>
              <a:gd name="connsiteX74" fmla="*/ 24320 w 477264"/>
              <a:gd name="connsiteY74" fmla="*/ 622572 h 982498"/>
              <a:gd name="connsiteX75" fmla="*/ 24320 w 477264"/>
              <a:gd name="connsiteY75" fmla="*/ 466929 h 982498"/>
              <a:gd name="connsiteX76" fmla="*/ 48640 w 477264"/>
              <a:gd name="connsiteY76" fmla="*/ 491249 h 982498"/>
              <a:gd name="connsiteX77" fmla="*/ 24320 w 477264"/>
              <a:gd name="connsiteY77" fmla="*/ 515569 h 982498"/>
              <a:gd name="connsiteX78" fmla="*/ 0 w 477264"/>
              <a:gd name="connsiteY78" fmla="*/ 491249 h 982498"/>
              <a:gd name="connsiteX79" fmla="*/ 24320 w 477264"/>
              <a:gd name="connsiteY79" fmla="*/ 466929 h 982498"/>
              <a:gd name="connsiteX80" fmla="*/ 131476 w 477264"/>
              <a:gd name="connsiteY80" fmla="*/ 466929 h 982498"/>
              <a:gd name="connsiteX81" fmla="*/ 155796 w 477264"/>
              <a:gd name="connsiteY81" fmla="*/ 491249 h 982498"/>
              <a:gd name="connsiteX82" fmla="*/ 131476 w 477264"/>
              <a:gd name="connsiteY82" fmla="*/ 515569 h 982498"/>
              <a:gd name="connsiteX83" fmla="*/ 107156 w 477264"/>
              <a:gd name="connsiteY83" fmla="*/ 491249 h 982498"/>
              <a:gd name="connsiteX84" fmla="*/ 131476 w 477264"/>
              <a:gd name="connsiteY84" fmla="*/ 466929 h 982498"/>
              <a:gd name="connsiteX85" fmla="*/ 238632 w 477264"/>
              <a:gd name="connsiteY85" fmla="*/ 466929 h 982498"/>
              <a:gd name="connsiteX86" fmla="*/ 262952 w 477264"/>
              <a:gd name="connsiteY86" fmla="*/ 491249 h 982498"/>
              <a:gd name="connsiteX87" fmla="*/ 238632 w 477264"/>
              <a:gd name="connsiteY87" fmla="*/ 515569 h 982498"/>
              <a:gd name="connsiteX88" fmla="*/ 214312 w 477264"/>
              <a:gd name="connsiteY88" fmla="*/ 491249 h 982498"/>
              <a:gd name="connsiteX89" fmla="*/ 238632 w 477264"/>
              <a:gd name="connsiteY89" fmla="*/ 466929 h 982498"/>
              <a:gd name="connsiteX90" fmla="*/ 345788 w 477264"/>
              <a:gd name="connsiteY90" fmla="*/ 466929 h 982498"/>
              <a:gd name="connsiteX91" fmla="*/ 370108 w 477264"/>
              <a:gd name="connsiteY91" fmla="*/ 491249 h 982498"/>
              <a:gd name="connsiteX92" fmla="*/ 345788 w 477264"/>
              <a:gd name="connsiteY92" fmla="*/ 515569 h 982498"/>
              <a:gd name="connsiteX93" fmla="*/ 321468 w 477264"/>
              <a:gd name="connsiteY93" fmla="*/ 491249 h 982498"/>
              <a:gd name="connsiteX94" fmla="*/ 345788 w 477264"/>
              <a:gd name="connsiteY94" fmla="*/ 466929 h 982498"/>
              <a:gd name="connsiteX95" fmla="*/ 452944 w 477264"/>
              <a:gd name="connsiteY95" fmla="*/ 466929 h 982498"/>
              <a:gd name="connsiteX96" fmla="*/ 477264 w 477264"/>
              <a:gd name="connsiteY96" fmla="*/ 491249 h 982498"/>
              <a:gd name="connsiteX97" fmla="*/ 452944 w 477264"/>
              <a:gd name="connsiteY97" fmla="*/ 515569 h 982498"/>
              <a:gd name="connsiteX98" fmla="*/ 428624 w 477264"/>
              <a:gd name="connsiteY98" fmla="*/ 491249 h 982498"/>
              <a:gd name="connsiteX99" fmla="*/ 452944 w 477264"/>
              <a:gd name="connsiteY99" fmla="*/ 466929 h 982498"/>
              <a:gd name="connsiteX100" fmla="*/ 24320 w 477264"/>
              <a:gd name="connsiteY100" fmla="*/ 311287 h 982498"/>
              <a:gd name="connsiteX101" fmla="*/ 48640 w 477264"/>
              <a:gd name="connsiteY101" fmla="*/ 335607 h 982498"/>
              <a:gd name="connsiteX102" fmla="*/ 24320 w 477264"/>
              <a:gd name="connsiteY102" fmla="*/ 359926 h 982498"/>
              <a:gd name="connsiteX103" fmla="*/ 0 w 477264"/>
              <a:gd name="connsiteY103" fmla="*/ 335607 h 982498"/>
              <a:gd name="connsiteX104" fmla="*/ 24320 w 477264"/>
              <a:gd name="connsiteY104" fmla="*/ 311287 h 982498"/>
              <a:gd name="connsiteX105" fmla="*/ 131476 w 477264"/>
              <a:gd name="connsiteY105" fmla="*/ 311286 h 982498"/>
              <a:gd name="connsiteX106" fmla="*/ 155796 w 477264"/>
              <a:gd name="connsiteY106" fmla="*/ 335606 h 982498"/>
              <a:gd name="connsiteX107" fmla="*/ 131476 w 477264"/>
              <a:gd name="connsiteY107" fmla="*/ 359926 h 982498"/>
              <a:gd name="connsiteX108" fmla="*/ 107156 w 477264"/>
              <a:gd name="connsiteY108" fmla="*/ 335606 h 982498"/>
              <a:gd name="connsiteX109" fmla="*/ 131476 w 477264"/>
              <a:gd name="connsiteY109" fmla="*/ 311286 h 982498"/>
              <a:gd name="connsiteX110" fmla="*/ 238632 w 477264"/>
              <a:gd name="connsiteY110" fmla="*/ 311286 h 982498"/>
              <a:gd name="connsiteX111" fmla="*/ 262952 w 477264"/>
              <a:gd name="connsiteY111" fmla="*/ 335606 h 982498"/>
              <a:gd name="connsiteX112" fmla="*/ 238632 w 477264"/>
              <a:gd name="connsiteY112" fmla="*/ 359926 h 982498"/>
              <a:gd name="connsiteX113" fmla="*/ 214312 w 477264"/>
              <a:gd name="connsiteY113" fmla="*/ 335606 h 982498"/>
              <a:gd name="connsiteX114" fmla="*/ 238632 w 477264"/>
              <a:gd name="connsiteY114" fmla="*/ 311286 h 982498"/>
              <a:gd name="connsiteX115" fmla="*/ 345788 w 477264"/>
              <a:gd name="connsiteY115" fmla="*/ 311286 h 982498"/>
              <a:gd name="connsiteX116" fmla="*/ 370108 w 477264"/>
              <a:gd name="connsiteY116" fmla="*/ 335606 h 982498"/>
              <a:gd name="connsiteX117" fmla="*/ 345788 w 477264"/>
              <a:gd name="connsiteY117" fmla="*/ 359926 h 982498"/>
              <a:gd name="connsiteX118" fmla="*/ 321468 w 477264"/>
              <a:gd name="connsiteY118" fmla="*/ 335606 h 982498"/>
              <a:gd name="connsiteX119" fmla="*/ 345788 w 477264"/>
              <a:gd name="connsiteY119" fmla="*/ 311286 h 982498"/>
              <a:gd name="connsiteX120" fmla="*/ 452944 w 477264"/>
              <a:gd name="connsiteY120" fmla="*/ 311286 h 982498"/>
              <a:gd name="connsiteX121" fmla="*/ 477264 w 477264"/>
              <a:gd name="connsiteY121" fmla="*/ 335606 h 982498"/>
              <a:gd name="connsiteX122" fmla="*/ 452944 w 477264"/>
              <a:gd name="connsiteY122" fmla="*/ 359926 h 982498"/>
              <a:gd name="connsiteX123" fmla="*/ 428624 w 477264"/>
              <a:gd name="connsiteY123" fmla="*/ 335606 h 982498"/>
              <a:gd name="connsiteX124" fmla="*/ 452944 w 477264"/>
              <a:gd name="connsiteY124" fmla="*/ 311286 h 982498"/>
              <a:gd name="connsiteX125" fmla="*/ 24320 w 477264"/>
              <a:gd name="connsiteY125" fmla="*/ 155643 h 982498"/>
              <a:gd name="connsiteX126" fmla="*/ 48640 w 477264"/>
              <a:gd name="connsiteY126" fmla="*/ 179963 h 982498"/>
              <a:gd name="connsiteX127" fmla="*/ 24320 w 477264"/>
              <a:gd name="connsiteY127" fmla="*/ 204283 h 982498"/>
              <a:gd name="connsiteX128" fmla="*/ 0 w 477264"/>
              <a:gd name="connsiteY128" fmla="*/ 179963 h 982498"/>
              <a:gd name="connsiteX129" fmla="*/ 24320 w 477264"/>
              <a:gd name="connsiteY129" fmla="*/ 155643 h 982498"/>
              <a:gd name="connsiteX130" fmla="*/ 131476 w 477264"/>
              <a:gd name="connsiteY130" fmla="*/ 155643 h 982498"/>
              <a:gd name="connsiteX131" fmla="*/ 155796 w 477264"/>
              <a:gd name="connsiteY131" fmla="*/ 179963 h 982498"/>
              <a:gd name="connsiteX132" fmla="*/ 131476 w 477264"/>
              <a:gd name="connsiteY132" fmla="*/ 204283 h 982498"/>
              <a:gd name="connsiteX133" fmla="*/ 107156 w 477264"/>
              <a:gd name="connsiteY133" fmla="*/ 179963 h 982498"/>
              <a:gd name="connsiteX134" fmla="*/ 131476 w 477264"/>
              <a:gd name="connsiteY134" fmla="*/ 155643 h 982498"/>
              <a:gd name="connsiteX135" fmla="*/ 238632 w 477264"/>
              <a:gd name="connsiteY135" fmla="*/ 155643 h 982498"/>
              <a:gd name="connsiteX136" fmla="*/ 262952 w 477264"/>
              <a:gd name="connsiteY136" fmla="*/ 179963 h 982498"/>
              <a:gd name="connsiteX137" fmla="*/ 238632 w 477264"/>
              <a:gd name="connsiteY137" fmla="*/ 204283 h 982498"/>
              <a:gd name="connsiteX138" fmla="*/ 214312 w 477264"/>
              <a:gd name="connsiteY138" fmla="*/ 179963 h 982498"/>
              <a:gd name="connsiteX139" fmla="*/ 238632 w 477264"/>
              <a:gd name="connsiteY139" fmla="*/ 155643 h 982498"/>
              <a:gd name="connsiteX140" fmla="*/ 345788 w 477264"/>
              <a:gd name="connsiteY140" fmla="*/ 155643 h 982498"/>
              <a:gd name="connsiteX141" fmla="*/ 370108 w 477264"/>
              <a:gd name="connsiteY141" fmla="*/ 179963 h 982498"/>
              <a:gd name="connsiteX142" fmla="*/ 345788 w 477264"/>
              <a:gd name="connsiteY142" fmla="*/ 204283 h 982498"/>
              <a:gd name="connsiteX143" fmla="*/ 321468 w 477264"/>
              <a:gd name="connsiteY143" fmla="*/ 179963 h 982498"/>
              <a:gd name="connsiteX144" fmla="*/ 345788 w 477264"/>
              <a:gd name="connsiteY144" fmla="*/ 155643 h 982498"/>
              <a:gd name="connsiteX145" fmla="*/ 452944 w 477264"/>
              <a:gd name="connsiteY145" fmla="*/ 155643 h 982498"/>
              <a:gd name="connsiteX146" fmla="*/ 477264 w 477264"/>
              <a:gd name="connsiteY146" fmla="*/ 179963 h 982498"/>
              <a:gd name="connsiteX147" fmla="*/ 452944 w 477264"/>
              <a:gd name="connsiteY147" fmla="*/ 204283 h 982498"/>
              <a:gd name="connsiteX148" fmla="*/ 428624 w 477264"/>
              <a:gd name="connsiteY148" fmla="*/ 179963 h 982498"/>
              <a:gd name="connsiteX149" fmla="*/ 452944 w 477264"/>
              <a:gd name="connsiteY149" fmla="*/ 155643 h 982498"/>
              <a:gd name="connsiteX150" fmla="*/ 452944 w 477264"/>
              <a:gd name="connsiteY150" fmla="*/ 0 h 982498"/>
              <a:gd name="connsiteX151" fmla="*/ 477264 w 477264"/>
              <a:gd name="connsiteY151" fmla="*/ 24320 h 982498"/>
              <a:gd name="connsiteX152" fmla="*/ 452944 w 477264"/>
              <a:gd name="connsiteY152" fmla="*/ 48640 h 982498"/>
              <a:gd name="connsiteX153" fmla="*/ 428624 w 477264"/>
              <a:gd name="connsiteY153" fmla="*/ 24320 h 982498"/>
              <a:gd name="connsiteX154" fmla="*/ 452944 w 477264"/>
              <a:gd name="connsiteY154" fmla="*/ 0 h 982498"/>
              <a:gd name="connsiteX155" fmla="*/ 345788 w 477264"/>
              <a:gd name="connsiteY155" fmla="*/ 0 h 982498"/>
              <a:gd name="connsiteX156" fmla="*/ 370108 w 477264"/>
              <a:gd name="connsiteY156" fmla="*/ 24320 h 982498"/>
              <a:gd name="connsiteX157" fmla="*/ 345788 w 477264"/>
              <a:gd name="connsiteY157" fmla="*/ 48640 h 982498"/>
              <a:gd name="connsiteX158" fmla="*/ 321468 w 477264"/>
              <a:gd name="connsiteY158" fmla="*/ 24320 h 982498"/>
              <a:gd name="connsiteX159" fmla="*/ 345788 w 477264"/>
              <a:gd name="connsiteY159" fmla="*/ 0 h 982498"/>
              <a:gd name="connsiteX160" fmla="*/ 238632 w 477264"/>
              <a:gd name="connsiteY160" fmla="*/ 0 h 982498"/>
              <a:gd name="connsiteX161" fmla="*/ 262952 w 477264"/>
              <a:gd name="connsiteY161" fmla="*/ 24320 h 982498"/>
              <a:gd name="connsiteX162" fmla="*/ 238632 w 477264"/>
              <a:gd name="connsiteY162" fmla="*/ 48640 h 982498"/>
              <a:gd name="connsiteX163" fmla="*/ 214312 w 477264"/>
              <a:gd name="connsiteY163" fmla="*/ 24320 h 982498"/>
              <a:gd name="connsiteX164" fmla="*/ 238632 w 477264"/>
              <a:gd name="connsiteY164" fmla="*/ 0 h 982498"/>
              <a:gd name="connsiteX165" fmla="*/ 131476 w 477264"/>
              <a:gd name="connsiteY165" fmla="*/ 0 h 982498"/>
              <a:gd name="connsiteX166" fmla="*/ 155796 w 477264"/>
              <a:gd name="connsiteY166" fmla="*/ 24320 h 982498"/>
              <a:gd name="connsiteX167" fmla="*/ 131476 w 477264"/>
              <a:gd name="connsiteY167" fmla="*/ 48640 h 982498"/>
              <a:gd name="connsiteX168" fmla="*/ 107156 w 477264"/>
              <a:gd name="connsiteY168" fmla="*/ 24320 h 982498"/>
              <a:gd name="connsiteX169" fmla="*/ 131476 w 477264"/>
              <a:gd name="connsiteY169" fmla="*/ 0 h 982498"/>
              <a:gd name="connsiteX170" fmla="*/ 24320 w 477264"/>
              <a:gd name="connsiteY170" fmla="*/ 0 h 982498"/>
              <a:gd name="connsiteX171" fmla="*/ 48640 w 477264"/>
              <a:gd name="connsiteY171" fmla="*/ 24320 h 982498"/>
              <a:gd name="connsiteX172" fmla="*/ 24320 w 477264"/>
              <a:gd name="connsiteY172" fmla="*/ 48640 h 982498"/>
              <a:gd name="connsiteX173" fmla="*/ 0 w 477264"/>
              <a:gd name="connsiteY173" fmla="*/ 24320 h 982498"/>
              <a:gd name="connsiteX174" fmla="*/ 24320 w 477264"/>
              <a:gd name="connsiteY174" fmla="*/ 0 h 9824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Lst>
            <a:rect l="l" t="t" r="r" b="b"/>
            <a:pathLst>
              <a:path w="477264" h="982498">
                <a:moveTo>
                  <a:pt x="452944" y="933858"/>
                </a:moveTo>
                <a:cubicBezTo>
                  <a:pt x="466376" y="933858"/>
                  <a:pt x="477264" y="944746"/>
                  <a:pt x="477264" y="958178"/>
                </a:cubicBezTo>
                <a:cubicBezTo>
                  <a:pt x="477264" y="971610"/>
                  <a:pt x="466376" y="982498"/>
                  <a:pt x="452944" y="982498"/>
                </a:cubicBezTo>
                <a:cubicBezTo>
                  <a:pt x="439512" y="982498"/>
                  <a:pt x="428624" y="971610"/>
                  <a:pt x="428624" y="958178"/>
                </a:cubicBezTo>
                <a:cubicBezTo>
                  <a:pt x="428624" y="944746"/>
                  <a:pt x="439512" y="933858"/>
                  <a:pt x="452944" y="933858"/>
                </a:cubicBezTo>
                <a:close/>
                <a:moveTo>
                  <a:pt x="345788" y="933858"/>
                </a:moveTo>
                <a:cubicBezTo>
                  <a:pt x="359220" y="933858"/>
                  <a:pt x="370108" y="944746"/>
                  <a:pt x="370108" y="958178"/>
                </a:cubicBezTo>
                <a:cubicBezTo>
                  <a:pt x="370108" y="971610"/>
                  <a:pt x="359220" y="982498"/>
                  <a:pt x="345788" y="982498"/>
                </a:cubicBezTo>
                <a:cubicBezTo>
                  <a:pt x="332356" y="982498"/>
                  <a:pt x="321468" y="971610"/>
                  <a:pt x="321468" y="958178"/>
                </a:cubicBezTo>
                <a:cubicBezTo>
                  <a:pt x="321468" y="944746"/>
                  <a:pt x="332356" y="933858"/>
                  <a:pt x="345788" y="933858"/>
                </a:cubicBezTo>
                <a:close/>
                <a:moveTo>
                  <a:pt x="238632" y="933858"/>
                </a:moveTo>
                <a:cubicBezTo>
                  <a:pt x="252064" y="933858"/>
                  <a:pt x="262952" y="944746"/>
                  <a:pt x="262952" y="958178"/>
                </a:cubicBezTo>
                <a:cubicBezTo>
                  <a:pt x="262952" y="971610"/>
                  <a:pt x="252064" y="982498"/>
                  <a:pt x="238632" y="982498"/>
                </a:cubicBezTo>
                <a:cubicBezTo>
                  <a:pt x="225200" y="982498"/>
                  <a:pt x="214312" y="971610"/>
                  <a:pt x="214312" y="958178"/>
                </a:cubicBezTo>
                <a:cubicBezTo>
                  <a:pt x="214312" y="944746"/>
                  <a:pt x="225200" y="933858"/>
                  <a:pt x="238632" y="933858"/>
                </a:cubicBezTo>
                <a:close/>
                <a:moveTo>
                  <a:pt x="131476" y="933858"/>
                </a:moveTo>
                <a:cubicBezTo>
                  <a:pt x="144908" y="933858"/>
                  <a:pt x="155796" y="944746"/>
                  <a:pt x="155796" y="958178"/>
                </a:cubicBezTo>
                <a:cubicBezTo>
                  <a:pt x="155796" y="971610"/>
                  <a:pt x="144908" y="982498"/>
                  <a:pt x="131476" y="982498"/>
                </a:cubicBezTo>
                <a:cubicBezTo>
                  <a:pt x="118044" y="982498"/>
                  <a:pt x="107156" y="971610"/>
                  <a:pt x="107156" y="958178"/>
                </a:cubicBezTo>
                <a:cubicBezTo>
                  <a:pt x="107156" y="944746"/>
                  <a:pt x="118044" y="933858"/>
                  <a:pt x="131476" y="933858"/>
                </a:cubicBezTo>
                <a:close/>
                <a:moveTo>
                  <a:pt x="24320" y="933858"/>
                </a:moveTo>
                <a:cubicBezTo>
                  <a:pt x="37752" y="933858"/>
                  <a:pt x="48640" y="944746"/>
                  <a:pt x="48640" y="958178"/>
                </a:cubicBezTo>
                <a:cubicBezTo>
                  <a:pt x="48640" y="971610"/>
                  <a:pt x="37752" y="982498"/>
                  <a:pt x="24320" y="982498"/>
                </a:cubicBezTo>
                <a:cubicBezTo>
                  <a:pt x="10888" y="982498"/>
                  <a:pt x="0" y="971610"/>
                  <a:pt x="0" y="958178"/>
                </a:cubicBezTo>
                <a:cubicBezTo>
                  <a:pt x="0" y="944746"/>
                  <a:pt x="10888" y="933858"/>
                  <a:pt x="24320" y="933858"/>
                </a:cubicBezTo>
                <a:close/>
                <a:moveTo>
                  <a:pt x="452944" y="778215"/>
                </a:moveTo>
                <a:cubicBezTo>
                  <a:pt x="466376" y="778215"/>
                  <a:pt x="477264" y="789103"/>
                  <a:pt x="477264" y="802535"/>
                </a:cubicBezTo>
                <a:cubicBezTo>
                  <a:pt x="477264" y="815967"/>
                  <a:pt x="466376" y="826855"/>
                  <a:pt x="452944" y="826855"/>
                </a:cubicBezTo>
                <a:cubicBezTo>
                  <a:pt x="439512" y="826855"/>
                  <a:pt x="428624" y="815967"/>
                  <a:pt x="428624" y="802535"/>
                </a:cubicBezTo>
                <a:cubicBezTo>
                  <a:pt x="428624" y="789103"/>
                  <a:pt x="439512" y="778215"/>
                  <a:pt x="452944" y="778215"/>
                </a:cubicBezTo>
                <a:close/>
                <a:moveTo>
                  <a:pt x="345788" y="778215"/>
                </a:moveTo>
                <a:cubicBezTo>
                  <a:pt x="359220" y="778215"/>
                  <a:pt x="370108" y="789103"/>
                  <a:pt x="370108" y="802535"/>
                </a:cubicBezTo>
                <a:cubicBezTo>
                  <a:pt x="370108" y="815967"/>
                  <a:pt x="359220" y="826855"/>
                  <a:pt x="345788" y="826855"/>
                </a:cubicBezTo>
                <a:cubicBezTo>
                  <a:pt x="332356" y="826855"/>
                  <a:pt x="321468" y="815967"/>
                  <a:pt x="321468" y="802535"/>
                </a:cubicBezTo>
                <a:cubicBezTo>
                  <a:pt x="321468" y="789103"/>
                  <a:pt x="332356" y="778215"/>
                  <a:pt x="345788" y="778215"/>
                </a:cubicBezTo>
                <a:close/>
                <a:moveTo>
                  <a:pt x="238632" y="778215"/>
                </a:moveTo>
                <a:cubicBezTo>
                  <a:pt x="252064" y="778215"/>
                  <a:pt x="262952" y="789103"/>
                  <a:pt x="262952" y="802535"/>
                </a:cubicBezTo>
                <a:cubicBezTo>
                  <a:pt x="262952" y="815967"/>
                  <a:pt x="252064" y="826855"/>
                  <a:pt x="238632" y="826855"/>
                </a:cubicBezTo>
                <a:cubicBezTo>
                  <a:pt x="225200" y="826855"/>
                  <a:pt x="214312" y="815967"/>
                  <a:pt x="214312" y="802535"/>
                </a:cubicBezTo>
                <a:cubicBezTo>
                  <a:pt x="214312" y="789103"/>
                  <a:pt x="225200" y="778215"/>
                  <a:pt x="238632" y="778215"/>
                </a:cubicBezTo>
                <a:close/>
                <a:moveTo>
                  <a:pt x="131476" y="778215"/>
                </a:moveTo>
                <a:cubicBezTo>
                  <a:pt x="144908" y="778215"/>
                  <a:pt x="155796" y="789103"/>
                  <a:pt x="155796" y="802535"/>
                </a:cubicBezTo>
                <a:cubicBezTo>
                  <a:pt x="155796" y="815967"/>
                  <a:pt x="144908" y="826855"/>
                  <a:pt x="131476" y="826855"/>
                </a:cubicBezTo>
                <a:cubicBezTo>
                  <a:pt x="118044" y="826855"/>
                  <a:pt x="107156" y="815967"/>
                  <a:pt x="107156" y="802535"/>
                </a:cubicBezTo>
                <a:cubicBezTo>
                  <a:pt x="107156" y="789103"/>
                  <a:pt x="118044" y="778215"/>
                  <a:pt x="131476" y="778215"/>
                </a:cubicBezTo>
                <a:close/>
                <a:moveTo>
                  <a:pt x="24320" y="778215"/>
                </a:moveTo>
                <a:cubicBezTo>
                  <a:pt x="37752" y="778215"/>
                  <a:pt x="48640" y="789103"/>
                  <a:pt x="48640" y="802535"/>
                </a:cubicBezTo>
                <a:cubicBezTo>
                  <a:pt x="48640" y="815967"/>
                  <a:pt x="37752" y="826855"/>
                  <a:pt x="24320" y="826855"/>
                </a:cubicBezTo>
                <a:cubicBezTo>
                  <a:pt x="10888" y="826855"/>
                  <a:pt x="0" y="815967"/>
                  <a:pt x="0" y="802535"/>
                </a:cubicBezTo>
                <a:cubicBezTo>
                  <a:pt x="0" y="789103"/>
                  <a:pt x="10888" y="778215"/>
                  <a:pt x="24320" y="778215"/>
                </a:cubicBezTo>
                <a:close/>
                <a:moveTo>
                  <a:pt x="452944" y="622572"/>
                </a:moveTo>
                <a:cubicBezTo>
                  <a:pt x="466376" y="622572"/>
                  <a:pt x="477264" y="633460"/>
                  <a:pt x="477264" y="646892"/>
                </a:cubicBezTo>
                <a:cubicBezTo>
                  <a:pt x="477264" y="660324"/>
                  <a:pt x="466376" y="671212"/>
                  <a:pt x="452944" y="671212"/>
                </a:cubicBezTo>
                <a:cubicBezTo>
                  <a:pt x="439512" y="671212"/>
                  <a:pt x="428624" y="660324"/>
                  <a:pt x="428624" y="646892"/>
                </a:cubicBezTo>
                <a:cubicBezTo>
                  <a:pt x="428624" y="633460"/>
                  <a:pt x="439512" y="622572"/>
                  <a:pt x="452944" y="622572"/>
                </a:cubicBezTo>
                <a:close/>
                <a:moveTo>
                  <a:pt x="345788" y="622572"/>
                </a:moveTo>
                <a:cubicBezTo>
                  <a:pt x="359220" y="622572"/>
                  <a:pt x="370108" y="633460"/>
                  <a:pt x="370108" y="646892"/>
                </a:cubicBezTo>
                <a:cubicBezTo>
                  <a:pt x="370108" y="660324"/>
                  <a:pt x="359220" y="671212"/>
                  <a:pt x="345788" y="671212"/>
                </a:cubicBezTo>
                <a:cubicBezTo>
                  <a:pt x="332356" y="671212"/>
                  <a:pt x="321468" y="660324"/>
                  <a:pt x="321468" y="646892"/>
                </a:cubicBezTo>
                <a:cubicBezTo>
                  <a:pt x="321468" y="633460"/>
                  <a:pt x="332356" y="622572"/>
                  <a:pt x="345788" y="622572"/>
                </a:cubicBezTo>
                <a:close/>
                <a:moveTo>
                  <a:pt x="238632" y="622572"/>
                </a:moveTo>
                <a:cubicBezTo>
                  <a:pt x="252064" y="622572"/>
                  <a:pt x="262952" y="633460"/>
                  <a:pt x="262952" y="646892"/>
                </a:cubicBezTo>
                <a:cubicBezTo>
                  <a:pt x="262952" y="660324"/>
                  <a:pt x="252064" y="671212"/>
                  <a:pt x="238632" y="671212"/>
                </a:cubicBezTo>
                <a:cubicBezTo>
                  <a:pt x="225200" y="671212"/>
                  <a:pt x="214312" y="660324"/>
                  <a:pt x="214312" y="646892"/>
                </a:cubicBezTo>
                <a:cubicBezTo>
                  <a:pt x="214312" y="633460"/>
                  <a:pt x="225200" y="622572"/>
                  <a:pt x="238632" y="622572"/>
                </a:cubicBezTo>
                <a:close/>
                <a:moveTo>
                  <a:pt x="131476" y="622572"/>
                </a:moveTo>
                <a:cubicBezTo>
                  <a:pt x="144908" y="622572"/>
                  <a:pt x="155796" y="633460"/>
                  <a:pt x="155796" y="646892"/>
                </a:cubicBezTo>
                <a:cubicBezTo>
                  <a:pt x="155796" y="660324"/>
                  <a:pt x="144908" y="671212"/>
                  <a:pt x="131476" y="671212"/>
                </a:cubicBezTo>
                <a:cubicBezTo>
                  <a:pt x="118044" y="671212"/>
                  <a:pt x="107156" y="660324"/>
                  <a:pt x="107156" y="646892"/>
                </a:cubicBezTo>
                <a:cubicBezTo>
                  <a:pt x="107156" y="633460"/>
                  <a:pt x="118044" y="622572"/>
                  <a:pt x="131476" y="622572"/>
                </a:cubicBezTo>
                <a:close/>
                <a:moveTo>
                  <a:pt x="24320" y="622572"/>
                </a:moveTo>
                <a:cubicBezTo>
                  <a:pt x="37752" y="622572"/>
                  <a:pt x="48640" y="633460"/>
                  <a:pt x="48640" y="646892"/>
                </a:cubicBezTo>
                <a:cubicBezTo>
                  <a:pt x="48640" y="660324"/>
                  <a:pt x="37752" y="671212"/>
                  <a:pt x="24320" y="671212"/>
                </a:cubicBezTo>
                <a:cubicBezTo>
                  <a:pt x="10888" y="671212"/>
                  <a:pt x="0" y="660324"/>
                  <a:pt x="0" y="646892"/>
                </a:cubicBezTo>
                <a:cubicBezTo>
                  <a:pt x="0" y="633460"/>
                  <a:pt x="10888" y="622572"/>
                  <a:pt x="24320" y="622572"/>
                </a:cubicBezTo>
                <a:close/>
                <a:moveTo>
                  <a:pt x="24320" y="466929"/>
                </a:moveTo>
                <a:cubicBezTo>
                  <a:pt x="37752" y="466929"/>
                  <a:pt x="48640" y="477817"/>
                  <a:pt x="48640" y="491249"/>
                </a:cubicBezTo>
                <a:cubicBezTo>
                  <a:pt x="48640" y="504681"/>
                  <a:pt x="37752" y="515569"/>
                  <a:pt x="24320" y="515569"/>
                </a:cubicBezTo>
                <a:cubicBezTo>
                  <a:pt x="10888" y="515569"/>
                  <a:pt x="0" y="504681"/>
                  <a:pt x="0" y="491249"/>
                </a:cubicBezTo>
                <a:cubicBezTo>
                  <a:pt x="0" y="477817"/>
                  <a:pt x="10888" y="466929"/>
                  <a:pt x="24320" y="466929"/>
                </a:cubicBezTo>
                <a:close/>
                <a:moveTo>
                  <a:pt x="131476" y="466929"/>
                </a:moveTo>
                <a:cubicBezTo>
                  <a:pt x="144908" y="466929"/>
                  <a:pt x="155796" y="477817"/>
                  <a:pt x="155796" y="491249"/>
                </a:cubicBezTo>
                <a:cubicBezTo>
                  <a:pt x="155796" y="504681"/>
                  <a:pt x="144908" y="515569"/>
                  <a:pt x="131476" y="515569"/>
                </a:cubicBezTo>
                <a:cubicBezTo>
                  <a:pt x="118044" y="515569"/>
                  <a:pt x="107156" y="504681"/>
                  <a:pt x="107156" y="491249"/>
                </a:cubicBezTo>
                <a:cubicBezTo>
                  <a:pt x="107156" y="477817"/>
                  <a:pt x="118044" y="466929"/>
                  <a:pt x="131476" y="466929"/>
                </a:cubicBezTo>
                <a:close/>
                <a:moveTo>
                  <a:pt x="238632" y="466929"/>
                </a:moveTo>
                <a:cubicBezTo>
                  <a:pt x="252064" y="466929"/>
                  <a:pt x="262952" y="477817"/>
                  <a:pt x="262952" y="491249"/>
                </a:cubicBezTo>
                <a:cubicBezTo>
                  <a:pt x="262952" y="504681"/>
                  <a:pt x="252064" y="515569"/>
                  <a:pt x="238632" y="515569"/>
                </a:cubicBezTo>
                <a:cubicBezTo>
                  <a:pt x="225200" y="515569"/>
                  <a:pt x="214312" y="504681"/>
                  <a:pt x="214312" y="491249"/>
                </a:cubicBezTo>
                <a:cubicBezTo>
                  <a:pt x="214312" y="477817"/>
                  <a:pt x="225200" y="466929"/>
                  <a:pt x="238632" y="466929"/>
                </a:cubicBezTo>
                <a:close/>
                <a:moveTo>
                  <a:pt x="345788" y="466929"/>
                </a:moveTo>
                <a:cubicBezTo>
                  <a:pt x="359220" y="466929"/>
                  <a:pt x="370108" y="477817"/>
                  <a:pt x="370108" y="491249"/>
                </a:cubicBezTo>
                <a:cubicBezTo>
                  <a:pt x="370108" y="504681"/>
                  <a:pt x="359220" y="515569"/>
                  <a:pt x="345788" y="515569"/>
                </a:cubicBezTo>
                <a:cubicBezTo>
                  <a:pt x="332356" y="515569"/>
                  <a:pt x="321468" y="504681"/>
                  <a:pt x="321468" y="491249"/>
                </a:cubicBezTo>
                <a:cubicBezTo>
                  <a:pt x="321468" y="477817"/>
                  <a:pt x="332356" y="466929"/>
                  <a:pt x="345788" y="466929"/>
                </a:cubicBezTo>
                <a:close/>
                <a:moveTo>
                  <a:pt x="452944" y="466929"/>
                </a:moveTo>
                <a:cubicBezTo>
                  <a:pt x="466376" y="466929"/>
                  <a:pt x="477264" y="477817"/>
                  <a:pt x="477264" y="491249"/>
                </a:cubicBezTo>
                <a:cubicBezTo>
                  <a:pt x="477264" y="504681"/>
                  <a:pt x="466376" y="515569"/>
                  <a:pt x="452944" y="515569"/>
                </a:cubicBezTo>
                <a:cubicBezTo>
                  <a:pt x="439512" y="515569"/>
                  <a:pt x="428624" y="504681"/>
                  <a:pt x="428624" y="491249"/>
                </a:cubicBezTo>
                <a:cubicBezTo>
                  <a:pt x="428624" y="477817"/>
                  <a:pt x="439512" y="466929"/>
                  <a:pt x="452944" y="466929"/>
                </a:cubicBezTo>
                <a:close/>
                <a:moveTo>
                  <a:pt x="24320" y="311287"/>
                </a:moveTo>
                <a:cubicBezTo>
                  <a:pt x="37752" y="311287"/>
                  <a:pt x="48640" y="322175"/>
                  <a:pt x="48640" y="335607"/>
                </a:cubicBezTo>
                <a:cubicBezTo>
                  <a:pt x="48640" y="349038"/>
                  <a:pt x="37752" y="359926"/>
                  <a:pt x="24320" y="359926"/>
                </a:cubicBezTo>
                <a:cubicBezTo>
                  <a:pt x="10888" y="359926"/>
                  <a:pt x="0" y="349038"/>
                  <a:pt x="0" y="335607"/>
                </a:cubicBezTo>
                <a:cubicBezTo>
                  <a:pt x="0" y="322175"/>
                  <a:pt x="10888" y="311287"/>
                  <a:pt x="24320" y="311287"/>
                </a:cubicBezTo>
                <a:close/>
                <a:moveTo>
                  <a:pt x="131476" y="311286"/>
                </a:moveTo>
                <a:cubicBezTo>
                  <a:pt x="144908" y="311286"/>
                  <a:pt x="155796" y="322174"/>
                  <a:pt x="155796" y="335606"/>
                </a:cubicBezTo>
                <a:cubicBezTo>
                  <a:pt x="155796" y="349038"/>
                  <a:pt x="144908" y="359926"/>
                  <a:pt x="131476" y="359926"/>
                </a:cubicBezTo>
                <a:cubicBezTo>
                  <a:pt x="118044" y="359926"/>
                  <a:pt x="107156" y="349038"/>
                  <a:pt x="107156" y="335606"/>
                </a:cubicBezTo>
                <a:cubicBezTo>
                  <a:pt x="107156" y="322174"/>
                  <a:pt x="118044" y="311286"/>
                  <a:pt x="131476" y="311286"/>
                </a:cubicBezTo>
                <a:close/>
                <a:moveTo>
                  <a:pt x="238632" y="311286"/>
                </a:moveTo>
                <a:cubicBezTo>
                  <a:pt x="252064" y="311286"/>
                  <a:pt x="262952" y="322174"/>
                  <a:pt x="262952" y="335606"/>
                </a:cubicBezTo>
                <a:cubicBezTo>
                  <a:pt x="262952" y="349038"/>
                  <a:pt x="252064" y="359926"/>
                  <a:pt x="238632" y="359926"/>
                </a:cubicBezTo>
                <a:cubicBezTo>
                  <a:pt x="225200" y="359926"/>
                  <a:pt x="214312" y="349038"/>
                  <a:pt x="214312" y="335606"/>
                </a:cubicBezTo>
                <a:cubicBezTo>
                  <a:pt x="214312" y="322174"/>
                  <a:pt x="225200" y="311286"/>
                  <a:pt x="238632" y="311286"/>
                </a:cubicBezTo>
                <a:close/>
                <a:moveTo>
                  <a:pt x="345788" y="311286"/>
                </a:moveTo>
                <a:cubicBezTo>
                  <a:pt x="359220" y="311286"/>
                  <a:pt x="370108" y="322174"/>
                  <a:pt x="370108" y="335606"/>
                </a:cubicBezTo>
                <a:cubicBezTo>
                  <a:pt x="370108" y="349038"/>
                  <a:pt x="359220" y="359926"/>
                  <a:pt x="345788" y="359926"/>
                </a:cubicBezTo>
                <a:cubicBezTo>
                  <a:pt x="332356" y="359926"/>
                  <a:pt x="321468" y="349038"/>
                  <a:pt x="321468" y="335606"/>
                </a:cubicBezTo>
                <a:cubicBezTo>
                  <a:pt x="321468" y="322174"/>
                  <a:pt x="332356" y="311286"/>
                  <a:pt x="345788" y="311286"/>
                </a:cubicBezTo>
                <a:close/>
                <a:moveTo>
                  <a:pt x="452944" y="311286"/>
                </a:moveTo>
                <a:cubicBezTo>
                  <a:pt x="466376" y="311286"/>
                  <a:pt x="477264" y="322174"/>
                  <a:pt x="477264" y="335606"/>
                </a:cubicBezTo>
                <a:cubicBezTo>
                  <a:pt x="477264" y="349038"/>
                  <a:pt x="466376" y="359926"/>
                  <a:pt x="452944" y="359926"/>
                </a:cubicBezTo>
                <a:cubicBezTo>
                  <a:pt x="439512" y="359926"/>
                  <a:pt x="428624" y="349038"/>
                  <a:pt x="428624" y="335606"/>
                </a:cubicBezTo>
                <a:cubicBezTo>
                  <a:pt x="428624" y="322174"/>
                  <a:pt x="439512" y="311286"/>
                  <a:pt x="452944" y="311286"/>
                </a:cubicBezTo>
                <a:close/>
                <a:moveTo>
                  <a:pt x="24320" y="155643"/>
                </a:moveTo>
                <a:cubicBezTo>
                  <a:pt x="37752" y="155643"/>
                  <a:pt x="48640" y="166531"/>
                  <a:pt x="48640" y="179963"/>
                </a:cubicBezTo>
                <a:cubicBezTo>
                  <a:pt x="48640" y="193395"/>
                  <a:pt x="37752" y="204283"/>
                  <a:pt x="24320" y="204283"/>
                </a:cubicBezTo>
                <a:cubicBezTo>
                  <a:pt x="10888" y="204283"/>
                  <a:pt x="0" y="193395"/>
                  <a:pt x="0" y="179963"/>
                </a:cubicBezTo>
                <a:cubicBezTo>
                  <a:pt x="0" y="166531"/>
                  <a:pt x="10888" y="155643"/>
                  <a:pt x="24320" y="155643"/>
                </a:cubicBezTo>
                <a:close/>
                <a:moveTo>
                  <a:pt x="131476" y="155643"/>
                </a:moveTo>
                <a:cubicBezTo>
                  <a:pt x="144908" y="155643"/>
                  <a:pt x="155796" y="166531"/>
                  <a:pt x="155796" y="179963"/>
                </a:cubicBezTo>
                <a:cubicBezTo>
                  <a:pt x="155796" y="193395"/>
                  <a:pt x="144908" y="204283"/>
                  <a:pt x="131476" y="204283"/>
                </a:cubicBezTo>
                <a:cubicBezTo>
                  <a:pt x="118044" y="204283"/>
                  <a:pt x="107156" y="193395"/>
                  <a:pt x="107156" y="179963"/>
                </a:cubicBezTo>
                <a:cubicBezTo>
                  <a:pt x="107156" y="166531"/>
                  <a:pt x="118044" y="155643"/>
                  <a:pt x="131476" y="155643"/>
                </a:cubicBezTo>
                <a:close/>
                <a:moveTo>
                  <a:pt x="238632" y="155643"/>
                </a:moveTo>
                <a:cubicBezTo>
                  <a:pt x="252064" y="155643"/>
                  <a:pt x="262952" y="166531"/>
                  <a:pt x="262952" y="179963"/>
                </a:cubicBezTo>
                <a:cubicBezTo>
                  <a:pt x="262952" y="193395"/>
                  <a:pt x="252064" y="204283"/>
                  <a:pt x="238632" y="204283"/>
                </a:cubicBezTo>
                <a:cubicBezTo>
                  <a:pt x="225200" y="204283"/>
                  <a:pt x="214312" y="193395"/>
                  <a:pt x="214312" y="179963"/>
                </a:cubicBezTo>
                <a:cubicBezTo>
                  <a:pt x="214312" y="166531"/>
                  <a:pt x="225200" y="155643"/>
                  <a:pt x="238632" y="155643"/>
                </a:cubicBezTo>
                <a:close/>
                <a:moveTo>
                  <a:pt x="345788" y="155643"/>
                </a:moveTo>
                <a:cubicBezTo>
                  <a:pt x="359220" y="155643"/>
                  <a:pt x="370108" y="166531"/>
                  <a:pt x="370108" y="179963"/>
                </a:cubicBezTo>
                <a:cubicBezTo>
                  <a:pt x="370108" y="193395"/>
                  <a:pt x="359220" y="204283"/>
                  <a:pt x="345788" y="204283"/>
                </a:cubicBezTo>
                <a:cubicBezTo>
                  <a:pt x="332356" y="204283"/>
                  <a:pt x="321468" y="193395"/>
                  <a:pt x="321468" y="179963"/>
                </a:cubicBezTo>
                <a:cubicBezTo>
                  <a:pt x="321468" y="166531"/>
                  <a:pt x="332356" y="155643"/>
                  <a:pt x="345788" y="155643"/>
                </a:cubicBezTo>
                <a:close/>
                <a:moveTo>
                  <a:pt x="452944" y="155643"/>
                </a:moveTo>
                <a:cubicBezTo>
                  <a:pt x="466376" y="155643"/>
                  <a:pt x="477264" y="166531"/>
                  <a:pt x="477264" y="179963"/>
                </a:cubicBezTo>
                <a:cubicBezTo>
                  <a:pt x="477264" y="193395"/>
                  <a:pt x="466376" y="204283"/>
                  <a:pt x="452944" y="204283"/>
                </a:cubicBezTo>
                <a:cubicBezTo>
                  <a:pt x="439512" y="204283"/>
                  <a:pt x="428624" y="193395"/>
                  <a:pt x="428624" y="179963"/>
                </a:cubicBezTo>
                <a:cubicBezTo>
                  <a:pt x="428624" y="166531"/>
                  <a:pt x="439512" y="155643"/>
                  <a:pt x="452944" y="155643"/>
                </a:cubicBezTo>
                <a:close/>
                <a:moveTo>
                  <a:pt x="452944" y="0"/>
                </a:moveTo>
                <a:cubicBezTo>
                  <a:pt x="466376" y="0"/>
                  <a:pt x="477264" y="10888"/>
                  <a:pt x="477264" y="24320"/>
                </a:cubicBezTo>
                <a:cubicBezTo>
                  <a:pt x="477264" y="37752"/>
                  <a:pt x="466376" y="48640"/>
                  <a:pt x="452944" y="48640"/>
                </a:cubicBezTo>
                <a:cubicBezTo>
                  <a:pt x="439512" y="48640"/>
                  <a:pt x="428624" y="37752"/>
                  <a:pt x="428624" y="24320"/>
                </a:cubicBezTo>
                <a:cubicBezTo>
                  <a:pt x="428624" y="10888"/>
                  <a:pt x="439512" y="0"/>
                  <a:pt x="452944" y="0"/>
                </a:cubicBezTo>
                <a:close/>
                <a:moveTo>
                  <a:pt x="345788" y="0"/>
                </a:moveTo>
                <a:cubicBezTo>
                  <a:pt x="359220" y="0"/>
                  <a:pt x="370108" y="10888"/>
                  <a:pt x="370108" y="24320"/>
                </a:cubicBezTo>
                <a:cubicBezTo>
                  <a:pt x="370108" y="37752"/>
                  <a:pt x="359220" y="48640"/>
                  <a:pt x="345788" y="48640"/>
                </a:cubicBezTo>
                <a:cubicBezTo>
                  <a:pt x="332356" y="48640"/>
                  <a:pt x="321468" y="37752"/>
                  <a:pt x="321468" y="24320"/>
                </a:cubicBezTo>
                <a:cubicBezTo>
                  <a:pt x="321468" y="10888"/>
                  <a:pt x="332356" y="0"/>
                  <a:pt x="345788" y="0"/>
                </a:cubicBezTo>
                <a:close/>
                <a:moveTo>
                  <a:pt x="238632" y="0"/>
                </a:moveTo>
                <a:cubicBezTo>
                  <a:pt x="252064" y="0"/>
                  <a:pt x="262952" y="10888"/>
                  <a:pt x="262952" y="24320"/>
                </a:cubicBezTo>
                <a:cubicBezTo>
                  <a:pt x="262952" y="37752"/>
                  <a:pt x="252064" y="48640"/>
                  <a:pt x="238632" y="48640"/>
                </a:cubicBezTo>
                <a:cubicBezTo>
                  <a:pt x="225200" y="48640"/>
                  <a:pt x="214312" y="37752"/>
                  <a:pt x="214312" y="24320"/>
                </a:cubicBezTo>
                <a:cubicBezTo>
                  <a:pt x="214312" y="10888"/>
                  <a:pt x="225200" y="0"/>
                  <a:pt x="238632" y="0"/>
                </a:cubicBezTo>
                <a:close/>
                <a:moveTo>
                  <a:pt x="131476" y="0"/>
                </a:moveTo>
                <a:cubicBezTo>
                  <a:pt x="144908" y="0"/>
                  <a:pt x="155796" y="10888"/>
                  <a:pt x="155796" y="24320"/>
                </a:cubicBezTo>
                <a:cubicBezTo>
                  <a:pt x="155796" y="37752"/>
                  <a:pt x="144908" y="48640"/>
                  <a:pt x="131476" y="48640"/>
                </a:cubicBezTo>
                <a:cubicBezTo>
                  <a:pt x="118044" y="48640"/>
                  <a:pt x="107156" y="37752"/>
                  <a:pt x="107156" y="24320"/>
                </a:cubicBezTo>
                <a:cubicBezTo>
                  <a:pt x="107156" y="10888"/>
                  <a:pt x="118044" y="0"/>
                  <a:pt x="131476" y="0"/>
                </a:cubicBezTo>
                <a:close/>
                <a:moveTo>
                  <a:pt x="24320" y="0"/>
                </a:moveTo>
                <a:cubicBezTo>
                  <a:pt x="37752" y="0"/>
                  <a:pt x="48640" y="10888"/>
                  <a:pt x="48640" y="24320"/>
                </a:cubicBezTo>
                <a:cubicBezTo>
                  <a:pt x="48640" y="37752"/>
                  <a:pt x="37752" y="48640"/>
                  <a:pt x="24320" y="48640"/>
                </a:cubicBezTo>
                <a:cubicBezTo>
                  <a:pt x="10888" y="48640"/>
                  <a:pt x="0" y="37752"/>
                  <a:pt x="0" y="24320"/>
                </a:cubicBezTo>
                <a:cubicBezTo>
                  <a:pt x="0" y="10888"/>
                  <a:pt x="10888" y="0"/>
                  <a:pt x="24320" y="0"/>
                </a:cubicBezTo>
                <a:close/>
              </a:path>
            </a:pathLst>
          </a:cu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sp>
        <p:nvSpPr>
          <p:cNvPr id="27" name="矩形 26"/>
          <p:cNvSpPr/>
          <p:nvPr/>
        </p:nvSpPr>
        <p:spPr>
          <a:xfrm>
            <a:off x="11933555" y="543560"/>
            <a:ext cx="258445" cy="111760"/>
          </a:xfrm>
          <a:prstGeom prst="rect">
            <a:avLst/>
          </a:prstGeom>
          <a:solidFill>
            <a:srgbClr val="62EFF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lumMod val="85000"/>
                  <a:lumOff val="15000"/>
                </a:schemeClr>
              </a:solidFill>
            </a:endParaRPr>
          </a:p>
        </p:txBody>
      </p:sp>
      <p:grpSp>
        <p:nvGrpSpPr>
          <p:cNvPr id="10" name="组合 9"/>
          <p:cNvGrpSpPr/>
          <p:nvPr/>
        </p:nvGrpSpPr>
        <p:grpSpPr>
          <a:xfrm>
            <a:off x="284882" y="241573"/>
            <a:ext cx="6191219" cy="1076325"/>
            <a:chOff x="284882" y="285115"/>
            <a:chExt cx="6191219" cy="1076325"/>
          </a:xfrm>
        </p:grpSpPr>
        <p:sp>
          <p:nvSpPr>
            <p:cNvPr id="21" name="文本框 20"/>
            <p:cNvSpPr txBox="1"/>
            <p:nvPr/>
          </p:nvSpPr>
          <p:spPr>
            <a:xfrm>
              <a:off x="831727" y="285115"/>
              <a:ext cx="5644374" cy="1076325"/>
            </a:xfrm>
            <a:prstGeom prst="rect">
              <a:avLst/>
            </a:prstGeom>
            <a:noFill/>
          </p:spPr>
          <p:txBody>
            <a:bodyPr wrap="square" rtlCol="0">
              <a:spAutoFit/>
            </a:bodyPr>
            <a:lstStyle/>
            <a:p>
              <a:r>
                <a:rPr lang="zh-CN" altLang="en-US" sz="3200" dirty="0">
                  <a:solidFill>
                    <a:schemeClr val="tx1">
                      <a:lumMod val="85000"/>
                      <a:lumOff val="15000"/>
                    </a:schemeClr>
                  </a:solidFill>
                  <a:latin typeface="报隶-简" panose="02010600040101010101" charset="-122"/>
                  <a:ea typeface="报隶-简" panose="02010600040101010101" charset="-122"/>
                  <a:cs typeface="+mn-ea"/>
                  <a:sym typeface="+mn-lt"/>
                </a:rPr>
                <a:t>现状分析</a:t>
              </a:r>
              <a:r>
                <a:rPr lang="en-US" altLang="zh-CN" sz="3200" dirty="0">
                  <a:solidFill>
                    <a:schemeClr val="tx1">
                      <a:lumMod val="85000"/>
                      <a:lumOff val="15000"/>
                    </a:schemeClr>
                  </a:solidFill>
                  <a:latin typeface="报隶-简" panose="02010600040101010101" charset="-122"/>
                  <a:ea typeface="报隶-简" panose="02010600040101010101" charset="-122"/>
                  <a:cs typeface="+mn-ea"/>
                  <a:sym typeface="+mn-lt"/>
                </a:rPr>
                <a:t>-</a:t>
              </a:r>
              <a:r>
                <a:rPr lang="zh-CN" altLang="en-US" sz="3200" dirty="0">
                  <a:solidFill>
                    <a:schemeClr val="tx1">
                      <a:lumMod val="85000"/>
                      <a:lumOff val="15000"/>
                    </a:schemeClr>
                  </a:solidFill>
                  <a:latin typeface="报隶-简" panose="02010600040101010101" charset="-122"/>
                  <a:ea typeface="报隶-简" panose="02010600040101010101" charset="-122"/>
                  <a:cs typeface="+mn-ea"/>
                  <a:sym typeface="+mn-lt"/>
                </a:rPr>
                <a:t>数据分析</a:t>
              </a:r>
              <a:endParaRPr lang="en-US" altLang="zh-CN" sz="3200" dirty="0">
                <a:solidFill>
                  <a:schemeClr val="tx1">
                    <a:lumMod val="85000"/>
                    <a:lumOff val="15000"/>
                  </a:schemeClr>
                </a:solidFill>
                <a:latin typeface="报隶-简" panose="02010600040101010101" charset="-122"/>
                <a:ea typeface="报隶-简" panose="02010600040101010101" charset="-122"/>
                <a:cs typeface="+mn-ea"/>
                <a:sym typeface="+mn-lt"/>
              </a:endParaRPr>
            </a:p>
            <a:p>
              <a:r>
                <a:rPr lang="zh-CN" altLang="en-US" sz="3200" b="1" noProof="0" dirty="0">
                  <a:ln>
                    <a:noFill/>
                  </a:ln>
                  <a:solidFill>
                    <a:prstClr val="black">
                      <a:lumMod val="75000"/>
                      <a:lumOff val="25000"/>
                    </a:prstClr>
                  </a:solidFill>
                  <a:effectLst/>
                  <a:uLnTx/>
                  <a:uFillTx/>
                  <a:cs typeface="+mn-ea"/>
                  <a:sym typeface="+mn-lt"/>
                </a:rPr>
                <a:t>以江西某医院为例</a:t>
              </a:r>
              <a:endParaRPr lang="en-US" altLang="zh-CN" sz="3200" dirty="0">
                <a:solidFill>
                  <a:schemeClr val="tx1">
                    <a:lumMod val="85000"/>
                    <a:lumOff val="15000"/>
                  </a:schemeClr>
                </a:solidFill>
                <a:latin typeface="报隶-简" panose="02010600040101010101" charset="-122"/>
                <a:ea typeface="报隶-简" panose="02010600040101010101" charset="-122"/>
                <a:cs typeface="+mn-ea"/>
                <a:sym typeface="+mn-lt"/>
              </a:endParaRPr>
            </a:p>
          </p:txBody>
        </p:sp>
        <p:grpSp>
          <p:nvGrpSpPr>
            <p:cNvPr id="13" name="组合 12"/>
            <p:cNvGrpSpPr/>
            <p:nvPr/>
          </p:nvGrpSpPr>
          <p:grpSpPr>
            <a:xfrm>
              <a:off x="284882" y="369226"/>
              <a:ext cx="542432" cy="542432"/>
              <a:chOff x="4058577" y="4375150"/>
              <a:chExt cx="1384300" cy="1384300"/>
            </a:xfrm>
          </p:grpSpPr>
          <p:sp>
            <p:nvSpPr>
              <p:cNvPr id="9" name="椭圆 8"/>
              <p:cNvSpPr/>
              <p:nvPr/>
            </p:nvSpPr>
            <p:spPr>
              <a:xfrm>
                <a:off x="4058577" y="4375150"/>
                <a:ext cx="1384300" cy="1384300"/>
              </a:xfrm>
              <a:prstGeom prst="ellipse">
                <a:avLst/>
              </a:prstGeom>
              <a:gradFill flip="none" rotWithShape="1">
                <a:gsLst>
                  <a:gs pos="38000">
                    <a:srgbClr val="62EFFE"/>
                  </a:gs>
                  <a:gs pos="90000">
                    <a:srgbClr val="02ECFE"/>
                  </a:gs>
                </a:gsLst>
                <a:lin ang="54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a:solidFill>
                    <a:schemeClr val="tx1">
                      <a:lumMod val="85000"/>
                      <a:lumOff val="15000"/>
                    </a:schemeClr>
                  </a:solidFill>
                  <a:latin typeface="思源黑体 CN Bold" panose="020B0800000000000000" pitchFamily="34" charset="-122"/>
                  <a:ea typeface="思源黑体 CN Bold" panose="020B0800000000000000" pitchFamily="34" charset="-122"/>
                  <a:cs typeface="+mn-ea"/>
                </a:endParaRPr>
              </a:p>
            </p:txBody>
          </p:sp>
          <p:pic>
            <p:nvPicPr>
              <p:cNvPr id="11" name="图片 10"/>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4311650" y="4619625"/>
                <a:ext cx="889000" cy="889000"/>
              </a:xfrm>
              <a:prstGeom prst="rect">
                <a:avLst/>
              </a:prstGeom>
            </p:spPr>
          </p:pic>
        </p:grpSp>
      </p:grpSp>
      <p:sp>
        <p:nvSpPr>
          <p:cNvPr id="12" name="文本框 11"/>
          <p:cNvSpPr txBox="1"/>
          <p:nvPr/>
        </p:nvSpPr>
        <p:spPr>
          <a:xfrm>
            <a:off x="9031605" y="569557"/>
            <a:ext cx="2705562" cy="337185"/>
          </a:xfrm>
          <a:prstGeom prst="rect">
            <a:avLst/>
          </a:prstGeom>
          <a:noFill/>
        </p:spPr>
        <p:txBody>
          <a:bodyPr wrap="square" rtlCol="0">
            <a:spAutoFit/>
          </a:bodyPr>
          <a:lstStyle/>
          <a:p>
            <a:pPr algn="dist"/>
            <a:r>
              <a:rPr lang="zh-CN" altLang="en-US" sz="1600" b="1" dirty="0">
                <a:solidFill>
                  <a:schemeClr val="tx1"/>
                </a:solidFill>
                <a:latin typeface="思源黑体 CN Normal" panose="020B0400000000000000" pitchFamily="34" charset="-122"/>
                <a:ea typeface="思源黑体 CN Normal" panose="020B0400000000000000" pitchFamily="34" charset="-122"/>
                <a:cs typeface="+mn-ea"/>
                <a:sym typeface="+mn-lt"/>
              </a:rPr>
              <a:t>20</a:t>
            </a:r>
            <a:r>
              <a:rPr lang="en-US" altLang="zh-CN" sz="1600" b="1" dirty="0">
                <a:solidFill>
                  <a:schemeClr val="tx1"/>
                </a:solidFill>
                <a:latin typeface="思源黑体 CN Normal" panose="020B0400000000000000" pitchFamily="34" charset="-122"/>
                <a:ea typeface="思源黑体 CN Normal" panose="020B0400000000000000" pitchFamily="34" charset="-122"/>
                <a:cs typeface="+mn-ea"/>
                <a:sym typeface="+mn-lt"/>
              </a:rPr>
              <a:t>23Google</a:t>
            </a:r>
            <a:r>
              <a:rPr lang="zh-CN" altLang="en-US" sz="1600" b="1" dirty="0">
                <a:solidFill>
                  <a:schemeClr val="tx1"/>
                </a:solidFill>
                <a:latin typeface="思源黑体 CN Normal" panose="020B0400000000000000" pitchFamily="34" charset="-122"/>
                <a:ea typeface="思源黑体 CN Normal" panose="020B0400000000000000" pitchFamily="34" charset="-122"/>
                <a:cs typeface="+mn-ea"/>
                <a:sym typeface="+mn-lt"/>
              </a:rPr>
              <a:t>开发者大会</a:t>
            </a:r>
            <a:endParaRPr lang="zh-CN" altLang="en-US" sz="1600" b="1" dirty="0">
              <a:solidFill>
                <a:schemeClr val="tx1"/>
              </a:solidFill>
              <a:latin typeface="思源黑体 CN Normal" panose="020B0400000000000000" pitchFamily="34" charset="-122"/>
              <a:ea typeface="思源黑体 CN Normal" panose="020B0400000000000000" pitchFamily="34" charset="-122"/>
              <a:cs typeface="+mn-ea"/>
              <a:sym typeface="+mn-lt"/>
            </a:endParaRPr>
          </a:p>
        </p:txBody>
      </p:sp>
      <p:graphicFrame>
        <p:nvGraphicFramePr>
          <p:cNvPr id="16" name="表格 15"/>
          <p:cNvGraphicFramePr/>
          <p:nvPr>
            <p:custDataLst>
              <p:tags r:id="rId2"/>
            </p:custDataLst>
          </p:nvPr>
        </p:nvGraphicFramePr>
        <p:xfrm>
          <a:off x="1640205" y="1631315"/>
          <a:ext cx="1361440" cy="3707130"/>
        </p:xfrm>
        <a:graphic>
          <a:graphicData uri="http://schemas.openxmlformats.org/drawingml/2006/table">
            <a:tbl>
              <a:tblPr firstRow="1" bandRow="1">
                <a:tableStyleId>{5C22544A-7EE6-4342-B048-85BDC9FD1C3A}</a:tableStyleId>
              </a:tblPr>
              <a:tblGrid>
                <a:gridCol w="387350"/>
                <a:gridCol w="974090"/>
              </a:tblGrid>
              <a:tr h="304800">
                <a:tc>
                  <a:txBody>
                    <a:bodyPr/>
                    <a:p>
                      <a:pPr indent="0" algn="ctr">
                        <a:buNone/>
                      </a:pPr>
                      <a:r>
                        <a:rPr lang="zh-CN" sz="900" b="1">
                          <a:solidFill>
                            <a:srgbClr val="000000"/>
                          </a:solidFill>
                          <a:latin typeface="Arial" panose="020B0604020202020204" pitchFamily="34" charset="0"/>
                          <a:ea typeface="宋体" pitchFamily="2" charset="-122"/>
                        </a:rPr>
                        <a:t>序号</a:t>
                      </a:r>
                      <a:endParaRPr lang="zh-CN" altLang="en-US" sz="900" b="1">
                        <a:solidFill>
                          <a:srgbClr val="000000"/>
                        </a:solidFill>
                        <a:latin typeface="Arial" panose="020B0604020202020204" pitchFamily="34" charset="0"/>
                        <a:ea typeface="宋体" pitchFamily="2" charset="-122"/>
                      </a:endParaRPr>
                    </a:p>
                  </a:txBody>
                  <a:tcPr marL="12700" marR="12700" marT="12700" vert="horz"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a:p>
                      <a:pPr indent="0" algn="ctr">
                        <a:buNone/>
                      </a:pPr>
                      <a:r>
                        <a:rPr lang="zh-CN" sz="900" b="1">
                          <a:solidFill>
                            <a:srgbClr val="000000"/>
                          </a:solidFill>
                          <a:latin typeface="Arial" panose="020B0604020202020204" pitchFamily="34" charset="0"/>
                          <a:ea typeface="宋体" pitchFamily="2" charset="-122"/>
                        </a:rPr>
                        <a:t>字段名称</a:t>
                      </a:r>
                      <a:endParaRPr lang="zh-CN" altLang="en-US" sz="900" b="1">
                        <a:solidFill>
                          <a:srgbClr val="000000"/>
                        </a:solidFill>
                        <a:latin typeface="Arial" panose="020B0604020202020204" pitchFamily="34" charset="0"/>
                        <a:ea typeface="宋体" pitchFamily="2" charset="-122"/>
                      </a:endParaRPr>
                    </a:p>
                  </a:txBody>
                  <a:tcPr marL="12700" marR="12700" marT="12700" vert="horz"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r>
              <a:tr h="434340">
                <a:tc>
                  <a:txBody>
                    <a:bodyPr/>
                    <a:p>
                      <a:pPr indent="0" algn="ctr">
                        <a:buNone/>
                      </a:pPr>
                      <a:r>
                        <a:rPr lang="en-US" sz="900" b="1">
                          <a:solidFill>
                            <a:srgbClr val="000000"/>
                          </a:solidFill>
                          <a:latin typeface="宋体" pitchFamily="2" charset="-122"/>
                        </a:rPr>
                        <a:t>1</a:t>
                      </a:r>
                      <a:endParaRPr lang="en-US" altLang="en-US" sz="900" b="1">
                        <a:solidFill>
                          <a:srgbClr val="000000"/>
                        </a:solidFill>
                        <a:latin typeface="宋体" pitchFamily="2" charset="-122"/>
                      </a:endParaRPr>
                    </a:p>
                  </a:txBody>
                  <a:tcPr marL="12700" marR="12700" marT="12700" vert="horz"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a:p>
                      <a:pPr indent="0">
                        <a:buNone/>
                      </a:pPr>
                      <a:r>
                        <a:rPr lang="zh-CN" sz="900" b="1">
                          <a:solidFill>
                            <a:srgbClr val="000000"/>
                          </a:solidFill>
                          <a:latin typeface="Arial" panose="020B0604020202020204" pitchFamily="34" charset="0"/>
                          <a:ea typeface="宋体" pitchFamily="2" charset="-122"/>
                        </a:rPr>
                        <a:t>唯一标识</a:t>
                      </a:r>
                      <a:endParaRPr lang="zh-CN" altLang="en-US" sz="900" b="1">
                        <a:solidFill>
                          <a:srgbClr val="000000"/>
                        </a:solidFill>
                        <a:latin typeface="Arial" panose="020B0604020202020204" pitchFamily="34" charset="0"/>
                        <a:ea typeface="宋体" pitchFamily="2" charset="-122"/>
                      </a:endParaRPr>
                    </a:p>
                  </a:txBody>
                  <a:tcPr marL="12700" marR="12700" marT="12700" vert="horz"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r>
              <a:tr h="381000">
                <a:tc>
                  <a:txBody>
                    <a:bodyPr/>
                    <a:p>
                      <a:pPr indent="0" algn="ctr">
                        <a:buNone/>
                      </a:pPr>
                      <a:r>
                        <a:rPr lang="en-US" sz="900" b="1">
                          <a:solidFill>
                            <a:srgbClr val="000000"/>
                          </a:solidFill>
                          <a:latin typeface="宋体" pitchFamily="2" charset="-122"/>
                        </a:rPr>
                        <a:t>2</a:t>
                      </a:r>
                      <a:endParaRPr lang="en-US" altLang="en-US" sz="900" b="1">
                        <a:solidFill>
                          <a:srgbClr val="000000"/>
                        </a:solidFill>
                        <a:latin typeface="宋体" pitchFamily="2" charset="-122"/>
                      </a:endParaRPr>
                    </a:p>
                  </a:txBody>
                  <a:tcPr marL="12700" marR="12700" marT="12700" vert="horz"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a:p>
                      <a:pPr indent="0">
                        <a:buNone/>
                      </a:pPr>
                      <a:r>
                        <a:rPr lang="en-US" sz="900" b="1">
                          <a:solidFill>
                            <a:srgbClr val="FF0000"/>
                          </a:solidFill>
                          <a:latin typeface="宋体" pitchFamily="2" charset="-122"/>
                        </a:rPr>
                        <a:t>flag</a:t>
                      </a:r>
                      <a:endParaRPr lang="en-US" altLang="en-US" sz="900" b="1">
                        <a:solidFill>
                          <a:srgbClr val="FF0000"/>
                        </a:solidFill>
                        <a:latin typeface="宋体" pitchFamily="2" charset="-122"/>
                      </a:endParaRPr>
                    </a:p>
                  </a:txBody>
                  <a:tcPr marL="12700" marR="12700" marT="12700" vert="horz"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r>
              <a:tr h="240030">
                <a:tc>
                  <a:txBody>
                    <a:bodyPr/>
                    <a:p>
                      <a:pPr indent="0" algn="ctr">
                        <a:buNone/>
                      </a:pPr>
                      <a:r>
                        <a:rPr lang="en-US" sz="900" b="1">
                          <a:solidFill>
                            <a:srgbClr val="000000"/>
                          </a:solidFill>
                          <a:latin typeface="宋体" pitchFamily="2" charset="-122"/>
                        </a:rPr>
                        <a:t>3</a:t>
                      </a:r>
                      <a:endParaRPr lang="en-US" altLang="en-US" sz="900" b="1">
                        <a:solidFill>
                          <a:srgbClr val="000000"/>
                        </a:solidFill>
                        <a:latin typeface="宋体" pitchFamily="2" charset="-122"/>
                      </a:endParaRPr>
                    </a:p>
                  </a:txBody>
                  <a:tcPr marL="12700" marR="12700" marT="12700" vert="horz"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a:p>
                      <a:pPr indent="0">
                        <a:buNone/>
                      </a:pPr>
                      <a:r>
                        <a:rPr lang="zh-CN" sz="900" b="1">
                          <a:solidFill>
                            <a:srgbClr val="000000"/>
                          </a:solidFill>
                          <a:latin typeface="Arial" panose="020B0604020202020204" pitchFamily="34" charset="0"/>
                          <a:ea typeface="宋体" pitchFamily="2" charset="-122"/>
                        </a:rPr>
                        <a:t>总评分</a:t>
                      </a:r>
                      <a:endParaRPr lang="zh-CN" altLang="en-US" sz="900" b="1">
                        <a:solidFill>
                          <a:srgbClr val="000000"/>
                        </a:solidFill>
                        <a:latin typeface="Arial" panose="020B0604020202020204" pitchFamily="34" charset="0"/>
                        <a:ea typeface="宋体" pitchFamily="2" charset="-122"/>
                      </a:endParaRPr>
                    </a:p>
                  </a:txBody>
                  <a:tcPr marL="12700" marR="12700" marT="12700" vert="horz"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r>
              <a:tr h="195580">
                <a:tc>
                  <a:txBody>
                    <a:bodyPr/>
                    <a:p>
                      <a:pPr indent="0" algn="ctr">
                        <a:buNone/>
                      </a:pPr>
                      <a:r>
                        <a:rPr lang="en-US" sz="900" b="1">
                          <a:solidFill>
                            <a:srgbClr val="000000"/>
                          </a:solidFill>
                          <a:latin typeface="宋体" pitchFamily="2" charset="-122"/>
                        </a:rPr>
                        <a:t>4</a:t>
                      </a:r>
                      <a:endParaRPr lang="en-US" altLang="en-US" sz="900" b="1">
                        <a:solidFill>
                          <a:srgbClr val="000000"/>
                        </a:solidFill>
                        <a:latin typeface="宋体" pitchFamily="2" charset="-122"/>
                      </a:endParaRPr>
                    </a:p>
                  </a:txBody>
                  <a:tcPr marL="12700" marR="12700" marT="12700" vert="horz"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a:p>
                      <a:pPr indent="0">
                        <a:buNone/>
                      </a:pPr>
                      <a:r>
                        <a:rPr lang="zh-CN" sz="900" b="1">
                          <a:solidFill>
                            <a:srgbClr val="000000"/>
                          </a:solidFill>
                          <a:latin typeface="Arial" panose="020B0604020202020204" pitchFamily="34" charset="0"/>
                          <a:ea typeface="宋体" pitchFamily="2" charset="-122"/>
                        </a:rPr>
                        <a:t>住院号</a:t>
                      </a:r>
                      <a:endParaRPr lang="zh-CN" altLang="en-US" sz="900" b="1">
                        <a:solidFill>
                          <a:srgbClr val="000000"/>
                        </a:solidFill>
                        <a:latin typeface="Arial" panose="020B0604020202020204" pitchFamily="34" charset="0"/>
                        <a:ea typeface="宋体" pitchFamily="2" charset="-122"/>
                      </a:endParaRPr>
                    </a:p>
                  </a:txBody>
                  <a:tcPr marL="12700" marR="12700" marT="12700" vert="horz"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r>
              <a:tr h="195580">
                <a:tc>
                  <a:txBody>
                    <a:bodyPr/>
                    <a:p>
                      <a:pPr indent="0" algn="ctr">
                        <a:buNone/>
                      </a:pPr>
                      <a:r>
                        <a:rPr lang="en-US" sz="900" b="1">
                          <a:solidFill>
                            <a:srgbClr val="000000"/>
                          </a:solidFill>
                          <a:latin typeface="宋体" pitchFamily="2" charset="-122"/>
                        </a:rPr>
                        <a:t>5</a:t>
                      </a:r>
                      <a:endParaRPr lang="en-US" altLang="en-US" sz="900" b="1">
                        <a:solidFill>
                          <a:srgbClr val="000000"/>
                        </a:solidFill>
                        <a:latin typeface="宋体" pitchFamily="2" charset="-122"/>
                      </a:endParaRPr>
                    </a:p>
                  </a:txBody>
                  <a:tcPr marL="12700" marR="12700" marT="12700" vert="horz"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a:p>
                      <a:pPr indent="0">
                        <a:buNone/>
                      </a:pPr>
                      <a:r>
                        <a:rPr lang="zh-CN" sz="900" b="1">
                          <a:solidFill>
                            <a:srgbClr val="000000"/>
                          </a:solidFill>
                          <a:latin typeface="Arial" panose="020B0604020202020204" pitchFamily="34" charset="0"/>
                          <a:ea typeface="宋体" pitchFamily="2" charset="-122"/>
                        </a:rPr>
                        <a:t>住院次数</a:t>
                      </a:r>
                      <a:endParaRPr lang="zh-CN" altLang="en-US" sz="900" b="1">
                        <a:solidFill>
                          <a:srgbClr val="000000"/>
                        </a:solidFill>
                        <a:latin typeface="Arial" panose="020B0604020202020204" pitchFamily="34" charset="0"/>
                        <a:ea typeface="宋体" pitchFamily="2" charset="-122"/>
                      </a:endParaRPr>
                    </a:p>
                  </a:txBody>
                  <a:tcPr marL="12700" marR="12700" marT="12700" vert="horz"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r>
              <a:tr h="195580">
                <a:tc>
                  <a:txBody>
                    <a:bodyPr/>
                    <a:p>
                      <a:pPr indent="0" algn="ctr">
                        <a:buNone/>
                      </a:pPr>
                      <a:r>
                        <a:rPr lang="en-US" sz="900" b="1">
                          <a:solidFill>
                            <a:srgbClr val="000000"/>
                          </a:solidFill>
                          <a:latin typeface="宋体" pitchFamily="2" charset="-122"/>
                        </a:rPr>
                        <a:t>6</a:t>
                      </a:r>
                      <a:endParaRPr lang="en-US" altLang="en-US" sz="900" b="1">
                        <a:solidFill>
                          <a:srgbClr val="000000"/>
                        </a:solidFill>
                        <a:latin typeface="宋体" pitchFamily="2" charset="-122"/>
                      </a:endParaRPr>
                    </a:p>
                  </a:txBody>
                  <a:tcPr marL="12700" marR="12700" marT="12700" vert="horz"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a:p>
                      <a:pPr indent="0">
                        <a:buNone/>
                      </a:pPr>
                      <a:r>
                        <a:rPr lang="zh-CN" sz="900" b="1">
                          <a:solidFill>
                            <a:srgbClr val="000000"/>
                          </a:solidFill>
                          <a:latin typeface="Arial" panose="020B0604020202020204" pitchFamily="34" charset="0"/>
                          <a:ea typeface="宋体" pitchFamily="2" charset="-122"/>
                        </a:rPr>
                        <a:t>性别</a:t>
                      </a:r>
                      <a:endParaRPr lang="zh-CN" altLang="en-US" sz="900" b="1">
                        <a:solidFill>
                          <a:srgbClr val="000000"/>
                        </a:solidFill>
                        <a:latin typeface="Arial" panose="020B0604020202020204" pitchFamily="34" charset="0"/>
                        <a:ea typeface="宋体" pitchFamily="2" charset="-122"/>
                      </a:endParaRPr>
                    </a:p>
                  </a:txBody>
                  <a:tcPr marL="12700" marR="12700" marT="12700" vert="horz"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r>
              <a:tr h="195580">
                <a:tc>
                  <a:txBody>
                    <a:bodyPr/>
                    <a:p>
                      <a:pPr indent="0" algn="ctr">
                        <a:buNone/>
                      </a:pPr>
                      <a:r>
                        <a:rPr lang="en-US" sz="900" b="1">
                          <a:solidFill>
                            <a:srgbClr val="000000"/>
                          </a:solidFill>
                          <a:latin typeface="宋体" pitchFamily="2" charset="-122"/>
                        </a:rPr>
                        <a:t>7</a:t>
                      </a:r>
                      <a:endParaRPr lang="en-US" altLang="en-US" sz="900" b="1">
                        <a:solidFill>
                          <a:srgbClr val="000000"/>
                        </a:solidFill>
                        <a:latin typeface="宋体" pitchFamily="2" charset="-122"/>
                      </a:endParaRPr>
                    </a:p>
                  </a:txBody>
                  <a:tcPr marL="12700" marR="12700" marT="12700" vert="horz"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a:p>
                      <a:pPr indent="0">
                        <a:buNone/>
                      </a:pPr>
                      <a:r>
                        <a:rPr lang="zh-CN" sz="900" b="1">
                          <a:solidFill>
                            <a:srgbClr val="000000"/>
                          </a:solidFill>
                          <a:latin typeface="Arial" panose="020B0604020202020204" pitchFamily="34" charset="0"/>
                          <a:ea typeface="宋体" pitchFamily="2" charset="-122"/>
                        </a:rPr>
                        <a:t>民族</a:t>
                      </a:r>
                      <a:endParaRPr lang="zh-CN" altLang="en-US" sz="900" b="1">
                        <a:solidFill>
                          <a:srgbClr val="000000"/>
                        </a:solidFill>
                        <a:latin typeface="Arial" panose="020B0604020202020204" pitchFamily="34" charset="0"/>
                        <a:ea typeface="宋体" pitchFamily="2" charset="-122"/>
                      </a:endParaRPr>
                    </a:p>
                  </a:txBody>
                  <a:tcPr marL="12700" marR="12700" marT="12700" vert="horz"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r>
              <a:tr h="195580">
                <a:tc>
                  <a:txBody>
                    <a:bodyPr/>
                    <a:p>
                      <a:pPr indent="0" algn="ctr">
                        <a:buNone/>
                      </a:pPr>
                      <a:r>
                        <a:rPr lang="en-US" sz="900" b="1">
                          <a:solidFill>
                            <a:srgbClr val="000000"/>
                          </a:solidFill>
                          <a:latin typeface="宋体" pitchFamily="2" charset="-122"/>
                        </a:rPr>
                        <a:t>8</a:t>
                      </a:r>
                      <a:endParaRPr lang="en-US" altLang="en-US" sz="900" b="1">
                        <a:solidFill>
                          <a:srgbClr val="000000"/>
                        </a:solidFill>
                        <a:latin typeface="宋体" pitchFamily="2" charset="-122"/>
                      </a:endParaRPr>
                    </a:p>
                  </a:txBody>
                  <a:tcPr marL="12700" marR="12700" marT="12700" vert="horz"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a:p>
                      <a:pPr indent="0">
                        <a:buNone/>
                      </a:pPr>
                      <a:r>
                        <a:rPr lang="zh-CN" sz="900" b="1">
                          <a:solidFill>
                            <a:srgbClr val="000000"/>
                          </a:solidFill>
                          <a:latin typeface="Arial" panose="020B0604020202020204" pitchFamily="34" charset="0"/>
                          <a:ea typeface="宋体" pitchFamily="2" charset="-122"/>
                        </a:rPr>
                        <a:t>身高</a:t>
                      </a:r>
                      <a:endParaRPr lang="zh-CN" altLang="en-US" sz="900" b="1">
                        <a:solidFill>
                          <a:srgbClr val="000000"/>
                        </a:solidFill>
                        <a:latin typeface="Arial" panose="020B0604020202020204" pitchFamily="34" charset="0"/>
                        <a:ea typeface="宋体" pitchFamily="2" charset="-122"/>
                      </a:endParaRPr>
                    </a:p>
                  </a:txBody>
                  <a:tcPr marL="12700" marR="12700" marT="12700" vert="horz"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r>
              <a:tr h="195580">
                <a:tc>
                  <a:txBody>
                    <a:bodyPr/>
                    <a:p>
                      <a:pPr indent="0" algn="ctr">
                        <a:buNone/>
                      </a:pPr>
                      <a:r>
                        <a:rPr lang="en-US" sz="900" b="1">
                          <a:solidFill>
                            <a:srgbClr val="000000"/>
                          </a:solidFill>
                          <a:latin typeface="宋体" pitchFamily="2" charset="-122"/>
                        </a:rPr>
                        <a:t>9</a:t>
                      </a:r>
                      <a:endParaRPr lang="en-US" altLang="en-US" sz="900" b="1">
                        <a:solidFill>
                          <a:srgbClr val="000000"/>
                        </a:solidFill>
                        <a:latin typeface="宋体" pitchFamily="2" charset="-122"/>
                      </a:endParaRPr>
                    </a:p>
                  </a:txBody>
                  <a:tcPr marL="12700" marR="12700" marT="12700" vert="horz"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a:p>
                      <a:pPr indent="0">
                        <a:buNone/>
                      </a:pPr>
                      <a:r>
                        <a:rPr lang="zh-CN" sz="900" b="1">
                          <a:solidFill>
                            <a:srgbClr val="000000"/>
                          </a:solidFill>
                          <a:latin typeface="Arial" panose="020B0604020202020204" pitchFamily="34" charset="0"/>
                          <a:ea typeface="宋体" pitchFamily="2" charset="-122"/>
                        </a:rPr>
                        <a:t>体重</a:t>
                      </a:r>
                      <a:endParaRPr lang="zh-CN" altLang="en-US" sz="900" b="1">
                        <a:solidFill>
                          <a:srgbClr val="000000"/>
                        </a:solidFill>
                        <a:latin typeface="Arial" panose="020B0604020202020204" pitchFamily="34" charset="0"/>
                        <a:ea typeface="宋体" pitchFamily="2" charset="-122"/>
                      </a:endParaRPr>
                    </a:p>
                  </a:txBody>
                  <a:tcPr marL="12700" marR="12700" marT="12700" vert="horz"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r>
              <a:tr h="195580">
                <a:tc>
                  <a:txBody>
                    <a:bodyPr/>
                    <a:p>
                      <a:pPr indent="0" algn="ctr">
                        <a:buNone/>
                      </a:pPr>
                      <a:r>
                        <a:rPr lang="en-US" sz="900" b="1">
                          <a:solidFill>
                            <a:srgbClr val="000000"/>
                          </a:solidFill>
                          <a:latin typeface="宋体" pitchFamily="2" charset="-122"/>
                        </a:rPr>
                        <a:t>10</a:t>
                      </a:r>
                      <a:endParaRPr lang="en-US" altLang="en-US" sz="900" b="1">
                        <a:solidFill>
                          <a:srgbClr val="000000"/>
                        </a:solidFill>
                        <a:latin typeface="宋体" pitchFamily="2" charset="-122"/>
                      </a:endParaRPr>
                    </a:p>
                  </a:txBody>
                  <a:tcPr marL="12700" marR="12700" marT="12700" vert="horz"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a:p>
                      <a:pPr indent="0">
                        <a:buNone/>
                      </a:pPr>
                      <a:r>
                        <a:rPr lang="zh-CN" sz="900" b="1">
                          <a:solidFill>
                            <a:srgbClr val="000000"/>
                          </a:solidFill>
                          <a:latin typeface="Arial" panose="020B0604020202020204" pitchFamily="34" charset="0"/>
                          <a:ea typeface="宋体" pitchFamily="2" charset="-122"/>
                        </a:rPr>
                        <a:t>心率</a:t>
                      </a:r>
                      <a:endParaRPr lang="zh-CN" altLang="en-US" sz="900" b="1">
                        <a:solidFill>
                          <a:srgbClr val="000000"/>
                        </a:solidFill>
                        <a:latin typeface="Arial" panose="020B0604020202020204" pitchFamily="34" charset="0"/>
                        <a:ea typeface="宋体" pitchFamily="2" charset="-122"/>
                      </a:endParaRPr>
                    </a:p>
                  </a:txBody>
                  <a:tcPr marL="12700" marR="12700" marT="12700" vert="horz"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r>
              <a:tr h="195580">
                <a:tc>
                  <a:txBody>
                    <a:bodyPr/>
                    <a:p>
                      <a:pPr indent="0" algn="ctr">
                        <a:buNone/>
                      </a:pPr>
                      <a:r>
                        <a:rPr lang="en-US" sz="900" b="1">
                          <a:solidFill>
                            <a:srgbClr val="000000"/>
                          </a:solidFill>
                          <a:latin typeface="宋体" pitchFamily="2" charset="-122"/>
                        </a:rPr>
                        <a:t>11</a:t>
                      </a:r>
                      <a:endParaRPr lang="en-US" altLang="en-US" sz="900" b="1">
                        <a:solidFill>
                          <a:srgbClr val="000000"/>
                        </a:solidFill>
                        <a:latin typeface="宋体" pitchFamily="2" charset="-122"/>
                      </a:endParaRPr>
                    </a:p>
                  </a:txBody>
                  <a:tcPr marL="12700" marR="12700" marT="12700" vert="horz"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a:p>
                      <a:pPr indent="0">
                        <a:buNone/>
                      </a:pPr>
                      <a:r>
                        <a:rPr lang="zh-CN" sz="900" b="1">
                          <a:solidFill>
                            <a:srgbClr val="000000"/>
                          </a:solidFill>
                          <a:latin typeface="Arial" panose="020B0604020202020204" pitchFamily="34" charset="0"/>
                          <a:ea typeface="宋体" pitchFamily="2" charset="-122"/>
                        </a:rPr>
                        <a:t>呼吸</a:t>
                      </a:r>
                      <a:endParaRPr lang="zh-CN" altLang="en-US" sz="900" b="1">
                        <a:solidFill>
                          <a:srgbClr val="000000"/>
                        </a:solidFill>
                        <a:latin typeface="Arial" panose="020B0604020202020204" pitchFamily="34" charset="0"/>
                        <a:ea typeface="宋体" pitchFamily="2" charset="-122"/>
                      </a:endParaRPr>
                    </a:p>
                  </a:txBody>
                  <a:tcPr marL="12700" marR="12700" marT="12700" vert="horz"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r>
              <a:tr h="195580">
                <a:tc>
                  <a:txBody>
                    <a:bodyPr/>
                    <a:p>
                      <a:pPr indent="0" algn="ctr">
                        <a:buNone/>
                      </a:pPr>
                      <a:r>
                        <a:rPr lang="en-US" sz="900" b="1">
                          <a:solidFill>
                            <a:srgbClr val="000000"/>
                          </a:solidFill>
                          <a:latin typeface="宋体" pitchFamily="2" charset="-122"/>
                        </a:rPr>
                        <a:t>12</a:t>
                      </a:r>
                      <a:endParaRPr lang="en-US" altLang="en-US" sz="900" b="1">
                        <a:solidFill>
                          <a:srgbClr val="000000"/>
                        </a:solidFill>
                        <a:latin typeface="宋体" pitchFamily="2" charset="-122"/>
                      </a:endParaRPr>
                    </a:p>
                  </a:txBody>
                  <a:tcPr marL="12700" marR="12700" marT="12700" vert="horz"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a:p>
                      <a:pPr indent="0">
                        <a:buNone/>
                      </a:pPr>
                      <a:r>
                        <a:rPr lang="zh-CN" sz="900" b="1">
                          <a:solidFill>
                            <a:srgbClr val="000000"/>
                          </a:solidFill>
                          <a:latin typeface="Arial" panose="020B0604020202020204" pitchFamily="34" charset="0"/>
                          <a:ea typeface="宋体" pitchFamily="2" charset="-122"/>
                        </a:rPr>
                        <a:t>收缩压</a:t>
                      </a:r>
                      <a:endParaRPr lang="zh-CN" altLang="en-US" sz="900" b="1">
                        <a:solidFill>
                          <a:srgbClr val="000000"/>
                        </a:solidFill>
                        <a:latin typeface="Arial" panose="020B0604020202020204" pitchFamily="34" charset="0"/>
                        <a:ea typeface="宋体" pitchFamily="2" charset="-122"/>
                      </a:endParaRPr>
                    </a:p>
                  </a:txBody>
                  <a:tcPr marL="12700" marR="12700" marT="12700" vert="horz"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r>
              <a:tr h="195580">
                <a:tc>
                  <a:txBody>
                    <a:bodyPr/>
                    <a:p>
                      <a:pPr indent="0" algn="ctr">
                        <a:buNone/>
                      </a:pPr>
                      <a:r>
                        <a:rPr lang="en-US" sz="900" b="1">
                          <a:solidFill>
                            <a:srgbClr val="000000"/>
                          </a:solidFill>
                          <a:latin typeface="宋体" pitchFamily="2" charset="-122"/>
                        </a:rPr>
                        <a:t>13</a:t>
                      </a:r>
                      <a:endParaRPr lang="en-US" altLang="en-US" sz="900" b="1">
                        <a:solidFill>
                          <a:srgbClr val="000000"/>
                        </a:solidFill>
                        <a:latin typeface="宋体" pitchFamily="2" charset="-122"/>
                      </a:endParaRPr>
                    </a:p>
                  </a:txBody>
                  <a:tcPr marL="12700" marR="12700" marT="12700" vert="horz"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a:p>
                      <a:pPr indent="0">
                        <a:buNone/>
                      </a:pPr>
                      <a:r>
                        <a:rPr lang="zh-CN" sz="900" b="1">
                          <a:solidFill>
                            <a:srgbClr val="000000"/>
                          </a:solidFill>
                          <a:latin typeface="Arial" panose="020B0604020202020204" pitchFamily="34" charset="0"/>
                          <a:ea typeface="宋体" pitchFamily="2" charset="-122"/>
                        </a:rPr>
                        <a:t>舒张压</a:t>
                      </a:r>
                      <a:endParaRPr lang="zh-CN" altLang="en-US" sz="900" b="1">
                        <a:solidFill>
                          <a:srgbClr val="000000"/>
                        </a:solidFill>
                        <a:latin typeface="Arial" panose="020B0604020202020204" pitchFamily="34" charset="0"/>
                        <a:ea typeface="宋体" pitchFamily="2" charset="-122"/>
                      </a:endParaRPr>
                    </a:p>
                  </a:txBody>
                  <a:tcPr marL="12700" marR="12700" marT="12700" vert="horz"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r>
              <a:tr h="195580">
                <a:tc>
                  <a:txBody>
                    <a:bodyPr/>
                    <a:p>
                      <a:pPr indent="0" algn="ctr">
                        <a:buNone/>
                      </a:pPr>
                      <a:r>
                        <a:rPr lang="en-US" sz="900" b="1">
                          <a:solidFill>
                            <a:srgbClr val="000000"/>
                          </a:solidFill>
                          <a:latin typeface="宋体" pitchFamily="2" charset="-122"/>
                        </a:rPr>
                        <a:t>14</a:t>
                      </a:r>
                      <a:endParaRPr lang="en-US" altLang="en-US" sz="900" b="1">
                        <a:solidFill>
                          <a:srgbClr val="000000"/>
                        </a:solidFill>
                        <a:latin typeface="宋体" pitchFamily="2" charset="-122"/>
                      </a:endParaRPr>
                    </a:p>
                  </a:txBody>
                  <a:tcPr marL="12700" marR="12700" marT="12700" vert="horz"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a:p>
                      <a:pPr indent="0">
                        <a:buNone/>
                      </a:pPr>
                      <a:r>
                        <a:rPr lang="zh-CN" sz="900" b="1">
                          <a:solidFill>
                            <a:srgbClr val="000000"/>
                          </a:solidFill>
                          <a:latin typeface="Arial" panose="020B0604020202020204" pitchFamily="34" charset="0"/>
                          <a:ea typeface="宋体" pitchFamily="2" charset="-122"/>
                        </a:rPr>
                        <a:t>诊断</a:t>
                      </a:r>
                      <a:endParaRPr lang="zh-CN" altLang="en-US" sz="900" b="1">
                        <a:solidFill>
                          <a:srgbClr val="000000"/>
                        </a:solidFill>
                        <a:latin typeface="Arial" panose="020B0604020202020204" pitchFamily="34" charset="0"/>
                        <a:ea typeface="宋体" pitchFamily="2" charset="-122"/>
                      </a:endParaRPr>
                    </a:p>
                  </a:txBody>
                  <a:tcPr marL="12700" marR="12700" marT="12700" vert="horz"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r>
              <a:tr h="195580">
                <a:tc>
                  <a:txBody>
                    <a:bodyPr/>
                    <a:p>
                      <a:pPr indent="0" algn="ctr">
                        <a:buNone/>
                      </a:pPr>
                      <a:r>
                        <a:rPr lang="en-US" sz="900" b="1">
                          <a:solidFill>
                            <a:srgbClr val="000000"/>
                          </a:solidFill>
                          <a:latin typeface="宋体" pitchFamily="2" charset="-122"/>
                        </a:rPr>
                        <a:t>15</a:t>
                      </a:r>
                      <a:endParaRPr lang="en-US" altLang="en-US" sz="900" b="1">
                        <a:solidFill>
                          <a:srgbClr val="000000"/>
                        </a:solidFill>
                        <a:latin typeface="宋体" pitchFamily="2" charset="-122"/>
                      </a:endParaRPr>
                    </a:p>
                  </a:txBody>
                  <a:tcPr marL="12700" marR="12700" marT="12700" vert="horz"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a:p>
                      <a:pPr indent="0">
                        <a:buNone/>
                      </a:pPr>
                      <a:r>
                        <a:rPr lang="zh-CN" sz="900" b="1">
                          <a:solidFill>
                            <a:srgbClr val="000000"/>
                          </a:solidFill>
                          <a:latin typeface="Arial" panose="020B0604020202020204" pitchFamily="34" charset="0"/>
                          <a:ea typeface="宋体" pitchFamily="2" charset="-122"/>
                        </a:rPr>
                        <a:t>3P试验</a:t>
                      </a:r>
                      <a:endParaRPr lang="zh-CN" altLang="en-US" sz="900" b="1">
                        <a:solidFill>
                          <a:srgbClr val="000000"/>
                        </a:solidFill>
                        <a:latin typeface="Arial" panose="020B0604020202020204" pitchFamily="34" charset="0"/>
                        <a:ea typeface="宋体" pitchFamily="2" charset="-122"/>
                      </a:endParaRPr>
                    </a:p>
                  </a:txBody>
                  <a:tcPr marL="12700" marR="12700" marT="12700" vert="horz"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r>
            </a:tbl>
          </a:graphicData>
        </a:graphic>
      </p:graphicFrame>
      <p:graphicFrame>
        <p:nvGraphicFramePr>
          <p:cNvPr id="20" name="表格 19"/>
          <p:cNvGraphicFramePr/>
          <p:nvPr>
            <p:custDataLst>
              <p:tags r:id="rId3"/>
            </p:custDataLst>
          </p:nvPr>
        </p:nvGraphicFramePr>
        <p:xfrm>
          <a:off x="3122930" y="1631315"/>
          <a:ext cx="1666240" cy="3707130"/>
        </p:xfrm>
        <a:graphic>
          <a:graphicData uri="http://schemas.openxmlformats.org/drawingml/2006/table">
            <a:tbl>
              <a:tblPr firstRow="1" bandRow="1">
                <a:tableStyleId>{5C22544A-7EE6-4342-B048-85BDC9FD1C3A}</a:tableStyleId>
              </a:tblPr>
              <a:tblGrid>
                <a:gridCol w="474345"/>
                <a:gridCol w="1191895"/>
              </a:tblGrid>
              <a:tr h="217170">
                <a:tc>
                  <a:txBody>
                    <a:bodyPr/>
                    <a:p>
                      <a:pPr indent="0" algn="ctr">
                        <a:buNone/>
                      </a:pPr>
                      <a:r>
                        <a:rPr lang="en-US" sz="900" b="1">
                          <a:solidFill>
                            <a:srgbClr val="000000"/>
                          </a:solidFill>
                          <a:latin typeface="宋体" pitchFamily="2" charset="-122"/>
                        </a:rPr>
                        <a:t>16</a:t>
                      </a:r>
                      <a:endParaRPr lang="en-US" altLang="en-US" sz="900" b="1">
                        <a:solidFill>
                          <a:srgbClr val="000000"/>
                        </a:solidFill>
                        <a:latin typeface="宋体" pitchFamily="2" charset="-122"/>
                      </a:endParaRPr>
                    </a:p>
                  </a:txBody>
                  <a:tcPr marL="12700" marR="12700" marT="12700" vert="horz"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a:p>
                      <a:pPr indent="0">
                        <a:buNone/>
                      </a:pPr>
                      <a:r>
                        <a:rPr lang="zh-CN" sz="900" b="1">
                          <a:solidFill>
                            <a:srgbClr val="000000"/>
                          </a:solidFill>
                          <a:latin typeface="Arial" panose="020B0604020202020204" pitchFamily="34" charset="0"/>
                          <a:ea typeface="宋体" pitchFamily="2" charset="-122"/>
                        </a:rPr>
                        <a:t>C反应蛋白</a:t>
                      </a:r>
                      <a:endParaRPr lang="zh-CN" altLang="en-US" sz="900" b="1">
                        <a:solidFill>
                          <a:srgbClr val="000000"/>
                        </a:solidFill>
                        <a:latin typeface="Arial" panose="020B0604020202020204" pitchFamily="34" charset="0"/>
                        <a:ea typeface="宋体" pitchFamily="2" charset="-122"/>
                      </a:endParaRPr>
                    </a:p>
                  </a:txBody>
                  <a:tcPr marL="12700" marR="12700" marT="12700" vert="horz"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chemeClr val="accent4">
                        <a:lumMod val="60000"/>
                        <a:lumOff val="40000"/>
                      </a:schemeClr>
                    </a:solidFill>
                  </a:tcPr>
                </a:tc>
              </a:tr>
              <a:tr h="216535">
                <a:tc>
                  <a:txBody>
                    <a:bodyPr/>
                    <a:p>
                      <a:pPr indent="0" algn="ctr">
                        <a:buNone/>
                      </a:pPr>
                      <a:r>
                        <a:rPr lang="en-US" sz="900" b="1">
                          <a:solidFill>
                            <a:srgbClr val="000000"/>
                          </a:solidFill>
                          <a:latin typeface="宋体" pitchFamily="2" charset="-122"/>
                        </a:rPr>
                        <a:t>17</a:t>
                      </a:r>
                      <a:endParaRPr lang="en-US" altLang="en-US" sz="900" b="1">
                        <a:solidFill>
                          <a:srgbClr val="000000"/>
                        </a:solidFill>
                        <a:latin typeface="宋体" pitchFamily="2" charset="-122"/>
                      </a:endParaRPr>
                    </a:p>
                  </a:txBody>
                  <a:tcPr marL="12700" marR="12700" marT="12700" vert="horz"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a:p>
                      <a:pPr indent="0">
                        <a:buNone/>
                      </a:pPr>
                      <a:r>
                        <a:rPr lang="zh-CN" sz="900" b="1">
                          <a:solidFill>
                            <a:srgbClr val="000000"/>
                          </a:solidFill>
                          <a:latin typeface="Arial" panose="020B0604020202020204" pitchFamily="34" charset="0"/>
                          <a:ea typeface="宋体" pitchFamily="2" charset="-122"/>
                        </a:rPr>
                        <a:t>D-二聚体</a:t>
                      </a:r>
                      <a:endParaRPr lang="zh-CN" altLang="en-US" sz="900" b="1">
                        <a:solidFill>
                          <a:srgbClr val="000000"/>
                        </a:solidFill>
                        <a:latin typeface="Arial" panose="020B0604020202020204" pitchFamily="34" charset="0"/>
                        <a:ea typeface="宋体" pitchFamily="2" charset="-122"/>
                      </a:endParaRPr>
                    </a:p>
                  </a:txBody>
                  <a:tcPr marL="12700" marR="12700" marT="12700" vert="horz"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r>
              <a:tr h="217170">
                <a:tc>
                  <a:txBody>
                    <a:bodyPr/>
                    <a:p>
                      <a:pPr indent="0" algn="ctr">
                        <a:buNone/>
                      </a:pPr>
                      <a:r>
                        <a:rPr lang="en-US" sz="900" b="1">
                          <a:solidFill>
                            <a:srgbClr val="000000"/>
                          </a:solidFill>
                          <a:latin typeface="宋体" pitchFamily="2" charset="-122"/>
                        </a:rPr>
                        <a:t>18</a:t>
                      </a:r>
                      <a:endParaRPr lang="en-US" altLang="en-US" sz="900" b="1">
                        <a:solidFill>
                          <a:srgbClr val="000000"/>
                        </a:solidFill>
                        <a:latin typeface="宋体" pitchFamily="2" charset="-122"/>
                      </a:endParaRPr>
                    </a:p>
                  </a:txBody>
                  <a:tcPr marL="12700" marR="12700" marT="12700" vert="horz"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a:p>
                      <a:pPr indent="0">
                        <a:buNone/>
                      </a:pPr>
                      <a:r>
                        <a:rPr lang="zh-CN" sz="900" b="1">
                          <a:solidFill>
                            <a:srgbClr val="000000"/>
                          </a:solidFill>
                          <a:latin typeface="Arial" panose="020B0604020202020204" pitchFamily="34" charset="0"/>
                          <a:ea typeface="宋体" pitchFamily="2" charset="-122"/>
                        </a:rPr>
                        <a:t>α-淀粉酶</a:t>
                      </a:r>
                      <a:endParaRPr lang="zh-CN" altLang="en-US" sz="900" b="1">
                        <a:solidFill>
                          <a:srgbClr val="000000"/>
                        </a:solidFill>
                        <a:latin typeface="Arial" panose="020B0604020202020204" pitchFamily="34" charset="0"/>
                        <a:ea typeface="宋体" pitchFamily="2" charset="-122"/>
                      </a:endParaRPr>
                    </a:p>
                  </a:txBody>
                  <a:tcPr marL="12700" marR="12700" marT="12700" vert="horz"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chemeClr val="accent6">
                        <a:lumMod val="60000"/>
                        <a:lumOff val="40000"/>
                      </a:schemeClr>
                    </a:solidFill>
                  </a:tcPr>
                </a:tc>
              </a:tr>
              <a:tr h="217170">
                <a:tc>
                  <a:txBody>
                    <a:bodyPr/>
                    <a:p>
                      <a:pPr indent="0" algn="ctr">
                        <a:buNone/>
                      </a:pPr>
                      <a:r>
                        <a:rPr lang="en-US" sz="900" b="1">
                          <a:solidFill>
                            <a:srgbClr val="000000"/>
                          </a:solidFill>
                          <a:latin typeface="宋体" pitchFamily="2" charset="-122"/>
                        </a:rPr>
                        <a:t>19</a:t>
                      </a:r>
                      <a:endParaRPr lang="en-US" altLang="en-US" sz="900" b="1">
                        <a:solidFill>
                          <a:srgbClr val="000000"/>
                        </a:solidFill>
                        <a:latin typeface="宋体" pitchFamily="2" charset="-122"/>
                      </a:endParaRPr>
                    </a:p>
                  </a:txBody>
                  <a:tcPr marL="12700" marR="12700" marT="12700" vert="horz"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a:p>
                      <a:pPr indent="0">
                        <a:buNone/>
                      </a:pPr>
                      <a:r>
                        <a:rPr lang="zh-CN" sz="900" b="1">
                          <a:solidFill>
                            <a:srgbClr val="000000"/>
                          </a:solidFill>
                          <a:latin typeface="Arial" panose="020B0604020202020204" pitchFamily="34" charset="0"/>
                          <a:ea typeface="宋体" pitchFamily="2" charset="-122"/>
                        </a:rPr>
                        <a:t>α-羟丁酸脱氢酶</a:t>
                      </a:r>
                      <a:endParaRPr lang="zh-CN" altLang="en-US" sz="900" b="1">
                        <a:solidFill>
                          <a:srgbClr val="000000"/>
                        </a:solidFill>
                        <a:latin typeface="Arial" panose="020B0604020202020204" pitchFamily="34" charset="0"/>
                        <a:ea typeface="宋体" pitchFamily="2" charset="-122"/>
                      </a:endParaRPr>
                    </a:p>
                  </a:txBody>
                  <a:tcPr marL="12700" marR="12700" marT="12700" vert="horz"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chemeClr val="accent6">
                        <a:lumMod val="60000"/>
                        <a:lumOff val="40000"/>
                      </a:schemeClr>
                    </a:solidFill>
                  </a:tcPr>
                </a:tc>
              </a:tr>
              <a:tr h="216535">
                <a:tc>
                  <a:txBody>
                    <a:bodyPr/>
                    <a:p>
                      <a:pPr indent="0" algn="ctr">
                        <a:buNone/>
                      </a:pPr>
                      <a:r>
                        <a:rPr lang="en-US" sz="900" b="1">
                          <a:solidFill>
                            <a:srgbClr val="000000"/>
                          </a:solidFill>
                          <a:latin typeface="宋体" pitchFamily="2" charset="-122"/>
                        </a:rPr>
                        <a:t>20</a:t>
                      </a:r>
                      <a:endParaRPr lang="en-US" altLang="en-US" sz="900" b="1">
                        <a:solidFill>
                          <a:srgbClr val="000000"/>
                        </a:solidFill>
                        <a:latin typeface="宋体" pitchFamily="2" charset="-122"/>
                      </a:endParaRPr>
                    </a:p>
                  </a:txBody>
                  <a:tcPr marL="12700" marR="12700" marT="12700" vert="horz"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a:p>
                      <a:pPr indent="0">
                        <a:buNone/>
                      </a:pPr>
                      <a:r>
                        <a:rPr lang="zh-CN" sz="900" b="1">
                          <a:solidFill>
                            <a:srgbClr val="000000"/>
                          </a:solidFill>
                          <a:latin typeface="Arial" panose="020B0604020202020204" pitchFamily="34" charset="0"/>
                          <a:ea typeface="宋体" pitchFamily="2" charset="-122"/>
                        </a:rPr>
                        <a:t>α羟丁酸脱氢酶</a:t>
                      </a:r>
                      <a:endParaRPr lang="zh-CN" altLang="en-US" sz="900" b="1">
                        <a:solidFill>
                          <a:srgbClr val="000000"/>
                        </a:solidFill>
                        <a:latin typeface="Arial" panose="020B0604020202020204" pitchFamily="34" charset="0"/>
                        <a:ea typeface="宋体" pitchFamily="2" charset="-122"/>
                      </a:endParaRPr>
                    </a:p>
                  </a:txBody>
                  <a:tcPr marL="12700" marR="12700" marT="12700" vert="horz"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chemeClr val="accent6">
                        <a:lumMod val="60000"/>
                        <a:lumOff val="40000"/>
                      </a:schemeClr>
                    </a:solidFill>
                  </a:tcPr>
                </a:tc>
              </a:tr>
              <a:tr h="217170">
                <a:tc>
                  <a:txBody>
                    <a:bodyPr/>
                    <a:p>
                      <a:pPr indent="0" algn="ctr">
                        <a:buNone/>
                      </a:pPr>
                      <a:r>
                        <a:rPr lang="en-US" sz="900" b="1">
                          <a:solidFill>
                            <a:srgbClr val="000000"/>
                          </a:solidFill>
                          <a:latin typeface="宋体" pitchFamily="2" charset="-122"/>
                        </a:rPr>
                        <a:t>21</a:t>
                      </a:r>
                      <a:endParaRPr lang="en-US" altLang="en-US" sz="900" b="1">
                        <a:solidFill>
                          <a:srgbClr val="000000"/>
                        </a:solidFill>
                        <a:latin typeface="宋体" pitchFamily="2" charset="-122"/>
                      </a:endParaRPr>
                    </a:p>
                  </a:txBody>
                  <a:tcPr marL="12700" marR="12700" marT="12700" vert="horz"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a:p>
                      <a:pPr indent="0">
                        <a:buNone/>
                      </a:pPr>
                      <a:r>
                        <a:rPr lang="zh-CN" sz="900" b="1">
                          <a:solidFill>
                            <a:srgbClr val="000000"/>
                          </a:solidFill>
                          <a:latin typeface="Arial" panose="020B0604020202020204" pitchFamily="34" charset="0"/>
                          <a:ea typeface="宋体" pitchFamily="2" charset="-122"/>
                        </a:rPr>
                        <a:t>β2-微球蛋白</a:t>
                      </a:r>
                      <a:endParaRPr lang="zh-CN" altLang="en-US" sz="900" b="1">
                        <a:solidFill>
                          <a:srgbClr val="000000"/>
                        </a:solidFill>
                        <a:latin typeface="Arial" panose="020B0604020202020204" pitchFamily="34" charset="0"/>
                        <a:ea typeface="宋体" pitchFamily="2" charset="-122"/>
                      </a:endParaRPr>
                    </a:p>
                  </a:txBody>
                  <a:tcPr marL="12700" marR="12700" marT="12700" vert="horz"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chemeClr val="accent4">
                        <a:lumMod val="60000"/>
                        <a:lumOff val="40000"/>
                      </a:schemeClr>
                    </a:solidFill>
                  </a:tcPr>
                </a:tc>
              </a:tr>
              <a:tr h="344170">
                <a:tc>
                  <a:txBody>
                    <a:bodyPr/>
                    <a:p>
                      <a:pPr indent="0" algn="ctr">
                        <a:buNone/>
                      </a:pPr>
                      <a:r>
                        <a:rPr lang="en-US" sz="900" b="1">
                          <a:solidFill>
                            <a:srgbClr val="000000"/>
                          </a:solidFill>
                          <a:latin typeface="宋体" pitchFamily="2" charset="-122"/>
                        </a:rPr>
                        <a:t>22</a:t>
                      </a:r>
                      <a:endParaRPr lang="en-US" altLang="en-US" sz="900" b="1">
                        <a:solidFill>
                          <a:srgbClr val="000000"/>
                        </a:solidFill>
                        <a:latin typeface="宋体" pitchFamily="2" charset="-122"/>
                      </a:endParaRPr>
                    </a:p>
                  </a:txBody>
                  <a:tcPr marL="12700" marR="12700" marT="12700" vert="horz"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a:p>
                      <a:pPr indent="0">
                        <a:buNone/>
                      </a:pPr>
                      <a:r>
                        <a:rPr lang="zh-CN" sz="900" b="1">
                          <a:solidFill>
                            <a:srgbClr val="000000"/>
                          </a:solidFill>
                          <a:latin typeface="Arial" panose="020B0604020202020204" pitchFamily="34" charset="0"/>
                          <a:ea typeface="宋体" pitchFamily="2" charset="-122"/>
                        </a:rPr>
                        <a:t>γ-谷氨酰基转移酶</a:t>
                      </a:r>
                      <a:endParaRPr lang="zh-CN" altLang="en-US" sz="900" b="1">
                        <a:solidFill>
                          <a:srgbClr val="000000"/>
                        </a:solidFill>
                        <a:latin typeface="Arial" panose="020B0604020202020204" pitchFamily="34" charset="0"/>
                        <a:ea typeface="宋体" pitchFamily="2" charset="-122"/>
                      </a:endParaRPr>
                    </a:p>
                  </a:txBody>
                  <a:tcPr marL="12700" marR="12700" marT="12700" vert="horz"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chemeClr val="accent6">
                        <a:lumMod val="60000"/>
                        <a:lumOff val="40000"/>
                      </a:schemeClr>
                    </a:solidFill>
                  </a:tcPr>
                </a:tc>
              </a:tr>
              <a:tr h="216535">
                <a:tc>
                  <a:txBody>
                    <a:bodyPr/>
                    <a:p>
                      <a:pPr indent="0" algn="ctr">
                        <a:buNone/>
                      </a:pPr>
                      <a:r>
                        <a:rPr lang="en-US" sz="900" b="1">
                          <a:solidFill>
                            <a:srgbClr val="000000"/>
                          </a:solidFill>
                          <a:latin typeface="宋体" pitchFamily="2" charset="-122"/>
                        </a:rPr>
                        <a:t>23</a:t>
                      </a:r>
                      <a:endParaRPr lang="en-US" altLang="en-US" sz="900" b="1">
                        <a:solidFill>
                          <a:srgbClr val="000000"/>
                        </a:solidFill>
                        <a:latin typeface="宋体" pitchFamily="2" charset="-122"/>
                      </a:endParaRPr>
                    </a:p>
                  </a:txBody>
                  <a:tcPr marL="12700" marR="12700" marT="12700" vert="horz"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a:p>
                      <a:pPr indent="0">
                        <a:buNone/>
                      </a:pPr>
                      <a:r>
                        <a:rPr lang="zh-CN" sz="900" b="1">
                          <a:solidFill>
                            <a:srgbClr val="000000"/>
                          </a:solidFill>
                          <a:latin typeface="Arial" panose="020B0604020202020204" pitchFamily="34" charset="0"/>
                          <a:ea typeface="宋体" pitchFamily="2" charset="-122"/>
                        </a:rPr>
                        <a:t>γ谷氨酰转移酶</a:t>
                      </a:r>
                      <a:endParaRPr lang="zh-CN" altLang="en-US" sz="900" b="1">
                        <a:solidFill>
                          <a:srgbClr val="000000"/>
                        </a:solidFill>
                        <a:latin typeface="Arial" panose="020B0604020202020204" pitchFamily="34" charset="0"/>
                        <a:ea typeface="宋体" pitchFamily="2" charset="-122"/>
                      </a:endParaRPr>
                    </a:p>
                  </a:txBody>
                  <a:tcPr marL="12700" marR="12700" marT="12700" vert="horz"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chemeClr val="accent6">
                        <a:lumMod val="60000"/>
                        <a:lumOff val="40000"/>
                      </a:schemeClr>
                    </a:solidFill>
                  </a:tcPr>
                </a:tc>
              </a:tr>
              <a:tr h="217170">
                <a:tc>
                  <a:txBody>
                    <a:bodyPr/>
                    <a:p>
                      <a:pPr indent="0" algn="ctr">
                        <a:buNone/>
                      </a:pPr>
                      <a:r>
                        <a:rPr lang="en-US" sz="900" b="1">
                          <a:solidFill>
                            <a:srgbClr val="000000"/>
                          </a:solidFill>
                          <a:latin typeface="宋体" pitchFamily="2" charset="-122"/>
                        </a:rPr>
                        <a:t>24</a:t>
                      </a:r>
                      <a:endParaRPr lang="en-US" altLang="en-US" sz="900" b="1">
                        <a:solidFill>
                          <a:srgbClr val="000000"/>
                        </a:solidFill>
                        <a:latin typeface="宋体" pitchFamily="2" charset="-122"/>
                      </a:endParaRPr>
                    </a:p>
                  </a:txBody>
                  <a:tcPr marL="12700" marR="12700" marT="12700" vert="horz"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a:p>
                      <a:pPr indent="0">
                        <a:buNone/>
                      </a:pPr>
                      <a:r>
                        <a:rPr lang="zh-CN" sz="900" b="1">
                          <a:solidFill>
                            <a:srgbClr val="000000"/>
                          </a:solidFill>
                          <a:latin typeface="Arial" panose="020B0604020202020204" pitchFamily="34" charset="0"/>
                          <a:ea typeface="宋体" pitchFamily="2" charset="-122"/>
                        </a:rPr>
                        <a:t>不饱和铁结合力</a:t>
                      </a:r>
                      <a:endParaRPr lang="zh-CN" altLang="en-US" sz="900" b="1">
                        <a:solidFill>
                          <a:srgbClr val="000000"/>
                        </a:solidFill>
                        <a:latin typeface="Arial" panose="020B0604020202020204" pitchFamily="34" charset="0"/>
                        <a:ea typeface="宋体" pitchFamily="2" charset="-122"/>
                      </a:endParaRPr>
                    </a:p>
                  </a:txBody>
                  <a:tcPr marL="12700" marR="12700" marT="12700" vert="horz"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r>
              <a:tr h="377825">
                <a:tc>
                  <a:txBody>
                    <a:bodyPr/>
                    <a:p>
                      <a:pPr indent="0" algn="ctr">
                        <a:buNone/>
                      </a:pPr>
                      <a:r>
                        <a:rPr lang="en-US" sz="900" b="1">
                          <a:solidFill>
                            <a:srgbClr val="000000"/>
                          </a:solidFill>
                          <a:latin typeface="宋体" pitchFamily="2" charset="-122"/>
                        </a:rPr>
                        <a:t>25</a:t>
                      </a:r>
                      <a:endParaRPr lang="en-US" altLang="en-US" sz="900" b="1">
                        <a:solidFill>
                          <a:srgbClr val="000000"/>
                        </a:solidFill>
                        <a:latin typeface="宋体" pitchFamily="2" charset="-122"/>
                      </a:endParaRPr>
                    </a:p>
                  </a:txBody>
                  <a:tcPr marL="12700" marR="12700" marT="12700" vert="horz"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a:p>
                      <a:pPr indent="0">
                        <a:buNone/>
                      </a:pPr>
                      <a:r>
                        <a:rPr lang="zh-CN" sz="900" b="1">
                          <a:solidFill>
                            <a:srgbClr val="000000"/>
                          </a:solidFill>
                          <a:latin typeface="Arial" panose="020B0604020202020204" pitchFamily="34" charset="0"/>
                          <a:ea typeface="宋体" pitchFamily="2" charset="-122"/>
                        </a:rPr>
                        <a:t>丙型肝炎病毒IgG抗体</a:t>
                      </a:r>
                      <a:endParaRPr lang="zh-CN" altLang="en-US" sz="900" b="1">
                        <a:solidFill>
                          <a:srgbClr val="000000"/>
                        </a:solidFill>
                        <a:latin typeface="Arial" panose="020B0604020202020204" pitchFamily="34" charset="0"/>
                        <a:ea typeface="宋体" pitchFamily="2" charset="-122"/>
                      </a:endParaRPr>
                    </a:p>
                  </a:txBody>
                  <a:tcPr marL="12700" marR="12700" marT="12700" vert="horz"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chemeClr val="accent2">
                        <a:lumMod val="60000"/>
                        <a:lumOff val="40000"/>
                      </a:schemeClr>
                    </a:solidFill>
                  </a:tcPr>
                </a:tc>
              </a:tr>
              <a:tr h="344170">
                <a:tc>
                  <a:txBody>
                    <a:bodyPr/>
                    <a:p>
                      <a:pPr indent="0" algn="ctr">
                        <a:buNone/>
                      </a:pPr>
                      <a:r>
                        <a:rPr lang="en-US" sz="900" b="1">
                          <a:solidFill>
                            <a:srgbClr val="000000"/>
                          </a:solidFill>
                          <a:latin typeface="宋体" pitchFamily="2" charset="-122"/>
                        </a:rPr>
                        <a:t>26</a:t>
                      </a:r>
                      <a:endParaRPr lang="en-US" altLang="en-US" sz="900" b="1">
                        <a:solidFill>
                          <a:srgbClr val="000000"/>
                        </a:solidFill>
                        <a:latin typeface="宋体" pitchFamily="2" charset="-122"/>
                      </a:endParaRPr>
                    </a:p>
                  </a:txBody>
                  <a:tcPr marL="12700" marR="12700" marT="12700" vert="horz"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a:p>
                      <a:pPr indent="0">
                        <a:buNone/>
                      </a:pPr>
                      <a:r>
                        <a:rPr lang="zh-CN" sz="900" b="1">
                          <a:solidFill>
                            <a:srgbClr val="000000"/>
                          </a:solidFill>
                          <a:latin typeface="Arial" panose="020B0604020202020204" pitchFamily="34" charset="0"/>
                          <a:ea typeface="宋体" pitchFamily="2" charset="-122"/>
                        </a:rPr>
                        <a:t>丙氨酸氨基转移酶</a:t>
                      </a:r>
                      <a:endParaRPr lang="zh-CN" altLang="en-US" sz="900" b="1">
                        <a:solidFill>
                          <a:srgbClr val="000000"/>
                        </a:solidFill>
                        <a:latin typeface="Arial" panose="020B0604020202020204" pitchFamily="34" charset="0"/>
                        <a:ea typeface="宋体" pitchFamily="2" charset="-122"/>
                      </a:endParaRPr>
                    </a:p>
                  </a:txBody>
                  <a:tcPr marL="12700" marR="12700" marT="12700" vert="horz"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chemeClr val="accent2">
                        <a:lumMod val="60000"/>
                        <a:lumOff val="40000"/>
                      </a:schemeClr>
                    </a:solidFill>
                  </a:tcPr>
                </a:tc>
              </a:tr>
              <a:tr h="217170">
                <a:tc>
                  <a:txBody>
                    <a:bodyPr/>
                    <a:p>
                      <a:pPr indent="0" algn="ctr">
                        <a:buNone/>
                      </a:pPr>
                      <a:r>
                        <a:rPr lang="en-US" sz="900" b="1">
                          <a:solidFill>
                            <a:srgbClr val="000000"/>
                          </a:solidFill>
                          <a:latin typeface="宋体" pitchFamily="2" charset="-122"/>
                        </a:rPr>
                        <a:t>27</a:t>
                      </a:r>
                      <a:endParaRPr lang="en-US" altLang="en-US" sz="900" b="1">
                        <a:solidFill>
                          <a:srgbClr val="000000"/>
                        </a:solidFill>
                        <a:latin typeface="宋体" pitchFamily="2" charset="-122"/>
                      </a:endParaRPr>
                    </a:p>
                  </a:txBody>
                  <a:tcPr marL="12700" marR="12700" marT="12700" vert="horz"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a:p>
                      <a:pPr indent="0">
                        <a:buNone/>
                      </a:pPr>
                      <a:r>
                        <a:rPr lang="zh-CN" sz="900" b="1">
                          <a:solidFill>
                            <a:srgbClr val="000000"/>
                          </a:solidFill>
                          <a:latin typeface="Arial" panose="020B0604020202020204" pitchFamily="34" charset="0"/>
                          <a:ea typeface="宋体" pitchFamily="2" charset="-122"/>
                        </a:rPr>
                        <a:t>丙肝核心抗原</a:t>
                      </a:r>
                      <a:endParaRPr lang="zh-CN" altLang="en-US" sz="900" b="1">
                        <a:solidFill>
                          <a:srgbClr val="000000"/>
                        </a:solidFill>
                        <a:latin typeface="Arial" panose="020B0604020202020204" pitchFamily="34" charset="0"/>
                        <a:ea typeface="宋体" pitchFamily="2" charset="-122"/>
                      </a:endParaRPr>
                    </a:p>
                  </a:txBody>
                  <a:tcPr marL="12700" marR="12700" marT="12700" vert="horz"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chemeClr val="accent2">
                        <a:lumMod val="60000"/>
                        <a:lumOff val="40000"/>
                      </a:schemeClr>
                    </a:solidFill>
                  </a:tcPr>
                </a:tc>
              </a:tr>
              <a:tr h="344805">
                <a:tc>
                  <a:txBody>
                    <a:bodyPr/>
                    <a:p>
                      <a:pPr indent="0" algn="ctr">
                        <a:buNone/>
                      </a:pPr>
                      <a:r>
                        <a:rPr lang="en-US" sz="900" b="1">
                          <a:solidFill>
                            <a:srgbClr val="000000"/>
                          </a:solidFill>
                          <a:latin typeface="宋体" pitchFamily="2" charset="-122"/>
                        </a:rPr>
                        <a:t>28</a:t>
                      </a:r>
                      <a:endParaRPr lang="en-US" altLang="en-US" sz="900" b="1">
                        <a:solidFill>
                          <a:srgbClr val="000000"/>
                        </a:solidFill>
                        <a:latin typeface="宋体" pitchFamily="2" charset="-122"/>
                      </a:endParaRPr>
                    </a:p>
                  </a:txBody>
                  <a:tcPr marL="12700" marR="12700" marT="12700" vert="horz"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a:p>
                      <a:pPr indent="0">
                        <a:buNone/>
                      </a:pPr>
                      <a:r>
                        <a:rPr lang="zh-CN" sz="900" b="1">
                          <a:solidFill>
                            <a:srgbClr val="000000"/>
                          </a:solidFill>
                          <a:latin typeface="Arial" panose="020B0604020202020204" pitchFamily="34" charset="0"/>
                          <a:ea typeface="宋体" pitchFamily="2" charset="-122"/>
                        </a:rPr>
                        <a:t>乙型肝炎病毒e抗体</a:t>
                      </a:r>
                      <a:endParaRPr lang="zh-CN" altLang="en-US" sz="900" b="1">
                        <a:solidFill>
                          <a:srgbClr val="000000"/>
                        </a:solidFill>
                        <a:latin typeface="Arial" panose="020B0604020202020204" pitchFamily="34" charset="0"/>
                        <a:ea typeface="宋体" pitchFamily="2" charset="-122"/>
                      </a:endParaRPr>
                    </a:p>
                  </a:txBody>
                  <a:tcPr marL="12700" marR="12700" marT="12700" vert="horz"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chemeClr val="accent2">
                        <a:lumMod val="60000"/>
                        <a:lumOff val="40000"/>
                      </a:schemeClr>
                    </a:solidFill>
                  </a:tcPr>
                </a:tc>
              </a:tr>
              <a:tr h="343535">
                <a:tc>
                  <a:txBody>
                    <a:bodyPr/>
                    <a:p>
                      <a:pPr indent="0" algn="ctr">
                        <a:buNone/>
                      </a:pPr>
                      <a:r>
                        <a:rPr lang="en-US" sz="900" b="1">
                          <a:solidFill>
                            <a:srgbClr val="000000"/>
                          </a:solidFill>
                          <a:latin typeface="宋体" pitchFamily="2" charset="-122"/>
                        </a:rPr>
                        <a:t>29</a:t>
                      </a:r>
                      <a:endParaRPr lang="en-US" altLang="en-US" sz="900" b="1">
                        <a:solidFill>
                          <a:srgbClr val="000000"/>
                        </a:solidFill>
                        <a:latin typeface="宋体" pitchFamily="2" charset="-122"/>
                      </a:endParaRPr>
                    </a:p>
                  </a:txBody>
                  <a:tcPr marL="12700" marR="12700" marT="12700" vert="horz"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a:p>
                      <a:pPr indent="0">
                        <a:buNone/>
                      </a:pPr>
                      <a:r>
                        <a:rPr lang="zh-CN" sz="900" b="1">
                          <a:solidFill>
                            <a:srgbClr val="000000"/>
                          </a:solidFill>
                          <a:latin typeface="Arial" panose="020B0604020202020204" pitchFamily="34" charset="0"/>
                          <a:ea typeface="宋体" pitchFamily="2" charset="-122"/>
                        </a:rPr>
                        <a:t>乙型肝炎病毒e抗原</a:t>
                      </a:r>
                      <a:endParaRPr lang="zh-CN" altLang="en-US" sz="900" b="1">
                        <a:solidFill>
                          <a:srgbClr val="000000"/>
                        </a:solidFill>
                        <a:latin typeface="Arial" panose="020B0604020202020204" pitchFamily="34" charset="0"/>
                        <a:ea typeface="宋体" pitchFamily="2" charset="-122"/>
                      </a:endParaRPr>
                    </a:p>
                  </a:txBody>
                  <a:tcPr marL="12700" marR="12700" marT="12700" vert="horz"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chemeClr val="accent2">
                        <a:lumMod val="60000"/>
                        <a:lumOff val="40000"/>
                      </a:schemeClr>
                    </a:solidFill>
                  </a:tcPr>
                </a:tc>
              </a:tr>
            </a:tbl>
          </a:graphicData>
        </a:graphic>
      </p:graphicFrame>
      <p:graphicFrame>
        <p:nvGraphicFramePr>
          <p:cNvPr id="28" name="表格 27"/>
          <p:cNvGraphicFramePr/>
          <p:nvPr>
            <p:custDataLst>
              <p:tags r:id="rId4"/>
            </p:custDataLst>
          </p:nvPr>
        </p:nvGraphicFramePr>
        <p:xfrm>
          <a:off x="4910455" y="1631315"/>
          <a:ext cx="1713230" cy="3708400"/>
        </p:xfrm>
        <a:graphic>
          <a:graphicData uri="http://schemas.openxmlformats.org/drawingml/2006/table">
            <a:tbl>
              <a:tblPr firstRow="1" bandRow="1">
                <a:tableStyleId>{5C22544A-7EE6-4342-B048-85BDC9FD1C3A}</a:tableStyleId>
              </a:tblPr>
              <a:tblGrid>
                <a:gridCol w="487680"/>
                <a:gridCol w="1225550"/>
              </a:tblGrid>
              <a:tr h="231775">
                <a:tc>
                  <a:txBody>
                    <a:bodyPr/>
                    <a:p>
                      <a:pPr indent="0" algn="ctr">
                        <a:buNone/>
                      </a:pPr>
                      <a:r>
                        <a:rPr lang="en-US" sz="900" b="1">
                          <a:solidFill>
                            <a:srgbClr val="000000"/>
                          </a:solidFill>
                          <a:latin typeface="宋体" pitchFamily="2" charset="-122"/>
                        </a:rPr>
                        <a:t>30</a:t>
                      </a:r>
                      <a:endParaRPr lang="en-US" altLang="en-US" sz="900" b="1">
                        <a:solidFill>
                          <a:srgbClr val="000000"/>
                        </a:solidFill>
                        <a:latin typeface="宋体" pitchFamily="2" charset="-122"/>
                      </a:endParaRPr>
                    </a:p>
                  </a:txBody>
                  <a:tcPr marL="12700" marR="12700" marT="12700" vert="horz"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a:p>
                      <a:pPr indent="0">
                        <a:buNone/>
                      </a:pPr>
                      <a:r>
                        <a:rPr lang="zh-CN" sz="900" b="1">
                          <a:solidFill>
                            <a:srgbClr val="000000"/>
                          </a:solidFill>
                          <a:latin typeface="Arial" panose="020B0604020202020204" pitchFamily="34" charset="0"/>
                          <a:ea typeface="宋体" pitchFamily="2" charset="-122"/>
                        </a:rPr>
                        <a:t>乙型肝炎病毒核心抗体</a:t>
                      </a:r>
                      <a:endParaRPr lang="zh-CN" altLang="en-US" sz="900" b="1">
                        <a:solidFill>
                          <a:srgbClr val="000000"/>
                        </a:solidFill>
                        <a:latin typeface="Arial" panose="020B0604020202020204" pitchFamily="34" charset="0"/>
                        <a:ea typeface="宋体" pitchFamily="2" charset="-122"/>
                      </a:endParaRPr>
                    </a:p>
                  </a:txBody>
                  <a:tcPr marL="12700" marR="12700" marT="12700" vert="horz"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chemeClr val="accent2">
                        <a:lumMod val="60000"/>
                        <a:lumOff val="40000"/>
                      </a:schemeClr>
                    </a:solidFill>
                  </a:tcPr>
                </a:tc>
              </a:tr>
              <a:tr h="231775">
                <a:tc>
                  <a:txBody>
                    <a:bodyPr/>
                    <a:p>
                      <a:pPr indent="0" algn="ctr">
                        <a:buNone/>
                      </a:pPr>
                      <a:r>
                        <a:rPr lang="en-US" sz="900" b="1">
                          <a:solidFill>
                            <a:srgbClr val="000000"/>
                          </a:solidFill>
                          <a:latin typeface="宋体" pitchFamily="2" charset="-122"/>
                        </a:rPr>
                        <a:t>31</a:t>
                      </a:r>
                      <a:endParaRPr lang="en-US" altLang="en-US" sz="900" b="1">
                        <a:solidFill>
                          <a:srgbClr val="000000"/>
                        </a:solidFill>
                        <a:latin typeface="宋体" pitchFamily="2" charset="-122"/>
                      </a:endParaRPr>
                    </a:p>
                  </a:txBody>
                  <a:tcPr marL="12700" marR="12700" marT="12700" vert="horz"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a:p>
                      <a:pPr indent="0">
                        <a:buNone/>
                      </a:pPr>
                      <a:r>
                        <a:rPr lang="zh-CN" sz="900" b="1">
                          <a:solidFill>
                            <a:srgbClr val="000000"/>
                          </a:solidFill>
                          <a:latin typeface="Arial" panose="020B0604020202020204" pitchFamily="34" charset="0"/>
                          <a:ea typeface="宋体" pitchFamily="2" charset="-122"/>
                        </a:rPr>
                        <a:t>乙型肝炎病毒表面抗体</a:t>
                      </a:r>
                      <a:endParaRPr lang="zh-CN" altLang="en-US" sz="900" b="1">
                        <a:solidFill>
                          <a:srgbClr val="000000"/>
                        </a:solidFill>
                        <a:latin typeface="Arial" panose="020B0604020202020204" pitchFamily="34" charset="0"/>
                        <a:ea typeface="宋体" pitchFamily="2" charset="-122"/>
                      </a:endParaRPr>
                    </a:p>
                  </a:txBody>
                  <a:tcPr marL="12700" marR="12700" marT="12700" vert="horz"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chemeClr val="accent2">
                        <a:lumMod val="60000"/>
                        <a:lumOff val="40000"/>
                      </a:schemeClr>
                    </a:solidFill>
                  </a:tcPr>
                </a:tc>
              </a:tr>
              <a:tr h="231775">
                <a:tc>
                  <a:txBody>
                    <a:bodyPr/>
                    <a:p>
                      <a:pPr indent="0" algn="ctr">
                        <a:buNone/>
                      </a:pPr>
                      <a:r>
                        <a:rPr lang="en-US" sz="900" b="1">
                          <a:solidFill>
                            <a:srgbClr val="000000"/>
                          </a:solidFill>
                          <a:latin typeface="宋体" pitchFamily="2" charset="-122"/>
                        </a:rPr>
                        <a:t>32</a:t>
                      </a:r>
                      <a:endParaRPr lang="en-US" altLang="en-US" sz="900" b="1">
                        <a:solidFill>
                          <a:srgbClr val="000000"/>
                        </a:solidFill>
                        <a:latin typeface="宋体" pitchFamily="2" charset="-122"/>
                      </a:endParaRPr>
                    </a:p>
                  </a:txBody>
                  <a:tcPr marL="12700" marR="12700" marT="12700" vert="horz"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a:p>
                      <a:pPr indent="0">
                        <a:buNone/>
                      </a:pPr>
                      <a:r>
                        <a:rPr lang="zh-CN" sz="900" b="1">
                          <a:solidFill>
                            <a:srgbClr val="000000"/>
                          </a:solidFill>
                          <a:latin typeface="Arial" panose="020B0604020202020204" pitchFamily="34" charset="0"/>
                          <a:ea typeface="宋体" pitchFamily="2" charset="-122"/>
                        </a:rPr>
                        <a:t>乙型肝炎病毒表面抗原</a:t>
                      </a:r>
                      <a:endParaRPr lang="zh-CN" altLang="en-US" sz="900" b="1">
                        <a:solidFill>
                          <a:srgbClr val="000000"/>
                        </a:solidFill>
                        <a:latin typeface="Arial" panose="020B0604020202020204" pitchFamily="34" charset="0"/>
                        <a:ea typeface="宋体" pitchFamily="2" charset="-122"/>
                      </a:endParaRPr>
                    </a:p>
                  </a:txBody>
                  <a:tcPr marL="12700" marR="12700" marT="12700" vert="horz"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chemeClr val="accent2">
                        <a:lumMod val="60000"/>
                        <a:lumOff val="40000"/>
                      </a:schemeClr>
                    </a:solidFill>
                  </a:tcPr>
                </a:tc>
              </a:tr>
              <a:tr h="231775">
                <a:tc>
                  <a:txBody>
                    <a:bodyPr/>
                    <a:p>
                      <a:pPr indent="0" algn="ctr">
                        <a:buNone/>
                      </a:pPr>
                      <a:r>
                        <a:rPr lang="en-US" sz="900" b="1">
                          <a:solidFill>
                            <a:srgbClr val="000000"/>
                          </a:solidFill>
                          <a:latin typeface="宋体" pitchFamily="2" charset="-122"/>
                        </a:rPr>
                        <a:t>33</a:t>
                      </a:r>
                      <a:endParaRPr lang="en-US" altLang="en-US" sz="900" b="1">
                        <a:solidFill>
                          <a:srgbClr val="000000"/>
                        </a:solidFill>
                        <a:latin typeface="宋体" pitchFamily="2" charset="-122"/>
                      </a:endParaRPr>
                    </a:p>
                  </a:txBody>
                  <a:tcPr marL="12700" marR="12700" marT="12700" vert="horz"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a:p>
                      <a:pPr indent="0">
                        <a:buNone/>
                      </a:pPr>
                      <a:r>
                        <a:rPr lang="zh-CN" sz="900" b="1">
                          <a:solidFill>
                            <a:srgbClr val="000000"/>
                          </a:solidFill>
                          <a:latin typeface="Arial" panose="020B0604020202020204" pitchFamily="34" charset="0"/>
                          <a:ea typeface="宋体" pitchFamily="2" charset="-122"/>
                        </a:rPr>
                        <a:t>乙肝病毒大蛋白</a:t>
                      </a:r>
                      <a:endParaRPr lang="zh-CN" altLang="en-US" sz="900" b="1">
                        <a:solidFill>
                          <a:srgbClr val="000000"/>
                        </a:solidFill>
                        <a:latin typeface="Arial" panose="020B0604020202020204" pitchFamily="34" charset="0"/>
                        <a:ea typeface="宋体" pitchFamily="2" charset="-122"/>
                      </a:endParaRPr>
                    </a:p>
                  </a:txBody>
                  <a:tcPr marL="12700" marR="12700" marT="12700" vert="horz"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chemeClr val="accent4">
                        <a:lumMod val="60000"/>
                        <a:lumOff val="40000"/>
                      </a:schemeClr>
                    </a:solidFill>
                  </a:tcPr>
                </a:tc>
              </a:tr>
              <a:tr h="231775">
                <a:tc>
                  <a:txBody>
                    <a:bodyPr/>
                    <a:p>
                      <a:pPr indent="0" algn="ctr">
                        <a:buNone/>
                      </a:pPr>
                      <a:r>
                        <a:rPr lang="en-US" sz="900" b="1">
                          <a:solidFill>
                            <a:srgbClr val="000000"/>
                          </a:solidFill>
                          <a:latin typeface="宋体" pitchFamily="2" charset="-122"/>
                        </a:rPr>
                        <a:t>34</a:t>
                      </a:r>
                      <a:endParaRPr lang="en-US" altLang="en-US" sz="900" b="1">
                        <a:solidFill>
                          <a:srgbClr val="000000"/>
                        </a:solidFill>
                        <a:latin typeface="宋体" pitchFamily="2" charset="-122"/>
                      </a:endParaRPr>
                    </a:p>
                  </a:txBody>
                  <a:tcPr marL="12700" marR="12700" marT="12700" vert="horz"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a:p>
                      <a:pPr indent="0">
                        <a:buNone/>
                      </a:pPr>
                      <a:r>
                        <a:rPr lang="zh-CN" sz="900" b="1">
                          <a:solidFill>
                            <a:srgbClr val="000000"/>
                          </a:solidFill>
                          <a:latin typeface="Arial" panose="020B0604020202020204" pitchFamily="34" charset="0"/>
                          <a:ea typeface="宋体" pitchFamily="2" charset="-122"/>
                        </a:rPr>
                        <a:t>乳酸脱氢酶</a:t>
                      </a:r>
                      <a:endParaRPr lang="zh-CN" altLang="en-US" sz="900" b="1">
                        <a:solidFill>
                          <a:srgbClr val="000000"/>
                        </a:solidFill>
                        <a:latin typeface="Arial" panose="020B0604020202020204" pitchFamily="34" charset="0"/>
                        <a:ea typeface="宋体" pitchFamily="2" charset="-122"/>
                      </a:endParaRPr>
                    </a:p>
                  </a:txBody>
                  <a:tcPr marL="12700" marR="12700" marT="12700" vert="horz"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chemeClr val="accent6">
                        <a:lumMod val="60000"/>
                        <a:lumOff val="40000"/>
                      </a:schemeClr>
                    </a:solidFill>
                  </a:tcPr>
                </a:tc>
              </a:tr>
              <a:tr h="231775">
                <a:tc>
                  <a:txBody>
                    <a:bodyPr/>
                    <a:p>
                      <a:pPr indent="0" algn="ctr">
                        <a:buNone/>
                      </a:pPr>
                      <a:r>
                        <a:rPr lang="en-US" sz="900" b="1">
                          <a:solidFill>
                            <a:srgbClr val="000000"/>
                          </a:solidFill>
                          <a:latin typeface="宋体" pitchFamily="2" charset="-122"/>
                        </a:rPr>
                        <a:t>35</a:t>
                      </a:r>
                      <a:endParaRPr lang="en-US" altLang="en-US" sz="900" b="1">
                        <a:solidFill>
                          <a:srgbClr val="000000"/>
                        </a:solidFill>
                        <a:latin typeface="宋体" pitchFamily="2" charset="-122"/>
                      </a:endParaRPr>
                    </a:p>
                  </a:txBody>
                  <a:tcPr marL="12700" marR="12700" marT="12700" vert="horz"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a:p>
                      <a:pPr indent="0">
                        <a:buNone/>
                      </a:pPr>
                      <a:r>
                        <a:rPr lang="zh-CN" sz="900" b="1">
                          <a:solidFill>
                            <a:srgbClr val="000000"/>
                          </a:solidFill>
                          <a:latin typeface="Arial" panose="020B0604020202020204" pitchFamily="34" charset="0"/>
                          <a:ea typeface="宋体" pitchFamily="2" charset="-122"/>
                        </a:rPr>
                        <a:t>人类免疫缺陷病毒抗体</a:t>
                      </a:r>
                      <a:endParaRPr lang="zh-CN" altLang="en-US" sz="900" b="1">
                        <a:solidFill>
                          <a:srgbClr val="000000"/>
                        </a:solidFill>
                        <a:latin typeface="Arial" panose="020B0604020202020204" pitchFamily="34" charset="0"/>
                        <a:ea typeface="宋体" pitchFamily="2" charset="-122"/>
                      </a:endParaRPr>
                    </a:p>
                  </a:txBody>
                  <a:tcPr marL="12700" marR="12700" marT="12700" vert="horz"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chemeClr val="accent2">
                        <a:lumMod val="60000"/>
                        <a:lumOff val="40000"/>
                      </a:schemeClr>
                    </a:solidFill>
                  </a:tcPr>
                </a:tc>
              </a:tr>
              <a:tr h="231775">
                <a:tc>
                  <a:txBody>
                    <a:bodyPr/>
                    <a:p>
                      <a:pPr indent="0" algn="ctr">
                        <a:buNone/>
                      </a:pPr>
                      <a:r>
                        <a:rPr lang="en-US" sz="900" b="1">
                          <a:solidFill>
                            <a:srgbClr val="000000"/>
                          </a:solidFill>
                          <a:latin typeface="宋体" pitchFamily="2" charset="-122"/>
                        </a:rPr>
                        <a:t>36</a:t>
                      </a:r>
                      <a:endParaRPr lang="en-US" altLang="en-US" sz="900" b="1">
                        <a:solidFill>
                          <a:srgbClr val="000000"/>
                        </a:solidFill>
                        <a:latin typeface="宋体" pitchFamily="2" charset="-122"/>
                      </a:endParaRPr>
                    </a:p>
                  </a:txBody>
                  <a:tcPr marL="12700" marR="12700" marT="12700" vert="horz"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a:p>
                      <a:pPr indent="0">
                        <a:buNone/>
                      </a:pPr>
                      <a:r>
                        <a:rPr lang="zh-CN" sz="900" b="1">
                          <a:solidFill>
                            <a:srgbClr val="000000"/>
                          </a:solidFill>
                          <a:latin typeface="Arial" panose="020B0604020202020204" pitchFamily="34" charset="0"/>
                          <a:ea typeface="宋体" pitchFamily="2" charset="-122"/>
                        </a:rPr>
                        <a:t>低密度脂蛋白胆固醇</a:t>
                      </a:r>
                      <a:endParaRPr lang="zh-CN" altLang="en-US" sz="900" b="1">
                        <a:solidFill>
                          <a:srgbClr val="000000"/>
                        </a:solidFill>
                        <a:latin typeface="Arial" panose="020B0604020202020204" pitchFamily="34" charset="0"/>
                        <a:ea typeface="宋体" pitchFamily="2" charset="-122"/>
                      </a:endParaRPr>
                    </a:p>
                  </a:txBody>
                  <a:tcPr marL="12700" marR="12700" marT="12700" vert="horz"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r>
              <a:tr h="231775">
                <a:tc>
                  <a:txBody>
                    <a:bodyPr/>
                    <a:p>
                      <a:pPr indent="0" algn="ctr">
                        <a:buNone/>
                      </a:pPr>
                      <a:r>
                        <a:rPr lang="en-US" sz="900" b="1">
                          <a:solidFill>
                            <a:srgbClr val="000000"/>
                          </a:solidFill>
                          <a:latin typeface="宋体" pitchFamily="2" charset="-122"/>
                        </a:rPr>
                        <a:t>37</a:t>
                      </a:r>
                      <a:endParaRPr lang="en-US" altLang="en-US" sz="900" b="1">
                        <a:solidFill>
                          <a:srgbClr val="000000"/>
                        </a:solidFill>
                        <a:latin typeface="宋体" pitchFamily="2" charset="-122"/>
                      </a:endParaRPr>
                    </a:p>
                  </a:txBody>
                  <a:tcPr marL="12700" marR="12700" marT="12700" vert="horz"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a:p>
                      <a:pPr indent="0">
                        <a:buNone/>
                      </a:pPr>
                      <a:r>
                        <a:rPr lang="zh-CN" sz="900" b="1">
                          <a:solidFill>
                            <a:srgbClr val="000000"/>
                          </a:solidFill>
                          <a:latin typeface="Arial" panose="020B0604020202020204" pitchFamily="34" charset="0"/>
                          <a:ea typeface="宋体" pitchFamily="2" charset="-122"/>
                        </a:rPr>
                        <a:t>凝血酶原时间</a:t>
                      </a:r>
                      <a:endParaRPr lang="zh-CN" altLang="en-US" sz="900" b="1">
                        <a:solidFill>
                          <a:srgbClr val="000000"/>
                        </a:solidFill>
                        <a:latin typeface="Arial" panose="020B0604020202020204" pitchFamily="34" charset="0"/>
                        <a:ea typeface="宋体" pitchFamily="2" charset="-122"/>
                      </a:endParaRPr>
                    </a:p>
                  </a:txBody>
                  <a:tcPr marL="12700" marR="12700" marT="12700" vert="horz"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chemeClr val="accent3">
                        <a:lumMod val="60000"/>
                        <a:lumOff val="40000"/>
                      </a:schemeClr>
                    </a:solidFill>
                  </a:tcPr>
                </a:tc>
              </a:tr>
              <a:tr h="231775">
                <a:tc>
                  <a:txBody>
                    <a:bodyPr/>
                    <a:p>
                      <a:pPr indent="0" algn="ctr">
                        <a:buNone/>
                      </a:pPr>
                      <a:r>
                        <a:rPr lang="en-US" sz="900" b="1">
                          <a:solidFill>
                            <a:srgbClr val="000000"/>
                          </a:solidFill>
                          <a:latin typeface="宋体" pitchFamily="2" charset="-122"/>
                        </a:rPr>
                        <a:t>38</a:t>
                      </a:r>
                      <a:endParaRPr lang="en-US" altLang="en-US" sz="900" b="1">
                        <a:solidFill>
                          <a:srgbClr val="000000"/>
                        </a:solidFill>
                        <a:latin typeface="宋体" pitchFamily="2" charset="-122"/>
                      </a:endParaRPr>
                    </a:p>
                  </a:txBody>
                  <a:tcPr marL="12700" marR="12700" marT="12700" vert="horz"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a:p>
                      <a:pPr indent="0">
                        <a:buNone/>
                      </a:pPr>
                      <a:r>
                        <a:rPr lang="zh-CN" sz="900" b="1">
                          <a:solidFill>
                            <a:srgbClr val="000000"/>
                          </a:solidFill>
                          <a:latin typeface="Arial" panose="020B0604020202020204" pitchFamily="34" charset="0"/>
                          <a:ea typeface="宋体" pitchFamily="2" charset="-122"/>
                        </a:rPr>
                        <a:t>凝血酶原时间比率</a:t>
                      </a:r>
                      <a:endParaRPr lang="zh-CN" altLang="en-US" sz="900" b="1">
                        <a:solidFill>
                          <a:srgbClr val="000000"/>
                        </a:solidFill>
                        <a:latin typeface="Arial" panose="020B0604020202020204" pitchFamily="34" charset="0"/>
                        <a:ea typeface="宋体" pitchFamily="2" charset="-122"/>
                      </a:endParaRPr>
                    </a:p>
                  </a:txBody>
                  <a:tcPr marL="12700" marR="12700" marT="12700" vert="horz"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chemeClr val="accent3">
                        <a:lumMod val="60000"/>
                        <a:lumOff val="40000"/>
                      </a:schemeClr>
                    </a:solidFill>
                  </a:tcPr>
                </a:tc>
              </a:tr>
              <a:tr h="231775">
                <a:tc>
                  <a:txBody>
                    <a:bodyPr/>
                    <a:p>
                      <a:pPr indent="0" algn="ctr">
                        <a:buNone/>
                      </a:pPr>
                      <a:r>
                        <a:rPr lang="en-US" sz="900" b="1">
                          <a:solidFill>
                            <a:srgbClr val="000000"/>
                          </a:solidFill>
                          <a:latin typeface="宋体" pitchFamily="2" charset="-122"/>
                        </a:rPr>
                        <a:t>39</a:t>
                      </a:r>
                      <a:endParaRPr lang="en-US" altLang="en-US" sz="900" b="1">
                        <a:solidFill>
                          <a:srgbClr val="000000"/>
                        </a:solidFill>
                        <a:latin typeface="宋体" pitchFamily="2" charset="-122"/>
                      </a:endParaRPr>
                    </a:p>
                  </a:txBody>
                  <a:tcPr marL="12700" marR="12700" marT="12700" vert="horz"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a:p>
                      <a:pPr indent="0">
                        <a:buNone/>
                      </a:pPr>
                      <a:r>
                        <a:rPr lang="zh-CN" sz="900" b="1">
                          <a:solidFill>
                            <a:srgbClr val="000000"/>
                          </a:solidFill>
                          <a:latin typeface="Arial" panose="020B0604020202020204" pitchFamily="34" charset="0"/>
                          <a:ea typeface="宋体" pitchFamily="2" charset="-122"/>
                        </a:rPr>
                        <a:t>凝血酶原时间活动度</a:t>
                      </a:r>
                      <a:endParaRPr lang="zh-CN" altLang="en-US" sz="900" b="1">
                        <a:solidFill>
                          <a:srgbClr val="000000"/>
                        </a:solidFill>
                        <a:latin typeface="Arial" panose="020B0604020202020204" pitchFamily="34" charset="0"/>
                        <a:ea typeface="宋体" pitchFamily="2" charset="-122"/>
                      </a:endParaRPr>
                    </a:p>
                  </a:txBody>
                  <a:tcPr marL="12700" marR="12700" marT="12700" vert="horz"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chemeClr val="accent3">
                        <a:lumMod val="60000"/>
                        <a:lumOff val="40000"/>
                      </a:schemeClr>
                    </a:solidFill>
                  </a:tcPr>
                </a:tc>
              </a:tr>
              <a:tr h="231775">
                <a:tc>
                  <a:txBody>
                    <a:bodyPr/>
                    <a:p>
                      <a:pPr indent="0" algn="ctr">
                        <a:buNone/>
                      </a:pPr>
                      <a:r>
                        <a:rPr lang="en-US" sz="900" b="1">
                          <a:solidFill>
                            <a:srgbClr val="000000"/>
                          </a:solidFill>
                          <a:latin typeface="宋体" pitchFamily="2" charset="-122"/>
                        </a:rPr>
                        <a:t>40</a:t>
                      </a:r>
                      <a:endParaRPr lang="en-US" altLang="en-US" sz="900" b="1">
                        <a:solidFill>
                          <a:srgbClr val="000000"/>
                        </a:solidFill>
                        <a:latin typeface="宋体" pitchFamily="2" charset="-122"/>
                      </a:endParaRPr>
                    </a:p>
                  </a:txBody>
                  <a:tcPr marL="12700" marR="12700" marT="12700" vert="horz"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a:p>
                      <a:pPr indent="0">
                        <a:buNone/>
                      </a:pPr>
                      <a:r>
                        <a:rPr lang="zh-CN" sz="900" b="1">
                          <a:solidFill>
                            <a:srgbClr val="000000"/>
                          </a:solidFill>
                          <a:latin typeface="Arial" panose="020B0604020202020204" pitchFamily="34" charset="0"/>
                          <a:ea typeface="宋体" pitchFamily="2" charset="-122"/>
                        </a:rPr>
                        <a:t>凝血酶时间</a:t>
                      </a:r>
                      <a:endParaRPr lang="zh-CN" altLang="en-US" sz="900" b="1">
                        <a:solidFill>
                          <a:srgbClr val="000000"/>
                        </a:solidFill>
                        <a:latin typeface="Arial" panose="020B0604020202020204" pitchFamily="34" charset="0"/>
                        <a:ea typeface="宋体" pitchFamily="2" charset="-122"/>
                      </a:endParaRPr>
                    </a:p>
                  </a:txBody>
                  <a:tcPr marL="12700" marR="12700" marT="12700" vert="horz"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chemeClr val="accent3">
                        <a:lumMod val="60000"/>
                        <a:lumOff val="40000"/>
                      </a:schemeClr>
                    </a:solidFill>
                  </a:tcPr>
                </a:tc>
              </a:tr>
              <a:tr h="231775">
                <a:tc>
                  <a:txBody>
                    <a:bodyPr/>
                    <a:p>
                      <a:pPr indent="0" algn="ctr">
                        <a:buNone/>
                      </a:pPr>
                      <a:r>
                        <a:rPr lang="en-US" sz="900" b="1">
                          <a:solidFill>
                            <a:srgbClr val="000000"/>
                          </a:solidFill>
                          <a:latin typeface="宋体" pitchFamily="2" charset="-122"/>
                        </a:rPr>
                        <a:t>41</a:t>
                      </a:r>
                      <a:endParaRPr lang="en-US" altLang="en-US" sz="900" b="1">
                        <a:solidFill>
                          <a:srgbClr val="000000"/>
                        </a:solidFill>
                        <a:latin typeface="宋体" pitchFamily="2" charset="-122"/>
                      </a:endParaRPr>
                    </a:p>
                  </a:txBody>
                  <a:tcPr marL="12700" marR="12700" marT="12700" vert="horz"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a:p>
                      <a:pPr indent="0">
                        <a:buNone/>
                      </a:pPr>
                      <a:r>
                        <a:rPr lang="zh-CN" sz="900" b="1">
                          <a:solidFill>
                            <a:srgbClr val="000000"/>
                          </a:solidFill>
                          <a:latin typeface="Arial" panose="020B0604020202020204" pitchFamily="34" charset="0"/>
                          <a:ea typeface="宋体" pitchFamily="2" charset="-122"/>
                        </a:rPr>
                        <a:t>前白蛋白</a:t>
                      </a:r>
                      <a:endParaRPr lang="zh-CN" altLang="en-US" sz="900" b="1">
                        <a:solidFill>
                          <a:srgbClr val="000000"/>
                        </a:solidFill>
                        <a:latin typeface="Arial" panose="020B0604020202020204" pitchFamily="34" charset="0"/>
                        <a:ea typeface="宋体" pitchFamily="2" charset="-122"/>
                      </a:endParaRPr>
                    </a:p>
                  </a:txBody>
                  <a:tcPr marL="12700" marR="12700" marT="12700" vert="horz"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chemeClr val="accent4">
                        <a:lumMod val="60000"/>
                        <a:lumOff val="40000"/>
                      </a:schemeClr>
                    </a:solidFill>
                  </a:tcPr>
                </a:tc>
              </a:tr>
              <a:tr h="231775">
                <a:tc>
                  <a:txBody>
                    <a:bodyPr/>
                    <a:p>
                      <a:pPr indent="0" algn="ctr">
                        <a:buNone/>
                      </a:pPr>
                      <a:r>
                        <a:rPr lang="en-US" sz="900" b="1">
                          <a:solidFill>
                            <a:srgbClr val="000000"/>
                          </a:solidFill>
                          <a:latin typeface="宋体" pitchFamily="2" charset="-122"/>
                        </a:rPr>
                        <a:t>42</a:t>
                      </a:r>
                      <a:endParaRPr lang="en-US" altLang="en-US" sz="900" b="1">
                        <a:solidFill>
                          <a:srgbClr val="000000"/>
                        </a:solidFill>
                        <a:latin typeface="宋体" pitchFamily="2" charset="-122"/>
                      </a:endParaRPr>
                    </a:p>
                  </a:txBody>
                  <a:tcPr marL="12700" marR="12700" marT="12700" vert="horz"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a:p>
                      <a:pPr indent="0">
                        <a:buNone/>
                      </a:pPr>
                      <a:r>
                        <a:rPr lang="zh-CN" sz="900" b="1">
                          <a:solidFill>
                            <a:srgbClr val="000000"/>
                          </a:solidFill>
                          <a:latin typeface="Arial" panose="020B0604020202020204" pitchFamily="34" charset="0"/>
                          <a:ea typeface="宋体" pitchFamily="2" charset="-122"/>
                        </a:rPr>
                        <a:t>同型半胱氨酸</a:t>
                      </a:r>
                      <a:endParaRPr lang="zh-CN" altLang="en-US" sz="900" b="1">
                        <a:solidFill>
                          <a:srgbClr val="000000"/>
                        </a:solidFill>
                        <a:latin typeface="Arial" panose="020B0604020202020204" pitchFamily="34" charset="0"/>
                        <a:ea typeface="宋体" pitchFamily="2" charset="-122"/>
                      </a:endParaRPr>
                    </a:p>
                  </a:txBody>
                  <a:tcPr marL="12700" marR="12700" marT="12700" vert="horz"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r>
              <a:tr h="231775">
                <a:tc>
                  <a:txBody>
                    <a:bodyPr/>
                    <a:p>
                      <a:pPr indent="0" algn="ctr">
                        <a:buNone/>
                      </a:pPr>
                      <a:r>
                        <a:rPr lang="en-US" sz="900" b="1">
                          <a:solidFill>
                            <a:srgbClr val="000000"/>
                          </a:solidFill>
                          <a:latin typeface="宋体" pitchFamily="2" charset="-122"/>
                        </a:rPr>
                        <a:t>43</a:t>
                      </a:r>
                      <a:endParaRPr lang="en-US" altLang="en-US" sz="900" b="1">
                        <a:solidFill>
                          <a:srgbClr val="000000"/>
                        </a:solidFill>
                        <a:latin typeface="宋体" pitchFamily="2" charset="-122"/>
                      </a:endParaRPr>
                    </a:p>
                  </a:txBody>
                  <a:tcPr marL="12700" marR="12700" marT="12700" vert="horz"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a:p>
                      <a:pPr indent="0">
                        <a:buNone/>
                      </a:pPr>
                      <a:r>
                        <a:rPr lang="zh-CN" sz="900" b="1">
                          <a:solidFill>
                            <a:srgbClr val="000000"/>
                          </a:solidFill>
                          <a:latin typeface="Arial" panose="020B0604020202020204" pitchFamily="34" charset="0"/>
                          <a:ea typeface="宋体" pitchFamily="2" charset="-122"/>
                        </a:rPr>
                        <a:t>国际标准化比率</a:t>
                      </a:r>
                      <a:endParaRPr lang="zh-CN" altLang="en-US" sz="900" b="1">
                        <a:solidFill>
                          <a:srgbClr val="000000"/>
                        </a:solidFill>
                        <a:latin typeface="Arial" panose="020B0604020202020204" pitchFamily="34" charset="0"/>
                        <a:ea typeface="宋体" pitchFamily="2" charset="-122"/>
                      </a:endParaRPr>
                    </a:p>
                  </a:txBody>
                  <a:tcPr marL="12700" marR="12700" marT="12700" vert="horz"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r>
              <a:tr h="231775">
                <a:tc>
                  <a:txBody>
                    <a:bodyPr/>
                    <a:p>
                      <a:pPr indent="0" algn="ctr">
                        <a:buNone/>
                      </a:pPr>
                      <a:r>
                        <a:rPr lang="en-US" sz="900" b="1">
                          <a:solidFill>
                            <a:srgbClr val="000000"/>
                          </a:solidFill>
                          <a:latin typeface="宋体" pitchFamily="2" charset="-122"/>
                        </a:rPr>
                        <a:t>44</a:t>
                      </a:r>
                      <a:endParaRPr lang="en-US" altLang="en-US" sz="900" b="1">
                        <a:solidFill>
                          <a:srgbClr val="000000"/>
                        </a:solidFill>
                        <a:latin typeface="宋体" pitchFamily="2" charset="-122"/>
                      </a:endParaRPr>
                    </a:p>
                  </a:txBody>
                  <a:tcPr marL="12700" marR="12700" marT="12700" vert="horz"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a:p>
                      <a:pPr indent="0">
                        <a:buNone/>
                      </a:pPr>
                      <a:r>
                        <a:rPr lang="zh-CN" sz="900" b="1">
                          <a:solidFill>
                            <a:srgbClr val="000000"/>
                          </a:solidFill>
                          <a:latin typeface="Arial" panose="020B0604020202020204" pitchFamily="34" charset="0"/>
                          <a:ea typeface="宋体" pitchFamily="2" charset="-122"/>
                        </a:rPr>
                        <a:t>天门冬氨酸氨基转移酶</a:t>
                      </a:r>
                      <a:endParaRPr lang="zh-CN" altLang="en-US" sz="900" b="1">
                        <a:solidFill>
                          <a:srgbClr val="000000"/>
                        </a:solidFill>
                        <a:latin typeface="Arial" panose="020B0604020202020204" pitchFamily="34" charset="0"/>
                        <a:ea typeface="宋体" pitchFamily="2" charset="-122"/>
                      </a:endParaRPr>
                    </a:p>
                  </a:txBody>
                  <a:tcPr marL="12700" marR="12700" marT="12700" vert="horz"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chemeClr val="accent6">
                        <a:lumMod val="60000"/>
                        <a:lumOff val="40000"/>
                      </a:schemeClr>
                    </a:solidFill>
                  </a:tcPr>
                </a:tc>
              </a:tr>
              <a:tr h="231775">
                <a:tc>
                  <a:txBody>
                    <a:bodyPr/>
                    <a:p>
                      <a:pPr indent="0" algn="ctr">
                        <a:buNone/>
                      </a:pPr>
                      <a:r>
                        <a:rPr lang="en-US" sz="900" b="1">
                          <a:solidFill>
                            <a:srgbClr val="000000"/>
                          </a:solidFill>
                          <a:latin typeface="宋体" pitchFamily="2" charset="-122"/>
                        </a:rPr>
                        <a:t>45</a:t>
                      </a:r>
                      <a:endParaRPr lang="en-US" altLang="en-US" sz="900" b="1">
                        <a:solidFill>
                          <a:srgbClr val="000000"/>
                        </a:solidFill>
                        <a:latin typeface="宋体" pitchFamily="2" charset="-122"/>
                      </a:endParaRPr>
                    </a:p>
                  </a:txBody>
                  <a:tcPr marL="12700" marR="12700" marT="12700" vert="horz"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a:p>
                      <a:pPr indent="0">
                        <a:buNone/>
                      </a:pPr>
                      <a:r>
                        <a:rPr lang="zh-CN" sz="900" b="1">
                          <a:solidFill>
                            <a:srgbClr val="000000"/>
                          </a:solidFill>
                          <a:latin typeface="Arial" panose="020B0604020202020204" pitchFamily="34" charset="0"/>
                          <a:ea typeface="宋体" pitchFamily="2" charset="-122"/>
                        </a:rPr>
                        <a:t>尿素</a:t>
                      </a:r>
                      <a:endParaRPr lang="zh-CN" altLang="en-US" sz="900" b="1">
                        <a:solidFill>
                          <a:srgbClr val="000000"/>
                        </a:solidFill>
                        <a:latin typeface="Arial" panose="020B0604020202020204" pitchFamily="34" charset="0"/>
                        <a:ea typeface="宋体" pitchFamily="2" charset="-122"/>
                      </a:endParaRPr>
                    </a:p>
                  </a:txBody>
                  <a:tcPr marL="12700" marR="12700" marT="12700" vert="horz"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r>
            </a:tbl>
          </a:graphicData>
        </a:graphic>
      </p:graphicFrame>
      <p:graphicFrame>
        <p:nvGraphicFramePr>
          <p:cNvPr id="29" name="表格 28"/>
          <p:cNvGraphicFramePr/>
          <p:nvPr>
            <p:custDataLst>
              <p:tags r:id="rId5"/>
            </p:custDataLst>
          </p:nvPr>
        </p:nvGraphicFramePr>
        <p:xfrm>
          <a:off x="6744970" y="1631315"/>
          <a:ext cx="1637665" cy="3707765"/>
        </p:xfrm>
        <a:graphic>
          <a:graphicData uri="http://schemas.openxmlformats.org/drawingml/2006/table">
            <a:tbl>
              <a:tblPr firstRow="1" bandRow="1">
                <a:tableStyleId>{5C22544A-7EE6-4342-B048-85BDC9FD1C3A}</a:tableStyleId>
              </a:tblPr>
              <a:tblGrid>
                <a:gridCol w="466090"/>
                <a:gridCol w="1171575"/>
              </a:tblGrid>
              <a:tr h="213360">
                <a:tc>
                  <a:txBody>
                    <a:bodyPr/>
                    <a:p>
                      <a:pPr indent="0" algn="ctr">
                        <a:buNone/>
                      </a:pPr>
                      <a:r>
                        <a:rPr lang="en-US" sz="900" b="1">
                          <a:solidFill>
                            <a:srgbClr val="000000"/>
                          </a:solidFill>
                          <a:latin typeface="宋体" pitchFamily="2" charset="-122"/>
                        </a:rPr>
                        <a:t>46</a:t>
                      </a:r>
                      <a:endParaRPr lang="en-US" altLang="en-US" sz="900" b="1">
                        <a:solidFill>
                          <a:srgbClr val="000000"/>
                        </a:solidFill>
                        <a:latin typeface="宋体" pitchFamily="2" charset="-122"/>
                      </a:endParaRPr>
                    </a:p>
                  </a:txBody>
                  <a:tcPr marL="12700" marR="12700" marT="12700" vert="horz"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a:p>
                      <a:pPr indent="0">
                        <a:buNone/>
                      </a:pPr>
                      <a:r>
                        <a:rPr lang="zh-CN" sz="900" b="1">
                          <a:solidFill>
                            <a:srgbClr val="000000"/>
                          </a:solidFill>
                          <a:latin typeface="Arial" panose="020B0604020202020204" pitchFamily="34" charset="0"/>
                          <a:ea typeface="宋体" pitchFamily="2" charset="-122"/>
                        </a:rPr>
                        <a:t>尿酸</a:t>
                      </a:r>
                      <a:endParaRPr lang="zh-CN" altLang="en-US" sz="900" b="1">
                        <a:solidFill>
                          <a:srgbClr val="000000"/>
                        </a:solidFill>
                        <a:latin typeface="Arial" panose="020B0604020202020204" pitchFamily="34" charset="0"/>
                        <a:ea typeface="宋体" pitchFamily="2" charset="-122"/>
                      </a:endParaRPr>
                    </a:p>
                  </a:txBody>
                  <a:tcPr marL="12700" marR="12700" marT="12700" vert="horz"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r>
              <a:tr h="213995">
                <a:tc>
                  <a:txBody>
                    <a:bodyPr/>
                    <a:p>
                      <a:pPr indent="0" algn="ctr">
                        <a:buNone/>
                      </a:pPr>
                      <a:r>
                        <a:rPr lang="en-US" sz="900" b="1">
                          <a:solidFill>
                            <a:srgbClr val="000000"/>
                          </a:solidFill>
                          <a:latin typeface="宋体" pitchFamily="2" charset="-122"/>
                        </a:rPr>
                        <a:t>47</a:t>
                      </a:r>
                      <a:endParaRPr lang="en-US" altLang="en-US" sz="900" b="1">
                        <a:solidFill>
                          <a:srgbClr val="000000"/>
                        </a:solidFill>
                        <a:latin typeface="宋体" pitchFamily="2" charset="-122"/>
                      </a:endParaRPr>
                    </a:p>
                  </a:txBody>
                  <a:tcPr marL="12700" marR="12700" marT="12700" vert="horz"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a:p>
                      <a:pPr indent="0">
                        <a:buNone/>
                      </a:pPr>
                      <a:r>
                        <a:rPr lang="zh-CN" sz="900" b="1">
                          <a:solidFill>
                            <a:srgbClr val="000000"/>
                          </a:solidFill>
                          <a:latin typeface="Arial" panose="020B0604020202020204" pitchFamily="34" charset="0"/>
                          <a:ea typeface="宋体" pitchFamily="2" charset="-122"/>
                        </a:rPr>
                        <a:t>总胆固醇</a:t>
                      </a:r>
                      <a:endParaRPr lang="zh-CN" altLang="en-US" sz="900" b="1">
                        <a:solidFill>
                          <a:srgbClr val="000000"/>
                        </a:solidFill>
                        <a:latin typeface="Arial" panose="020B0604020202020204" pitchFamily="34" charset="0"/>
                        <a:ea typeface="宋体" pitchFamily="2" charset="-122"/>
                      </a:endParaRPr>
                    </a:p>
                  </a:txBody>
                  <a:tcPr marL="12700" marR="12700" marT="12700" vert="horz"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r>
              <a:tr h="213360">
                <a:tc>
                  <a:txBody>
                    <a:bodyPr/>
                    <a:p>
                      <a:pPr indent="0" algn="ctr">
                        <a:buNone/>
                      </a:pPr>
                      <a:r>
                        <a:rPr lang="en-US" sz="900" b="1">
                          <a:solidFill>
                            <a:srgbClr val="000000"/>
                          </a:solidFill>
                          <a:latin typeface="宋体" pitchFamily="2" charset="-122"/>
                        </a:rPr>
                        <a:t>48</a:t>
                      </a:r>
                      <a:endParaRPr lang="en-US" altLang="en-US" sz="900" b="1">
                        <a:solidFill>
                          <a:srgbClr val="000000"/>
                        </a:solidFill>
                        <a:latin typeface="宋体" pitchFamily="2" charset="-122"/>
                      </a:endParaRPr>
                    </a:p>
                  </a:txBody>
                  <a:tcPr marL="12700" marR="12700" marT="12700" vert="horz"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a:p>
                      <a:pPr indent="0">
                        <a:buNone/>
                      </a:pPr>
                      <a:r>
                        <a:rPr lang="zh-CN" sz="900" b="1">
                          <a:solidFill>
                            <a:srgbClr val="000000"/>
                          </a:solidFill>
                          <a:latin typeface="Arial" panose="020B0604020202020204" pitchFamily="34" charset="0"/>
                          <a:ea typeface="宋体" pitchFamily="2" charset="-122"/>
                        </a:rPr>
                        <a:t>总胆红素</a:t>
                      </a:r>
                      <a:endParaRPr lang="zh-CN" altLang="en-US" sz="900" b="1">
                        <a:solidFill>
                          <a:srgbClr val="000000"/>
                        </a:solidFill>
                        <a:latin typeface="Arial" panose="020B0604020202020204" pitchFamily="34" charset="0"/>
                        <a:ea typeface="宋体" pitchFamily="2" charset="-122"/>
                      </a:endParaRPr>
                    </a:p>
                  </a:txBody>
                  <a:tcPr marL="12700" marR="12700" marT="12700" vert="horz"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r>
              <a:tr h="213360">
                <a:tc>
                  <a:txBody>
                    <a:bodyPr/>
                    <a:p>
                      <a:pPr indent="0" algn="ctr">
                        <a:buNone/>
                      </a:pPr>
                      <a:r>
                        <a:rPr lang="en-US" sz="900" b="1">
                          <a:solidFill>
                            <a:srgbClr val="000000"/>
                          </a:solidFill>
                          <a:latin typeface="宋体" pitchFamily="2" charset="-122"/>
                        </a:rPr>
                        <a:t>49</a:t>
                      </a:r>
                      <a:endParaRPr lang="en-US" altLang="en-US" sz="900" b="1">
                        <a:solidFill>
                          <a:srgbClr val="000000"/>
                        </a:solidFill>
                        <a:latin typeface="宋体" pitchFamily="2" charset="-122"/>
                      </a:endParaRPr>
                    </a:p>
                  </a:txBody>
                  <a:tcPr marL="12700" marR="12700" marT="12700" vert="horz"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a:p>
                      <a:pPr indent="0">
                        <a:buNone/>
                      </a:pPr>
                      <a:r>
                        <a:rPr lang="zh-CN" sz="900" b="1">
                          <a:solidFill>
                            <a:srgbClr val="000000"/>
                          </a:solidFill>
                          <a:latin typeface="Arial" panose="020B0604020202020204" pitchFamily="34" charset="0"/>
                          <a:ea typeface="宋体" pitchFamily="2" charset="-122"/>
                        </a:rPr>
                        <a:t>总蛋白</a:t>
                      </a:r>
                      <a:endParaRPr lang="zh-CN" altLang="en-US" sz="900" b="1">
                        <a:solidFill>
                          <a:srgbClr val="000000"/>
                        </a:solidFill>
                        <a:latin typeface="Arial" panose="020B0604020202020204" pitchFamily="34" charset="0"/>
                        <a:ea typeface="宋体" pitchFamily="2" charset="-122"/>
                      </a:endParaRPr>
                    </a:p>
                  </a:txBody>
                  <a:tcPr marL="12700" marR="12700" marT="12700" vert="horz"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chemeClr val="accent4">
                        <a:lumMod val="60000"/>
                        <a:lumOff val="40000"/>
                      </a:schemeClr>
                    </a:solidFill>
                  </a:tcPr>
                </a:tc>
              </a:tr>
              <a:tr h="213995">
                <a:tc>
                  <a:txBody>
                    <a:bodyPr/>
                    <a:p>
                      <a:pPr indent="0" algn="ctr">
                        <a:buNone/>
                      </a:pPr>
                      <a:r>
                        <a:rPr lang="en-US" sz="900" b="1">
                          <a:solidFill>
                            <a:srgbClr val="000000"/>
                          </a:solidFill>
                          <a:latin typeface="宋体" pitchFamily="2" charset="-122"/>
                        </a:rPr>
                        <a:t>50</a:t>
                      </a:r>
                      <a:endParaRPr lang="en-US" altLang="en-US" sz="900" b="1">
                        <a:solidFill>
                          <a:srgbClr val="000000"/>
                        </a:solidFill>
                        <a:latin typeface="宋体" pitchFamily="2" charset="-122"/>
                      </a:endParaRPr>
                    </a:p>
                  </a:txBody>
                  <a:tcPr marL="12700" marR="12700" marT="12700" vert="horz"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a:p>
                      <a:pPr indent="0">
                        <a:buNone/>
                      </a:pPr>
                      <a:r>
                        <a:rPr lang="zh-CN" sz="900" b="1">
                          <a:solidFill>
                            <a:srgbClr val="000000"/>
                          </a:solidFill>
                          <a:latin typeface="Arial" panose="020B0604020202020204" pitchFamily="34" charset="0"/>
                          <a:ea typeface="宋体" pitchFamily="2" charset="-122"/>
                        </a:rPr>
                        <a:t>总铁结合力</a:t>
                      </a:r>
                      <a:endParaRPr lang="zh-CN" altLang="en-US" sz="900" b="1">
                        <a:solidFill>
                          <a:srgbClr val="000000"/>
                        </a:solidFill>
                        <a:latin typeface="Arial" panose="020B0604020202020204" pitchFamily="34" charset="0"/>
                        <a:ea typeface="宋体" pitchFamily="2" charset="-122"/>
                      </a:endParaRPr>
                    </a:p>
                  </a:txBody>
                  <a:tcPr marL="12700" marR="12700" marT="12700" vert="horz"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r>
              <a:tr h="213360">
                <a:tc>
                  <a:txBody>
                    <a:bodyPr/>
                    <a:p>
                      <a:pPr indent="0" algn="ctr">
                        <a:buNone/>
                      </a:pPr>
                      <a:r>
                        <a:rPr lang="en-US" sz="900" b="1">
                          <a:solidFill>
                            <a:srgbClr val="000000"/>
                          </a:solidFill>
                          <a:latin typeface="宋体" pitchFamily="2" charset="-122"/>
                        </a:rPr>
                        <a:t>51</a:t>
                      </a:r>
                      <a:endParaRPr lang="en-US" altLang="en-US" sz="900" b="1">
                        <a:solidFill>
                          <a:srgbClr val="000000"/>
                        </a:solidFill>
                        <a:latin typeface="宋体" pitchFamily="2" charset="-122"/>
                      </a:endParaRPr>
                    </a:p>
                  </a:txBody>
                  <a:tcPr marL="12700" marR="12700" marT="12700" vert="horz"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chemeClr val="accent2">
                        <a:lumMod val="60000"/>
                        <a:lumOff val="40000"/>
                      </a:schemeClr>
                    </a:solidFill>
                  </a:tcPr>
                </a:tc>
                <a:tc>
                  <a:txBody>
                    <a:bodyPr/>
                    <a:p>
                      <a:pPr indent="0">
                        <a:buNone/>
                      </a:pPr>
                      <a:r>
                        <a:rPr lang="zh-CN" sz="900" b="1">
                          <a:solidFill>
                            <a:srgbClr val="000000"/>
                          </a:solidFill>
                          <a:latin typeface="Arial" panose="020B0604020202020204" pitchFamily="34" charset="0"/>
                          <a:ea typeface="宋体" pitchFamily="2" charset="-122"/>
                        </a:rPr>
                        <a:t>抗RA33抗体IgG</a:t>
                      </a:r>
                      <a:endParaRPr lang="zh-CN" altLang="en-US" sz="900" b="1">
                        <a:solidFill>
                          <a:srgbClr val="000000"/>
                        </a:solidFill>
                        <a:latin typeface="Arial" panose="020B0604020202020204" pitchFamily="34" charset="0"/>
                        <a:ea typeface="宋体" pitchFamily="2" charset="-122"/>
                      </a:endParaRPr>
                    </a:p>
                  </a:txBody>
                  <a:tcPr marL="12700" marR="12700" marT="12700" vert="horz"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chemeClr val="accent2">
                        <a:lumMod val="60000"/>
                        <a:lumOff val="40000"/>
                      </a:schemeClr>
                    </a:solidFill>
                  </a:tcPr>
                </a:tc>
              </a:tr>
              <a:tr h="339725">
                <a:tc>
                  <a:txBody>
                    <a:bodyPr/>
                    <a:p>
                      <a:pPr indent="0" algn="ctr">
                        <a:buNone/>
                      </a:pPr>
                      <a:r>
                        <a:rPr lang="en-US" sz="900" b="1">
                          <a:solidFill>
                            <a:srgbClr val="000000"/>
                          </a:solidFill>
                          <a:latin typeface="宋体" pitchFamily="2" charset="-122"/>
                        </a:rPr>
                        <a:t>52</a:t>
                      </a:r>
                      <a:endParaRPr lang="en-US" altLang="en-US" sz="900" b="1">
                        <a:solidFill>
                          <a:srgbClr val="000000"/>
                        </a:solidFill>
                        <a:latin typeface="宋体" pitchFamily="2" charset="-122"/>
                      </a:endParaRPr>
                    </a:p>
                  </a:txBody>
                  <a:tcPr marL="12700" marR="12700" marT="12700" vert="horz"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a:p>
                      <a:pPr indent="0">
                        <a:buNone/>
                      </a:pPr>
                      <a:r>
                        <a:rPr lang="zh-CN" sz="900" b="1">
                          <a:solidFill>
                            <a:srgbClr val="000000"/>
                          </a:solidFill>
                          <a:latin typeface="Arial" panose="020B0604020202020204" pitchFamily="34" charset="0"/>
                          <a:ea typeface="宋体" pitchFamily="2" charset="-122"/>
                        </a:rPr>
                        <a:t>抗环瓜氨酸多肽抗体</a:t>
                      </a:r>
                      <a:endParaRPr lang="zh-CN" altLang="en-US" sz="900" b="1">
                        <a:solidFill>
                          <a:srgbClr val="000000"/>
                        </a:solidFill>
                        <a:latin typeface="Arial" panose="020B0604020202020204" pitchFamily="34" charset="0"/>
                        <a:ea typeface="宋体" pitchFamily="2" charset="-122"/>
                      </a:endParaRPr>
                    </a:p>
                  </a:txBody>
                  <a:tcPr marL="12700" marR="12700" marT="12700" vert="horz"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chemeClr val="accent2">
                        <a:lumMod val="60000"/>
                        <a:lumOff val="40000"/>
                      </a:schemeClr>
                    </a:solidFill>
                  </a:tcPr>
                </a:tc>
              </a:tr>
              <a:tr h="339725">
                <a:tc>
                  <a:txBody>
                    <a:bodyPr/>
                    <a:p>
                      <a:pPr indent="0" algn="ctr">
                        <a:buNone/>
                      </a:pPr>
                      <a:r>
                        <a:rPr lang="en-US" sz="900" b="1">
                          <a:solidFill>
                            <a:srgbClr val="000000"/>
                          </a:solidFill>
                          <a:latin typeface="宋体" pitchFamily="2" charset="-122"/>
                        </a:rPr>
                        <a:t>53</a:t>
                      </a:r>
                      <a:endParaRPr lang="en-US" altLang="en-US" sz="900" b="1">
                        <a:solidFill>
                          <a:srgbClr val="000000"/>
                        </a:solidFill>
                        <a:latin typeface="宋体" pitchFamily="2" charset="-122"/>
                      </a:endParaRPr>
                    </a:p>
                  </a:txBody>
                  <a:tcPr marL="12700" marR="12700" marT="12700" vert="horz"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a:p>
                      <a:pPr indent="0">
                        <a:buNone/>
                      </a:pPr>
                      <a:r>
                        <a:rPr lang="zh-CN" sz="900" b="1">
                          <a:solidFill>
                            <a:srgbClr val="000000"/>
                          </a:solidFill>
                          <a:latin typeface="Arial" panose="020B0604020202020204" pitchFamily="34" charset="0"/>
                          <a:ea typeface="宋体" pitchFamily="2" charset="-122"/>
                        </a:rPr>
                        <a:t>抗环瓜氨酸肽抗体抗体</a:t>
                      </a:r>
                      <a:endParaRPr lang="zh-CN" altLang="en-US" sz="900" b="1">
                        <a:solidFill>
                          <a:srgbClr val="000000"/>
                        </a:solidFill>
                        <a:latin typeface="Arial" panose="020B0604020202020204" pitchFamily="34" charset="0"/>
                        <a:ea typeface="宋体" pitchFamily="2" charset="-122"/>
                      </a:endParaRPr>
                    </a:p>
                  </a:txBody>
                  <a:tcPr marL="12700" marR="12700" marT="12700" vert="horz"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chemeClr val="accent2">
                        <a:lumMod val="60000"/>
                        <a:lumOff val="40000"/>
                      </a:schemeClr>
                    </a:solidFill>
                  </a:tcPr>
                </a:tc>
              </a:tr>
              <a:tr h="339090">
                <a:tc>
                  <a:txBody>
                    <a:bodyPr/>
                    <a:p>
                      <a:pPr indent="0" algn="ctr">
                        <a:buNone/>
                      </a:pPr>
                      <a:r>
                        <a:rPr lang="en-US" sz="900" b="1">
                          <a:solidFill>
                            <a:srgbClr val="000000"/>
                          </a:solidFill>
                          <a:latin typeface="宋体" pitchFamily="2" charset="-122"/>
                        </a:rPr>
                        <a:t>54</a:t>
                      </a:r>
                      <a:endParaRPr lang="en-US" altLang="en-US" sz="900" b="1">
                        <a:solidFill>
                          <a:srgbClr val="000000"/>
                        </a:solidFill>
                        <a:latin typeface="宋体" pitchFamily="2" charset="-122"/>
                      </a:endParaRPr>
                    </a:p>
                  </a:txBody>
                  <a:tcPr marL="12700" marR="12700" marT="12700" vert="horz"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a:p>
                      <a:pPr indent="0">
                        <a:buNone/>
                      </a:pPr>
                      <a:r>
                        <a:rPr lang="zh-CN" sz="900" b="1">
                          <a:solidFill>
                            <a:srgbClr val="000000"/>
                          </a:solidFill>
                          <a:latin typeface="Arial" panose="020B0604020202020204" pitchFamily="34" charset="0"/>
                          <a:ea typeface="宋体" pitchFamily="2" charset="-122"/>
                        </a:rPr>
                        <a:t>抗链球菌溶血素O</a:t>
                      </a:r>
                      <a:endParaRPr lang="zh-CN" altLang="en-US" sz="900" b="1">
                        <a:solidFill>
                          <a:srgbClr val="000000"/>
                        </a:solidFill>
                        <a:latin typeface="Arial" panose="020B0604020202020204" pitchFamily="34" charset="0"/>
                        <a:ea typeface="宋体" pitchFamily="2" charset="-122"/>
                      </a:endParaRPr>
                    </a:p>
                  </a:txBody>
                  <a:tcPr marL="12700" marR="12700" marT="12700" vert="horz"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r>
              <a:tr h="213995">
                <a:tc>
                  <a:txBody>
                    <a:bodyPr/>
                    <a:p>
                      <a:pPr indent="0" algn="ctr">
                        <a:buNone/>
                      </a:pPr>
                      <a:r>
                        <a:rPr lang="en-US" sz="900" b="1">
                          <a:solidFill>
                            <a:srgbClr val="000000"/>
                          </a:solidFill>
                          <a:latin typeface="宋体" pitchFamily="2" charset="-122"/>
                        </a:rPr>
                        <a:t>55</a:t>
                      </a:r>
                      <a:endParaRPr lang="en-US" altLang="en-US" sz="900" b="1">
                        <a:solidFill>
                          <a:srgbClr val="000000"/>
                        </a:solidFill>
                        <a:latin typeface="宋体" pitchFamily="2" charset="-122"/>
                      </a:endParaRPr>
                    </a:p>
                  </a:txBody>
                  <a:tcPr marL="12700" marR="12700" marT="12700" vert="horz"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a:p>
                      <a:pPr indent="0">
                        <a:buNone/>
                      </a:pPr>
                      <a:r>
                        <a:rPr lang="zh-CN" sz="900" b="1">
                          <a:solidFill>
                            <a:srgbClr val="000000"/>
                          </a:solidFill>
                          <a:latin typeface="Arial" panose="020B0604020202020204" pitchFamily="34" charset="0"/>
                          <a:ea typeface="宋体" pitchFamily="2" charset="-122"/>
                        </a:rPr>
                        <a:t>无机磷</a:t>
                      </a:r>
                      <a:endParaRPr lang="zh-CN" altLang="en-US" sz="900" b="1">
                        <a:solidFill>
                          <a:srgbClr val="000000"/>
                        </a:solidFill>
                        <a:latin typeface="Arial" panose="020B0604020202020204" pitchFamily="34" charset="0"/>
                        <a:ea typeface="宋体" pitchFamily="2" charset="-122"/>
                      </a:endParaRPr>
                    </a:p>
                  </a:txBody>
                  <a:tcPr marL="12700" marR="12700" marT="12700" vert="horz"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r>
              <a:tr h="213360">
                <a:tc>
                  <a:txBody>
                    <a:bodyPr/>
                    <a:p>
                      <a:pPr indent="0" algn="ctr">
                        <a:buNone/>
                      </a:pPr>
                      <a:r>
                        <a:rPr lang="en-US" sz="900" b="1">
                          <a:solidFill>
                            <a:srgbClr val="000000"/>
                          </a:solidFill>
                          <a:latin typeface="宋体" pitchFamily="2" charset="-122"/>
                        </a:rPr>
                        <a:t>56</a:t>
                      </a:r>
                      <a:endParaRPr lang="en-US" altLang="en-US" sz="900" b="1">
                        <a:solidFill>
                          <a:srgbClr val="000000"/>
                        </a:solidFill>
                        <a:latin typeface="宋体" pitchFamily="2" charset="-122"/>
                      </a:endParaRPr>
                    </a:p>
                  </a:txBody>
                  <a:tcPr marL="12700" marR="12700" marT="12700" vert="horz"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a:p>
                      <a:pPr indent="0">
                        <a:buNone/>
                      </a:pPr>
                      <a:r>
                        <a:rPr lang="zh-CN" sz="900" b="1">
                          <a:solidFill>
                            <a:srgbClr val="000000"/>
                          </a:solidFill>
                          <a:latin typeface="Arial" panose="020B0604020202020204" pitchFamily="34" charset="0"/>
                          <a:ea typeface="宋体" pitchFamily="2" charset="-122"/>
                        </a:rPr>
                        <a:t>果糖胺</a:t>
                      </a:r>
                      <a:endParaRPr lang="zh-CN" altLang="en-US" sz="900" b="1">
                        <a:solidFill>
                          <a:srgbClr val="000000"/>
                        </a:solidFill>
                        <a:latin typeface="Arial" panose="020B0604020202020204" pitchFamily="34" charset="0"/>
                        <a:ea typeface="宋体" pitchFamily="2" charset="-122"/>
                      </a:endParaRPr>
                    </a:p>
                  </a:txBody>
                  <a:tcPr marL="12700" marR="12700" marT="12700" vert="horz"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r>
              <a:tr h="213995">
                <a:tc>
                  <a:txBody>
                    <a:bodyPr/>
                    <a:p>
                      <a:pPr indent="0" algn="ctr">
                        <a:buNone/>
                      </a:pPr>
                      <a:r>
                        <a:rPr lang="en-US" sz="900" b="1">
                          <a:solidFill>
                            <a:srgbClr val="000000"/>
                          </a:solidFill>
                          <a:latin typeface="宋体" pitchFamily="2" charset="-122"/>
                        </a:rPr>
                        <a:t>57</a:t>
                      </a:r>
                      <a:endParaRPr lang="en-US" altLang="en-US" sz="900" b="1">
                        <a:solidFill>
                          <a:srgbClr val="000000"/>
                        </a:solidFill>
                        <a:latin typeface="宋体" pitchFamily="2" charset="-122"/>
                      </a:endParaRPr>
                    </a:p>
                  </a:txBody>
                  <a:tcPr marL="12700" marR="12700" marT="12700" vert="horz"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a:p>
                      <a:pPr indent="0">
                        <a:buNone/>
                      </a:pPr>
                      <a:r>
                        <a:rPr lang="zh-CN" sz="900" b="1">
                          <a:solidFill>
                            <a:srgbClr val="000000"/>
                          </a:solidFill>
                          <a:latin typeface="Arial" panose="020B0604020202020204" pitchFamily="34" charset="0"/>
                          <a:ea typeface="宋体" pitchFamily="2" charset="-122"/>
                        </a:rPr>
                        <a:t>梅毒螺旋体抗体</a:t>
                      </a:r>
                      <a:endParaRPr lang="zh-CN" altLang="en-US" sz="900" b="1">
                        <a:solidFill>
                          <a:srgbClr val="000000"/>
                        </a:solidFill>
                        <a:latin typeface="Arial" panose="020B0604020202020204" pitchFamily="34" charset="0"/>
                        <a:ea typeface="宋体" pitchFamily="2" charset="-122"/>
                      </a:endParaRPr>
                    </a:p>
                  </a:txBody>
                  <a:tcPr marL="12700" marR="12700" marT="12700" vert="horz"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chemeClr val="accent2">
                        <a:lumMod val="60000"/>
                        <a:lumOff val="40000"/>
                      </a:schemeClr>
                    </a:solidFill>
                  </a:tcPr>
                </a:tc>
              </a:tr>
              <a:tr h="213360">
                <a:tc>
                  <a:txBody>
                    <a:bodyPr/>
                    <a:p>
                      <a:pPr indent="0" algn="ctr">
                        <a:buNone/>
                      </a:pPr>
                      <a:r>
                        <a:rPr lang="en-US" sz="900" b="1">
                          <a:solidFill>
                            <a:srgbClr val="000000"/>
                          </a:solidFill>
                          <a:latin typeface="宋体" pitchFamily="2" charset="-122"/>
                        </a:rPr>
                        <a:t>58</a:t>
                      </a:r>
                      <a:endParaRPr lang="en-US" altLang="en-US" sz="900" b="1">
                        <a:solidFill>
                          <a:srgbClr val="000000"/>
                        </a:solidFill>
                        <a:latin typeface="宋体" pitchFamily="2" charset="-122"/>
                      </a:endParaRPr>
                    </a:p>
                  </a:txBody>
                  <a:tcPr marL="12700" marR="12700" marT="12700" vert="horz"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a:p>
                      <a:pPr indent="0">
                        <a:buNone/>
                      </a:pPr>
                      <a:r>
                        <a:rPr lang="zh-CN" sz="900" b="1">
                          <a:solidFill>
                            <a:srgbClr val="000000"/>
                          </a:solidFill>
                          <a:latin typeface="Arial" panose="020B0604020202020204" pitchFamily="34" charset="0"/>
                          <a:ea typeface="宋体" pitchFamily="2" charset="-122"/>
                        </a:rPr>
                        <a:t>氯</a:t>
                      </a:r>
                      <a:endParaRPr lang="zh-CN" altLang="en-US" sz="900" b="1">
                        <a:solidFill>
                          <a:srgbClr val="000000"/>
                        </a:solidFill>
                        <a:latin typeface="Arial" panose="020B0604020202020204" pitchFamily="34" charset="0"/>
                        <a:ea typeface="宋体" pitchFamily="2" charset="-122"/>
                      </a:endParaRPr>
                    </a:p>
                  </a:txBody>
                  <a:tcPr marL="12700" marR="12700" marT="12700" vert="horz"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r>
              <a:tr h="339725">
                <a:tc>
                  <a:txBody>
                    <a:bodyPr/>
                    <a:p>
                      <a:pPr indent="0" algn="ctr">
                        <a:buNone/>
                      </a:pPr>
                      <a:r>
                        <a:rPr lang="en-US" sz="900" b="1">
                          <a:solidFill>
                            <a:srgbClr val="000000"/>
                          </a:solidFill>
                          <a:latin typeface="宋体" pitchFamily="2" charset="-122"/>
                        </a:rPr>
                        <a:t>59</a:t>
                      </a:r>
                      <a:endParaRPr lang="en-US" altLang="en-US" sz="900" b="1">
                        <a:solidFill>
                          <a:srgbClr val="000000"/>
                        </a:solidFill>
                        <a:latin typeface="宋体" pitchFamily="2" charset="-122"/>
                      </a:endParaRPr>
                    </a:p>
                  </a:txBody>
                  <a:tcPr marL="12700" marR="12700" marT="12700" vert="horz"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a:p>
                      <a:pPr indent="0">
                        <a:buNone/>
                      </a:pPr>
                      <a:r>
                        <a:rPr lang="zh-CN" sz="900" b="1">
                          <a:solidFill>
                            <a:srgbClr val="000000"/>
                          </a:solidFill>
                          <a:latin typeface="Arial" panose="020B0604020202020204" pitchFamily="34" charset="0"/>
                          <a:ea typeface="宋体" pitchFamily="2" charset="-122"/>
                        </a:rPr>
                        <a:t>活化部分凝血活酶时间</a:t>
                      </a:r>
                      <a:endParaRPr lang="zh-CN" altLang="en-US" sz="900" b="1">
                        <a:solidFill>
                          <a:srgbClr val="000000"/>
                        </a:solidFill>
                        <a:latin typeface="Arial" panose="020B0604020202020204" pitchFamily="34" charset="0"/>
                        <a:ea typeface="宋体" pitchFamily="2" charset="-122"/>
                      </a:endParaRPr>
                    </a:p>
                  </a:txBody>
                  <a:tcPr marL="12700" marR="12700" marT="12700" vert="horz"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chemeClr val="bg2">
                        <a:lumMod val="75000"/>
                      </a:schemeClr>
                    </a:solidFill>
                  </a:tcPr>
                </a:tc>
              </a:tr>
              <a:tr h="213360">
                <a:tc>
                  <a:txBody>
                    <a:bodyPr/>
                    <a:p>
                      <a:pPr indent="0" algn="ctr">
                        <a:buNone/>
                      </a:pPr>
                      <a:r>
                        <a:rPr lang="en-US" sz="900" b="1">
                          <a:solidFill>
                            <a:srgbClr val="000000"/>
                          </a:solidFill>
                          <a:latin typeface="宋体" pitchFamily="2" charset="-122"/>
                        </a:rPr>
                        <a:t>60</a:t>
                      </a:r>
                      <a:endParaRPr lang="en-US" altLang="en-US" sz="900" b="1">
                        <a:solidFill>
                          <a:srgbClr val="000000"/>
                        </a:solidFill>
                        <a:latin typeface="宋体" pitchFamily="2" charset="-122"/>
                      </a:endParaRPr>
                    </a:p>
                  </a:txBody>
                  <a:tcPr marL="12700" marR="12700" marT="12700" vert="horz"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a:p>
                      <a:pPr indent="0">
                        <a:buNone/>
                      </a:pPr>
                      <a:r>
                        <a:rPr lang="zh-CN" sz="900" b="1">
                          <a:solidFill>
                            <a:srgbClr val="000000"/>
                          </a:solidFill>
                          <a:latin typeface="Arial" panose="020B0604020202020204" pitchFamily="34" charset="0"/>
                          <a:ea typeface="宋体" pitchFamily="2" charset="-122"/>
                        </a:rPr>
                        <a:t>淀粉酶</a:t>
                      </a:r>
                      <a:endParaRPr lang="zh-CN" altLang="en-US" sz="900" b="1">
                        <a:solidFill>
                          <a:srgbClr val="000000"/>
                        </a:solidFill>
                        <a:latin typeface="Arial" panose="020B0604020202020204" pitchFamily="34" charset="0"/>
                        <a:ea typeface="宋体" pitchFamily="2" charset="-122"/>
                      </a:endParaRPr>
                    </a:p>
                  </a:txBody>
                  <a:tcPr marL="12700" marR="12700" marT="12700" vert="horz"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chemeClr val="accent6">
                        <a:lumMod val="60000"/>
                        <a:lumOff val="40000"/>
                      </a:schemeClr>
                    </a:solidFill>
                  </a:tcPr>
                </a:tc>
              </a:tr>
            </a:tbl>
          </a:graphicData>
        </a:graphic>
      </p:graphicFrame>
      <p:graphicFrame>
        <p:nvGraphicFramePr>
          <p:cNvPr id="33" name="表格 32"/>
          <p:cNvGraphicFramePr/>
          <p:nvPr>
            <p:custDataLst>
              <p:tags r:id="rId6"/>
            </p:custDataLst>
          </p:nvPr>
        </p:nvGraphicFramePr>
        <p:xfrm>
          <a:off x="8503920" y="1631315"/>
          <a:ext cx="1484630" cy="3709035"/>
        </p:xfrm>
        <a:graphic>
          <a:graphicData uri="http://schemas.openxmlformats.org/drawingml/2006/table">
            <a:tbl>
              <a:tblPr firstRow="1" bandRow="1">
                <a:tableStyleId>{5C22544A-7EE6-4342-B048-85BDC9FD1C3A}</a:tableStyleId>
              </a:tblPr>
              <a:tblGrid>
                <a:gridCol w="422275"/>
                <a:gridCol w="1062355"/>
              </a:tblGrid>
              <a:tr h="213360">
                <a:tc>
                  <a:txBody>
                    <a:bodyPr/>
                    <a:p>
                      <a:pPr indent="0" algn="ctr">
                        <a:buNone/>
                      </a:pPr>
                      <a:r>
                        <a:rPr lang="en-US" sz="900" b="1">
                          <a:solidFill>
                            <a:srgbClr val="000000"/>
                          </a:solidFill>
                          <a:latin typeface="宋体" pitchFamily="2" charset="-122"/>
                        </a:rPr>
                        <a:t>61</a:t>
                      </a:r>
                      <a:endParaRPr lang="en-US" altLang="en-US" sz="900" b="1">
                        <a:solidFill>
                          <a:srgbClr val="000000"/>
                        </a:solidFill>
                        <a:latin typeface="宋体" pitchFamily="2" charset="-122"/>
                      </a:endParaRPr>
                    </a:p>
                  </a:txBody>
                  <a:tcPr marL="12700" marR="12700" marT="12700" vert="horz"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a:p>
                      <a:pPr indent="0">
                        <a:buNone/>
                      </a:pPr>
                      <a:r>
                        <a:rPr lang="zh-CN" sz="900" b="1">
                          <a:solidFill>
                            <a:srgbClr val="000000"/>
                          </a:solidFill>
                          <a:latin typeface="Arial" panose="020B0604020202020204" pitchFamily="34" charset="0"/>
                          <a:ea typeface="宋体" pitchFamily="2" charset="-122"/>
                        </a:rPr>
                        <a:t>球蛋白</a:t>
                      </a:r>
                      <a:endParaRPr lang="zh-CN" altLang="en-US" sz="900" b="1">
                        <a:solidFill>
                          <a:srgbClr val="000000"/>
                        </a:solidFill>
                        <a:latin typeface="Arial" panose="020B0604020202020204" pitchFamily="34" charset="0"/>
                        <a:ea typeface="宋体" pitchFamily="2" charset="-122"/>
                      </a:endParaRPr>
                    </a:p>
                  </a:txBody>
                  <a:tcPr marL="12700" marR="12700" marT="12700" vert="horz"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chemeClr val="accent4">
                        <a:lumMod val="60000"/>
                        <a:lumOff val="40000"/>
                      </a:schemeClr>
                    </a:solidFill>
                  </a:tcPr>
                </a:tc>
              </a:tr>
              <a:tr h="213995">
                <a:tc>
                  <a:txBody>
                    <a:bodyPr/>
                    <a:p>
                      <a:pPr indent="0" algn="ctr">
                        <a:buNone/>
                      </a:pPr>
                      <a:r>
                        <a:rPr lang="en-US" sz="900" b="1">
                          <a:solidFill>
                            <a:srgbClr val="000000"/>
                          </a:solidFill>
                          <a:latin typeface="宋体" pitchFamily="2" charset="-122"/>
                        </a:rPr>
                        <a:t>62</a:t>
                      </a:r>
                      <a:endParaRPr lang="en-US" altLang="en-US" sz="900" b="1">
                        <a:solidFill>
                          <a:srgbClr val="000000"/>
                        </a:solidFill>
                        <a:latin typeface="宋体" pitchFamily="2" charset="-122"/>
                      </a:endParaRPr>
                    </a:p>
                  </a:txBody>
                  <a:tcPr marL="12700" marR="12700" marT="12700" vert="horz"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a:p>
                      <a:pPr indent="0">
                        <a:buNone/>
                      </a:pPr>
                      <a:r>
                        <a:rPr lang="zh-CN" sz="900" b="1">
                          <a:solidFill>
                            <a:srgbClr val="000000"/>
                          </a:solidFill>
                          <a:latin typeface="Arial" panose="020B0604020202020204" pitchFamily="34" charset="0"/>
                          <a:ea typeface="宋体" pitchFamily="2" charset="-122"/>
                        </a:rPr>
                        <a:t>甘油三酯</a:t>
                      </a:r>
                      <a:endParaRPr lang="zh-CN" altLang="en-US" sz="900" b="1">
                        <a:solidFill>
                          <a:srgbClr val="000000"/>
                        </a:solidFill>
                        <a:latin typeface="Arial" panose="020B0604020202020204" pitchFamily="34" charset="0"/>
                        <a:ea typeface="宋体" pitchFamily="2" charset="-122"/>
                      </a:endParaRPr>
                    </a:p>
                  </a:txBody>
                  <a:tcPr marL="12700" marR="12700" marT="12700" vert="horz"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r>
              <a:tr h="213360">
                <a:tc>
                  <a:txBody>
                    <a:bodyPr/>
                    <a:p>
                      <a:pPr indent="0" algn="ctr">
                        <a:buNone/>
                      </a:pPr>
                      <a:r>
                        <a:rPr lang="en-US" sz="900" b="1">
                          <a:solidFill>
                            <a:srgbClr val="000000"/>
                          </a:solidFill>
                          <a:latin typeface="宋体" pitchFamily="2" charset="-122"/>
                        </a:rPr>
                        <a:t>63</a:t>
                      </a:r>
                      <a:endParaRPr lang="en-US" altLang="en-US" sz="900" b="1">
                        <a:solidFill>
                          <a:srgbClr val="000000"/>
                        </a:solidFill>
                        <a:latin typeface="宋体" pitchFamily="2" charset="-122"/>
                      </a:endParaRPr>
                    </a:p>
                  </a:txBody>
                  <a:tcPr marL="12700" marR="12700" marT="12700" vert="horz"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a:p>
                      <a:pPr indent="0">
                        <a:buNone/>
                      </a:pPr>
                      <a:r>
                        <a:rPr lang="zh-CN" sz="900" b="1">
                          <a:solidFill>
                            <a:srgbClr val="000000"/>
                          </a:solidFill>
                          <a:latin typeface="Arial" panose="020B0604020202020204" pitchFamily="34" charset="0"/>
                          <a:ea typeface="宋体" pitchFamily="2" charset="-122"/>
                        </a:rPr>
                        <a:t>白球比</a:t>
                      </a:r>
                      <a:endParaRPr lang="zh-CN" altLang="en-US" sz="900" b="1">
                        <a:solidFill>
                          <a:srgbClr val="000000"/>
                        </a:solidFill>
                        <a:latin typeface="Arial" panose="020B0604020202020204" pitchFamily="34" charset="0"/>
                        <a:ea typeface="宋体" pitchFamily="2" charset="-122"/>
                      </a:endParaRPr>
                    </a:p>
                  </a:txBody>
                  <a:tcPr marL="12700" marR="12700" marT="12700" vert="horz"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r>
              <a:tr h="213995">
                <a:tc>
                  <a:txBody>
                    <a:bodyPr/>
                    <a:p>
                      <a:pPr indent="0" algn="ctr">
                        <a:buNone/>
                      </a:pPr>
                      <a:r>
                        <a:rPr lang="en-US" sz="900" b="1">
                          <a:solidFill>
                            <a:srgbClr val="000000"/>
                          </a:solidFill>
                          <a:latin typeface="宋体" pitchFamily="2" charset="-122"/>
                        </a:rPr>
                        <a:t>64</a:t>
                      </a:r>
                      <a:endParaRPr lang="en-US" altLang="en-US" sz="900" b="1">
                        <a:solidFill>
                          <a:srgbClr val="000000"/>
                        </a:solidFill>
                        <a:latin typeface="宋体" pitchFamily="2" charset="-122"/>
                      </a:endParaRPr>
                    </a:p>
                  </a:txBody>
                  <a:tcPr marL="12700" marR="12700" marT="12700" vert="horz"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a:p>
                      <a:pPr indent="0">
                        <a:buNone/>
                      </a:pPr>
                      <a:r>
                        <a:rPr lang="zh-CN" sz="900" b="1">
                          <a:solidFill>
                            <a:srgbClr val="000000"/>
                          </a:solidFill>
                          <a:latin typeface="Arial" panose="020B0604020202020204" pitchFamily="34" charset="0"/>
                          <a:ea typeface="宋体" pitchFamily="2" charset="-122"/>
                        </a:rPr>
                        <a:t>白蛋白</a:t>
                      </a:r>
                      <a:endParaRPr lang="zh-CN" altLang="en-US" sz="900" b="1">
                        <a:solidFill>
                          <a:srgbClr val="000000"/>
                        </a:solidFill>
                        <a:latin typeface="Arial" panose="020B0604020202020204" pitchFamily="34" charset="0"/>
                        <a:ea typeface="宋体" pitchFamily="2" charset="-122"/>
                      </a:endParaRPr>
                    </a:p>
                  </a:txBody>
                  <a:tcPr marL="12700" marR="12700" marT="12700" vert="horz"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chemeClr val="accent4">
                        <a:lumMod val="60000"/>
                        <a:lumOff val="40000"/>
                      </a:schemeClr>
                    </a:solidFill>
                  </a:tcPr>
                </a:tc>
              </a:tr>
              <a:tr h="213360">
                <a:tc>
                  <a:txBody>
                    <a:bodyPr/>
                    <a:p>
                      <a:pPr indent="0" algn="ctr">
                        <a:buNone/>
                      </a:pPr>
                      <a:r>
                        <a:rPr lang="en-US" sz="900" b="1">
                          <a:solidFill>
                            <a:srgbClr val="000000"/>
                          </a:solidFill>
                          <a:latin typeface="宋体" pitchFamily="2" charset="-122"/>
                        </a:rPr>
                        <a:t>65</a:t>
                      </a:r>
                      <a:endParaRPr lang="en-US" altLang="en-US" sz="900" b="1">
                        <a:solidFill>
                          <a:srgbClr val="000000"/>
                        </a:solidFill>
                        <a:latin typeface="宋体" pitchFamily="2" charset="-122"/>
                      </a:endParaRPr>
                    </a:p>
                  </a:txBody>
                  <a:tcPr marL="12700" marR="12700" marT="12700" vert="horz"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a:p>
                      <a:pPr indent="0">
                        <a:buNone/>
                      </a:pPr>
                      <a:r>
                        <a:rPr lang="zh-CN" sz="900" b="1">
                          <a:solidFill>
                            <a:srgbClr val="000000"/>
                          </a:solidFill>
                          <a:latin typeface="Arial" panose="020B0604020202020204" pitchFamily="34" charset="0"/>
                          <a:ea typeface="宋体" pitchFamily="2" charset="-122"/>
                        </a:rPr>
                        <a:t>直接胆红素</a:t>
                      </a:r>
                      <a:endParaRPr lang="zh-CN" altLang="en-US" sz="900" b="1">
                        <a:solidFill>
                          <a:srgbClr val="000000"/>
                        </a:solidFill>
                        <a:latin typeface="Arial" panose="020B0604020202020204" pitchFamily="34" charset="0"/>
                        <a:ea typeface="宋体" pitchFamily="2" charset="-122"/>
                      </a:endParaRPr>
                    </a:p>
                  </a:txBody>
                  <a:tcPr marL="12700" marR="12700" marT="12700" vert="horz"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r>
              <a:tr h="213995">
                <a:tc>
                  <a:txBody>
                    <a:bodyPr/>
                    <a:p>
                      <a:pPr indent="0" algn="ctr">
                        <a:buNone/>
                      </a:pPr>
                      <a:r>
                        <a:rPr lang="en-US" sz="900" b="1">
                          <a:solidFill>
                            <a:srgbClr val="000000"/>
                          </a:solidFill>
                          <a:latin typeface="宋体" pitchFamily="2" charset="-122"/>
                        </a:rPr>
                        <a:t>66</a:t>
                      </a:r>
                      <a:endParaRPr lang="en-US" altLang="en-US" sz="900" b="1">
                        <a:solidFill>
                          <a:srgbClr val="000000"/>
                        </a:solidFill>
                        <a:latin typeface="宋体" pitchFamily="2" charset="-122"/>
                      </a:endParaRPr>
                    </a:p>
                  </a:txBody>
                  <a:tcPr marL="12700" marR="12700" marT="12700" vert="horz"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a:p>
                      <a:pPr indent="0">
                        <a:buNone/>
                      </a:pPr>
                      <a:r>
                        <a:rPr lang="zh-CN" sz="900" b="1">
                          <a:solidFill>
                            <a:srgbClr val="000000"/>
                          </a:solidFill>
                          <a:latin typeface="Arial" panose="020B0604020202020204" pitchFamily="34" charset="0"/>
                          <a:ea typeface="宋体" pitchFamily="2" charset="-122"/>
                        </a:rPr>
                        <a:t>碱性磷酸酶</a:t>
                      </a:r>
                      <a:endParaRPr lang="zh-CN" altLang="en-US" sz="900" b="1">
                        <a:solidFill>
                          <a:srgbClr val="000000"/>
                        </a:solidFill>
                        <a:latin typeface="Arial" panose="020B0604020202020204" pitchFamily="34" charset="0"/>
                        <a:ea typeface="宋体" pitchFamily="2" charset="-122"/>
                      </a:endParaRPr>
                    </a:p>
                  </a:txBody>
                  <a:tcPr marL="12700" marR="12700" marT="12700" vert="horz"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chemeClr val="accent6">
                        <a:lumMod val="60000"/>
                        <a:lumOff val="40000"/>
                      </a:schemeClr>
                    </a:solidFill>
                  </a:tcPr>
                </a:tc>
              </a:tr>
              <a:tr h="213360">
                <a:tc>
                  <a:txBody>
                    <a:bodyPr/>
                    <a:p>
                      <a:pPr indent="0" algn="ctr">
                        <a:buNone/>
                      </a:pPr>
                      <a:r>
                        <a:rPr lang="en-US" sz="900" b="1">
                          <a:solidFill>
                            <a:srgbClr val="000000"/>
                          </a:solidFill>
                          <a:latin typeface="宋体" pitchFamily="2" charset="-122"/>
                        </a:rPr>
                        <a:t>67</a:t>
                      </a:r>
                      <a:endParaRPr lang="en-US" altLang="en-US" sz="900" b="1">
                        <a:solidFill>
                          <a:srgbClr val="000000"/>
                        </a:solidFill>
                        <a:latin typeface="宋体" pitchFamily="2" charset="-122"/>
                      </a:endParaRPr>
                    </a:p>
                  </a:txBody>
                  <a:tcPr marL="12700" marR="12700" marT="12700" vert="horz"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a:p>
                      <a:pPr indent="0">
                        <a:buNone/>
                      </a:pPr>
                      <a:r>
                        <a:rPr lang="zh-CN" sz="900" b="1">
                          <a:solidFill>
                            <a:srgbClr val="000000"/>
                          </a:solidFill>
                          <a:latin typeface="Arial" panose="020B0604020202020204" pitchFamily="34" charset="0"/>
                          <a:ea typeface="宋体" pitchFamily="2" charset="-122"/>
                        </a:rPr>
                        <a:t>磷</a:t>
                      </a:r>
                      <a:endParaRPr lang="zh-CN" altLang="en-US" sz="900" b="1">
                        <a:solidFill>
                          <a:srgbClr val="000000"/>
                        </a:solidFill>
                        <a:latin typeface="Arial" panose="020B0604020202020204" pitchFamily="34" charset="0"/>
                        <a:ea typeface="宋体" pitchFamily="2" charset="-122"/>
                      </a:endParaRPr>
                    </a:p>
                  </a:txBody>
                  <a:tcPr marL="12700" marR="12700" marT="12700" vert="horz"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chemeClr val="accent5">
                        <a:lumMod val="75000"/>
                      </a:schemeClr>
                    </a:solidFill>
                  </a:tcPr>
                </a:tc>
              </a:tr>
              <a:tr h="213995">
                <a:tc>
                  <a:txBody>
                    <a:bodyPr/>
                    <a:p>
                      <a:pPr indent="0" algn="ctr">
                        <a:buNone/>
                      </a:pPr>
                      <a:r>
                        <a:rPr lang="en-US" sz="900" b="1">
                          <a:solidFill>
                            <a:srgbClr val="000000"/>
                          </a:solidFill>
                          <a:latin typeface="宋体" pitchFamily="2" charset="-122"/>
                        </a:rPr>
                        <a:t>68</a:t>
                      </a:r>
                      <a:endParaRPr lang="en-US" altLang="en-US" sz="900" b="1">
                        <a:solidFill>
                          <a:srgbClr val="000000"/>
                        </a:solidFill>
                        <a:latin typeface="宋体" pitchFamily="2" charset="-122"/>
                      </a:endParaRPr>
                    </a:p>
                  </a:txBody>
                  <a:tcPr marL="12700" marR="12700" marT="12700" vert="horz"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a:p>
                      <a:pPr indent="0">
                        <a:buNone/>
                      </a:pPr>
                      <a:r>
                        <a:rPr lang="zh-CN" sz="900" b="1">
                          <a:solidFill>
                            <a:srgbClr val="000000"/>
                          </a:solidFill>
                          <a:latin typeface="Arial" panose="020B0604020202020204" pitchFamily="34" charset="0"/>
                          <a:ea typeface="宋体" pitchFamily="2" charset="-122"/>
                        </a:rPr>
                        <a:t>类风湿因子</a:t>
                      </a:r>
                      <a:endParaRPr lang="zh-CN" altLang="en-US" sz="900" b="1">
                        <a:solidFill>
                          <a:srgbClr val="000000"/>
                        </a:solidFill>
                        <a:latin typeface="Arial" panose="020B0604020202020204" pitchFamily="34" charset="0"/>
                        <a:ea typeface="宋体" pitchFamily="2" charset="-122"/>
                      </a:endParaRPr>
                    </a:p>
                  </a:txBody>
                  <a:tcPr marL="12700" marR="12700" marT="12700" vert="horz"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r>
              <a:tr h="213360">
                <a:tc>
                  <a:txBody>
                    <a:bodyPr/>
                    <a:p>
                      <a:pPr indent="0" algn="ctr">
                        <a:buNone/>
                      </a:pPr>
                      <a:r>
                        <a:rPr lang="en-US" sz="900" b="1">
                          <a:solidFill>
                            <a:srgbClr val="000000"/>
                          </a:solidFill>
                          <a:latin typeface="宋体" pitchFamily="2" charset="-122"/>
                        </a:rPr>
                        <a:t>69</a:t>
                      </a:r>
                      <a:endParaRPr lang="en-US" altLang="en-US" sz="900" b="1">
                        <a:solidFill>
                          <a:srgbClr val="000000"/>
                        </a:solidFill>
                        <a:latin typeface="宋体" pitchFamily="2" charset="-122"/>
                      </a:endParaRPr>
                    </a:p>
                  </a:txBody>
                  <a:tcPr marL="12700" marR="12700" marT="12700" vert="horz"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a:p>
                      <a:pPr indent="0">
                        <a:buNone/>
                      </a:pPr>
                      <a:r>
                        <a:rPr lang="zh-CN" sz="900" b="1">
                          <a:solidFill>
                            <a:srgbClr val="000000"/>
                          </a:solidFill>
                          <a:latin typeface="Arial" panose="020B0604020202020204" pitchFamily="34" charset="0"/>
                          <a:ea typeface="宋体" pitchFamily="2" charset="-122"/>
                        </a:rPr>
                        <a:t>糖化血清蛋白</a:t>
                      </a:r>
                      <a:endParaRPr lang="zh-CN" altLang="en-US" sz="900" b="1">
                        <a:solidFill>
                          <a:srgbClr val="000000"/>
                        </a:solidFill>
                        <a:latin typeface="Arial" panose="020B0604020202020204" pitchFamily="34" charset="0"/>
                        <a:ea typeface="宋体" pitchFamily="2" charset="-122"/>
                      </a:endParaRPr>
                    </a:p>
                  </a:txBody>
                  <a:tcPr marL="12700" marR="12700" marT="12700" vert="horz"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chemeClr val="accent4">
                        <a:lumMod val="60000"/>
                        <a:lumOff val="40000"/>
                      </a:schemeClr>
                    </a:solidFill>
                  </a:tcPr>
                </a:tc>
              </a:tr>
              <a:tr h="339725">
                <a:tc>
                  <a:txBody>
                    <a:bodyPr/>
                    <a:p>
                      <a:pPr indent="0" algn="ctr">
                        <a:buNone/>
                      </a:pPr>
                      <a:r>
                        <a:rPr lang="en-US" sz="900" b="1">
                          <a:solidFill>
                            <a:srgbClr val="000000"/>
                          </a:solidFill>
                          <a:latin typeface="宋体" pitchFamily="2" charset="-122"/>
                        </a:rPr>
                        <a:t>70</a:t>
                      </a:r>
                      <a:endParaRPr lang="en-US" altLang="en-US" sz="900" b="1">
                        <a:solidFill>
                          <a:srgbClr val="000000"/>
                        </a:solidFill>
                        <a:latin typeface="宋体" pitchFamily="2" charset="-122"/>
                      </a:endParaRPr>
                    </a:p>
                  </a:txBody>
                  <a:tcPr marL="12700" marR="12700" marT="12700" vert="horz"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a:p>
                      <a:pPr indent="0">
                        <a:buNone/>
                      </a:pPr>
                      <a:r>
                        <a:rPr lang="zh-CN" sz="900" b="1">
                          <a:solidFill>
                            <a:srgbClr val="000000"/>
                          </a:solidFill>
                          <a:latin typeface="Arial" panose="020B0604020202020204" pitchFamily="34" charset="0"/>
                          <a:ea typeface="宋体" pitchFamily="2" charset="-122"/>
                        </a:rPr>
                        <a:t>糖类抗原CA242</a:t>
                      </a:r>
                      <a:endParaRPr lang="zh-CN" altLang="en-US" sz="900" b="1">
                        <a:solidFill>
                          <a:srgbClr val="000000"/>
                        </a:solidFill>
                        <a:latin typeface="Arial" panose="020B0604020202020204" pitchFamily="34" charset="0"/>
                        <a:ea typeface="宋体" pitchFamily="2" charset="-122"/>
                      </a:endParaRPr>
                    </a:p>
                  </a:txBody>
                  <a:tcPr marL="12700" marR="12700" marT="12700" vert="horz"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chemeClr val="accent2">
                        <a:lumMod val="60000"/>
                        <a:lumOff val="40000"/>
                      </a:schemeClr>
                    </a:solidFill>
                  </a:tcPr>
                </a:tc>
              </a:tr>
              <a:tr h="339725">
                <a:tc>
                  <a:txBody>
                    <a:bodyPr/>
                    <a:p>
                      <a:pPr indent="0" algn="ctr">
                        <a:buNone/>
                      </a:pPr>
                      <a:r>
                        <a:rPr lang="en-US" sz="900" b="1">
                          <a:solidFill>
                            <a:srgbClr val="000000"/>
                          </a:solidFill>
                          <a:latin typeface="宋体" pitchFamily="2" charset="-122"/>
                        </a:rPr>
                        <a:t>71</a:t>
                      </a:r>
                      <a:endParaRPr lang="en-US" altLang="en-US" sz="900" b="1">
                        <a:solidFill>
                          <a:srgbClr val="000000"/>
                        </a:solidFill>
                        <a:latin typeface="宋体" pitchFamily="2" charset="-122"/>
                      </a:endParaRPr>
                    </a:p>
                  </a:txBody>
                  <a:tcPr marL="12700" marR="12700" marT="12700" vert="horz"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a:p>
                      <a:pPr indent="0">
                        <a:buNone/>
                      </a:pPr>
                      <a:r>
                        <a:rPr lang="zh-CN" sz="900" b="1">
                          <a:solidFill>
                            <a:srgbClr val="000000"/>
                          </a:solidFill>
                          <a:latin typeface="Arial" panose="020B0604020202020204" pitchFamily="34" charset="0"/>
                          <a:ea typeface="宋体" pitchFamily="2" charset="-122"/>
                        </a:rPr>
                        <a:t>纤维蛋白原(Clauss法）</a:t>
                      </a:r>
                      <a:endParaRPr lang="zh-CN" altLang="en-US" sz="900" b="1">
                        <a:solidFill>
                          <a:srgbClr val="000000"/>
                        </a:solidFill>
                        <a:latin typeface="Arial" panose="020B0604020202020204" pitchFamily="34" charset="0"/>
                        <a:ea typeface="宋体" pitchFamily="2" charset="-122"/>
                      </a:endParaRPr>
                    </a:p>
                  </a:txBody>
                  <a:tcPr marL="12700" marR="12700" marT="12700" vert="horz"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chemeClr val="accent4">
                        <a:lumMod val="60000"/>
                        <a:lumOff val="40000"/>
                      </a:schemeClr>
                    </a:solidFill>
                  </a:tcPr>
                </a:tc>
              </a:tr>
              <a:tr h="213995">
                <a:tc>
                  <a:txBody>
                    <a:bodyPr/>
                    <a:p>
                      <a:pPr indent="0" algn="ctr">
                        <a:buNone/>
                      </a:pPr>
                      <a:r>
                        <a:rPr lang="en-US" sz="900" b="1">
                          <a:solidFill>
                            <a:srgbClr val="000000"/>
                          </a:solidFill>
                          <a:latin typeface="宋体" pitchFamily="2" charset="-122"/>
                        </a:rPr>
                        <a:t>72</a:t>
                      </a:r>
                      <a:endParaRPr lang="en-US" altLang="en-US" sz="900" b="1">
                        <a:solidFill>
                          <a:srgbClr val="000000"/>
                        </a:solidFill>
                        <a:latin typeface="宋体" pitchFamily="2" charset="-122"/>
                      </a:endParaRPr>
                    </a:p>
                  </a:txBody>
                  <a:tcPr marL="12700" marR="12700" marT="12700" vert="horz"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a:p>
                      <a:pPr indent="0">
                        <a:buNone/>
                      </a:pPr>
                      <a:r>
                        <a:rPr lang="zh-CN" sz="900" b="1">
                          <a:solidFill>
                            <a:srgbClr val="000000"/>
                          </a:solidFill>
                          <a:latin typeface="Arial" panose="020B0604020202020204" pitchFamily="34" charset="0"/>
                          <a:ea typeface="宋体" pitchFamily="2" charset="-122"/>
                        </a:rPr>
                        <a:t>肌酐</a:t>
                      </a:r>
                      <a:endParaRPr lang="zh-CN" altLang="en-US" sz="900" b="1">
                        <a:solidFill>
                          <a:srgbClr val="000000"/>
                        </a:solidFill>
                        <a:latin typeface="Arial" panose="020B0604020202020204" pitchFamily="34" charset="0"/>
                        <a:ea typeface="宋体" pitchFamily="2" charset="-122"/>
                      </a:endParaRPr>
                    </a:p>
                  </a:txBody>
                  <a:tcPr marL="12700" marR="12700" marT="12700" vert="horz"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r>
              <a:tr h="213360">
                <a:tc>
                  <a:txBody>
                    <a:bodyPr/>
                    <a:p>
                      <a:pPr indent="0" algn="ctr">
                        <a:buNone/>
                      </a:pPr>
                      <a:r>
                        <a:rPr lang="en-US" sz="900" b="1">
                          <a:solidFill>
                            <a:srgbClr val="000000"/>
                          </a:solidFill>
                          <a:latin typeface="宋体" pitchFamily="2" charset="-122"/>
                        </a:rPr>
                        <a:t>73</a:t>
                      </a:r>
                      <a:endParaRPr lang="en-US" altLang="en-US" sz="900" b="1">
                        <a:solidFill>
                          <a:srgbClr val="000000"/>
                        </a:solidFill>
                        <a:latin typeface="宋体" pitchFamily="2" charset="-122"/>
                      </a:endParaRPr>
                    </a:p>
                  </a:txBody>
                  <a:tcPr marL="12700" marR="12700" marT="12700" vert="horz"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a:p>
                      <a:pPr indent="0">
                        <a:buNone/>
                      </a:pPr>
                      <a:r>
                        <a:rPr lang="zh-CN" sz="900" b="1">
                          <a:solidFill>
                            <a:srgbClr val="000000"/>
                          </a:solidFill>
                          <a:latin typeface="Arial" panose="020B0604020202020204" pitchFamily="34" charset="0"/>
                          <a:ea typeface="宋体" pitchFamily="2" charset="-122"/>
                        </a:rPr>
                        <a:t>肌酸激酶</a:t>
                      </a:r>
                      <a:endParaRPr lang="zh-CN" altLang="en-US" sz="900" b="1">
                        <a:solidFill>
                          <a:srgbClr val="000000"/>
                        </a:solidFill>
                        <a:latin typeface="Arial" panose="020B0604020202020204" pitchFamily="34" charset="0"/>
                        <a:ea typeface="宋体" pitchFamily="2" charset="-122"/>
                      </a:endParaRPr>
                    </a:p>
                  </a:txBody>
                  <a:tcPr marL="12700" marR="12700" marT="12700" vert="horz"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chemeClr val="accent6">
                        <a:lumMod val="60000"/>
                        <a:lumOff val="40000"/>
                      </a:schemeClr>
                    </a:solidFill>
                  </a:tcPr>
                </a:tc>
              </a:tr>
              <a:tr h="339725">
                <a:tc>
                  <a:txBody>
                    <a:bodyPr/>
                    <a:p>
                      <a:pPr indent="0" algn="ctr">
                        <a:buNone/>
                      </a:pPr>
                      <a:r>
                        <a:rPr lang="en-US" sz="900" b="1">
                          <a:solidFill>
                            <a:srgbClr val="000000"/>
                          </a:solidFill>
                          <a:latin typeface="宋体" pitchFamily="2" charset="-122"/>
                        </a:rPr>
                        <a:t>74</a:t>
                      </a:r>
                      <a:endParaRPr lang="en-US" altLang="en-US" sz="900" b="1">
                        <a:solidFill>
                          <a:srgbClr val="000000"/>
                        </a:solidFill>
                        <a:latin typeface="宋体" pitchFamily="2" charset="-122"/>
                      </a:endParaRPr>
                    </a:p>
                  </a:txBody>
                  <a:tcPr marL="12700" marR="12700" marT="12700" vert="horz"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a:p>
                      <a:pPr indent="0">
                        <a:buNone/>
                      </a:pPr>
                      <a:r>
                        <a:rPr lang="zh-CN" sz="900" b="1">
                          <a:solidFill>
                            <a:srgbClr val="000000"/>
                          </a:solidFill>
                          <a:latin typeface="Arial" panose="020B0604020202020204" pitchFamily="34" charset="0"/>
                          <a:ea typeface="宋体" pitchFamily="2" charset="-122"/>
                        </a:rPr>
                        <a:t>肌酸激酶MB同功酶</a:t>
                      </a:r>
                      <a:endParaRPr lang="zh-CN" altLang="en-US" sz="900" b="1">
                        <a:solidFill>
                          <a:srgbClr val="000000"/>
                        </a:solidFill>
                        <a:latin typeface="Arial" panose="020B0604020202020204" pitchFamily="34" charset="0"/>
                        <a:ea typeface="宋体" pitchFamily="2" charset="-122"/>
                      </a:endParaRPr>
                    </a:p>
                  </a:txBody>
                  <a:tcPr marL="12700" marR="12700" marT="12700" vert="horz"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chemeClr val="accent6">
                        <a:lumMod val="60000"/>
                        <a:lumOff val="40000"/>
                      </a:schemeClr>
                    </a:solidFill>
                  </a:tcPr>
                </a:tc>
              </a:tr>
              <a:tr h="339725">
                <a:tc>
                  <a:txBody>
                    <a:bodyPr/>
                    <a:p>
                      <a:pPr indent="0" algn="ctr">
                        <a:buNone/>
                      </a:pPr>
                      <a:r>
                        <a:rPr lang="en-US" sz="900" b="1">
                          <a:solidFill>
                            <a:srgbClr val="000000"/>
                          </a:solidFill>
                          <a:latin typeface="宋体" pitchFamily="2" charset="-122"/>
                        </a:rPr>
                        <a:t>75</a:t>
                      </a:r>
                      <a:endParaRPr lang="en-US" altLang="en-US" sz="900" b="1">
                        <a:solidFill>
                          <a:srgbClr val="000000"/>
                        </a:solidFill>
                        <a:latin typeface="宋体" pitchFamily="2" charset="-122"/>
                      </a:endParaRPr>
                    </a:p>
                  </a:txBody>
                  <a:tcPr marL="12700" marR="12700" marT="12700" vert="horz"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a:p>
                      <a:pPr indent="0">
                        <a:buNone/>
                      </a:pPr>
                      <a:r>
                        <a:rPr lang="zh-CN" sz="900" b="1">
                          <a:solidFill>
                            <a:srgbClr val="000000"/>
                          </a:solidFill>
                          <a:latin typeface="Arial" panose="020B0604020202020204" pitchFamily="34" charset="0"/>
                          <a:ea typeface="宋体" pitchFamily="2" charset="-122"/>
                        </a:rPr>
                        <a:t>肌酸激酶同工酶</a:t>
                      </a:r>
                      <a:endParaRPr lang="zh-CN" altLang="en-US" sz="900" b="1">
                        <a:solidFill>
                          <a:srgbClr val="000000"/>
                        </a:solidFill>
                        <a:latin typeface="Arial" panose="020B0604020202020204" pitchFamily="34" charset="0"/>
                        <a:ea typeface="宋体" pitchFamily="2" charset="-122"/>
                      </a:endParaRPr>
                    </a:p>
                  </a:txBody>
                  <a:tcPr marL="12700" marR="12700" marT="12700" vert="horz"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chemeClr val="accent6">
                        <a:lumMod val="60000"/>
                        <a:lumOff val="40000"/>
                      </a:schemeClr>
                    </a:solidFill>
                  </a:tcPr>
                </a:tc>
              </a:tr>
            </a:tbl>
          </a:graphicData>
        </a:graphic>
      </p:graphicFrame>
      <p:graphicFrame>
        <p:nvGraphicFramePr>
          <p:cNvPr id="44" name="表格 43"/>
          <p:cNvGraphicFramePr/>
          <p:nvPr>
            <p:custDataLst>
              <p:tags r:id="rId7"/>
            </p:custDataLst>
          </p:nvPr>
        </p:nvGraphicFramePr>
        <p:xfrm>
          <a:off x="10109835" y="1631315"/>
          <a:ext cx="1612265" cy="3707130"/>
        </p:xfrm>
        <a:graphic>
          <a:graphicData uri="http://schemas.openxmlformats.org/drawingml/2006/table">
            <a:tbl>
              <a:tblPr firstRow="1" bandRow="1">
                <a:tableStyleId>{5C22544A-7EE6-4342-B048-85BDC9FD1C3A}</a:tableStyleId>
              </a:tblPr>
              <a:tblGrid>
                <a:gridCol w="458470"/>
                <a:gridCol w="1153795"/>
              </a:tblGrid>
              <a:tr h="237490">
                <a:tc>
                  <a:txBody>
                    <a:bodyPr/>
                    <a:p>
                      <a:pPr indent="0" algn="ctr">
                        <a:buNone/>
                      </a:pPr>
                      <a:r>
                        <a:rPr lang="en-US" sz="900" b="1">
                          <a:solidFill>
                            <a:srgbClr val="000000"/>
                          </a:solidFill>
                          <a:latin typeface="宋体" pitchFamily="2" charset="-122"/>
                        </a:rPr>
                        <a:t>76</a:t>
                      </a:r>
                      <a:endParaRPr lang="en-US" altLang="en-US" sz="900" b="1">
                        <a:solidFill>
                          <a:srgbClr val="000000"/>
                        </a:solidFill>
                        <a:latin typeface="宋体" pitchFamily="2" charset="-122"/>
                      </a:endParaRPr>
                    </a:p>
                  </a:txBody>
                  <a:tcPr marL="12700" marR="12700" marT="12700" vert="horz"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a:p>
                      <a:pPr indent="0">
                        <a:buNone/>
                      </a:pPr>
                      <a:r>
                        <a:rPr lang="zh-CN" sz="900" b="1">
                          <a:solidFill>
                            <a:srgbClr val="000000"/>
                          </a:solidFill>
                          <a:latin typeface="Arial" panose="020B0604020202020204" pitchFamily="34" charset="0"/>
                          <a:ea typeface="宋体" pitchFamily="2" charset="-122"/>
                        </a:rPr>
                        <a:t>胰淀粉酶</a:t>
                      </a:r>
                      <a:endParaRPr lang="zh-CN" altLang="en-US" sz="900" b="1">
                        <a:solidFill>
                          <a:srgbClr val="000000"/>
                        </a:solidFill>
                        <a:latin typeface="Arial" panose="020B0604020202020204" pitchFamily="34" charset="0"/>
                        <a:ea typeface="宋体" pitchFamily="2" charset="-122"/>
                      </a:endParaRPr>
                    </a:p>
                  </a:txBody>
                  <a:tcPr marL="12700" marR="12700" marT="12700" vert="horz"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chemeClr val="accent6">
                        <a:lumMod val="60000"/>
                        <a:lumOff val="40000"/>
                      </a:schemeClr>
                    </a:solidFill>
                  </a:tcPr>
                </a:tc>
              </a:tr>
              <a:tr h="238125">
                <a:tc>
                  <a:txBody>
                    <a:bodyPr/>
                    <a:p>
                      <a:pPr indent="0" algn="ctr">
                        <a:buNone/>
                      </a:pPr>
                      <a:r>
                        <a:rPr lang="en-US" sz="900" b="1">
                          <a:solidFill>
                            <a:srgbClr val="000000"/>
                          </a:solidFill>
                          <a:latin typeface="宋体" pitchFamily="2" charset="-122"/>
                        </a:rPr>
                        <a:t>77</a:t>
                      </a:r>
                      <a:endParaRPr lang="en-US" altLang="en-US" sz="900" b="1">
                        <a:solidFill>
                          <a:srgbClr val="000000"/>
                        </a:solidFill>
                        <a:latin typeface="宋体" pitchFamily="2" charset="-122"/>
                      </a:endParaRPr>
                    </a:p>
                  </a:txBody>
                  <a:tcPr marL="12700" marR="12700" marT="12700" vert="horz"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a:p>
                      <a:pPr indent="0">
                        <a:buNone/>
                      </a:pPr>
                      <a:r>
                        <a:rPr lang="zh-CN" sz="900" b="1">
                          <a:solidFill>
                            <a:srgbClr val="000000"/>
                          </a:solidFill>
                          <a:latin typeface="Arial" panose="020B0604020202020204" pitchFamily="34" charset="0"/>
                          <a:ea typeface="宋体" pitchFamily="2" charset="-122"/>
                        </a:rPr>
                        <a:t>脂肪酶</a:t>
                      </a:r>
                      <a:endParaRPr lang="zh-CN" altLang="en-US" sz="900" b="1">
                        <a:solidFill>
                          <a:srgbClr val="000000"/>
                        </a:solidFill>
                        <a:latin typeface="Arial" panose="020B0604020202020204" pitchFamily="34" charset="0"/>
                        <a:ea typeface="宋体" pitchFamily="2" charset="-122"/>
                      </a:endParaRPr>
                    </a:p>
                  </a:txBody>
                  <a:tcPr marL="12700" marR="12700" marT="12700" vert="horz"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chemeClr val="accent6">
                        <a:lumMod val="60000"/>
                        <a:lumOff val="40000"/>
                      </a:schemeClr>
                    </a:solidFill>
                  </a:tcPr>
                </a:tc>
              </a:tr>
              <a:tr h="237490">
                <a:tc>
                  <a:txBody>
                    <a:bodyPr/>
                    <a:p>
                      <a:pPr indent="0" algn="ctr">
                        <a:buNone/>
                      </a:pPr>
                      <a:r>
                        <a:rPr lang="en-US" sz="900" b="1">
                          <a:solidFill>
                            <a:srgbClr val="000000"/>
                          </a:solidFill>
                          <a:latin typeface="宋体" pitchFamily="2" charset="-122"/>
                        </a:rPr>
                        <a:t>78</a:t>
                      </a:r>
                      <a:endParaRPr lang="en-US" altLang="en-US" sz="900" b="1">
                        <a:solidFill>
                          <a:srgbClr val="000000"/>
                        </a:solidFill>
                        <a:latin typeface="宋体" pitchFamily="2" charset="-122"/>
                      </a:endParaRPr>
                    </a:p>
                  </a:txBody>
                  <a:tcPr marL="12700" marR="12700" marT="12700" vert="horz"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a:p>
                      <a:pPr indent="0">
                        <a:buNone/>
                      </a:pPr>
                      <a:r>
                        <a:rPr lang="zh-CN" sz="900" b="1">
                          <a:solidFill>
                            <a:srgbClr val="000000"/>
                          </a:solidFill>
                          <a:latin typeface="Arial" panose="020B0604020202020204" pitchFamily="34" charset="0"/>
                          <a:ea typeface="宋体" pitchFamily="2" charset="-122"/>
                        </a:rPr>
                        <a:t>脂蛋白a</a:t>
                      </a:r>
                      <a:endParaRPr lang="zh-CN" altLang="en-US" sz="900" b="1">
                        <a:solidFill>
                          <a:srgbClr val="000000"/>
                        </a:solidFill>
                        <a:latin typeface="Arial" panose="020B0604020202020204" pitchFamily="34" charset="0"/>
                        <a:ea typeface="宋体" pitchFamily="2" charset="-122"/>
                      </a:endParaRPr>
                    </a:p>
                  </a:txBody>
                  <a:tcPr marL="12700" marR="12700" marT="12700" vert="horz"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chemeClr val="accent4">
                        <a:lumMod val="60000"/>
                        <a:lumOff val="40000"/>
                      </a:schemeClr>
                    </a:solidFill>
                  </a:tcPr>
                </a:tc>
              </a:tr>
              <a:tr h="238125">
                <a:tc>
                  <a:txBody>
                    <a:bodyPr/>
                    <a:p>
                      <a:pPr indent="0" algn="ctr">
                        <a:buNone/>
                      </a:pPr>
                      <a:r>
                        <a:rPr lang="en-US" sz="900" b="1">
                          <a:solidFill>
                            <a:srgbClr val="000000"/>
                          </a:solidFill>
                          <a:latin typeface="宋体" pitchFamily="2" charset="-122"/>
                        </a:rPr>
                        <a:t>79</a:t>
                      </a:r>
                      <a:endParaRPr lang="en-US" altLang="en-US" sz="900" b="1">
                        <a:solidFill>
                          <a:srgbClr val="000000"/>
                        </a:solidFill>
                        <a:latin typeface="宋体" pitchFamily="2" charset="-122"/>
                      </a:endParaRPr>
                    </a:p>
                  </a:txBody>
                  <a:tcPr marL="12700" marR="12700" marT="12700" vert="horz"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a:p>
                      <a:pPr indent="0">
                        <a:buNone/>
                      </a:pPr>
                      <a:r>
                        <a:rPr lang="zh-CN" sz="900" b="1">
                          <a:solidFill>
                            <a:srgbClr val="000000"/>
                          </a:solidFill>
                          <a:latin typeface="Arial" panose="020B0604020202020204" pitchFamily="34" charset="0"/>
                          <a:ea typeface="宋体" pitchFamily="2" charset="-122"/>
                        </a:rPr>
                        <a:t>葡萄糖</a:t>
                      </a:r>
                      <a:endParaRPr lang="zh-CN" altLang="en-US" sz="900" b="1">
                        <a:solidFill>
                          <a:srgbClr val="000000"/>
                        </a:solidFill>
                        <a:latin typeface="Arial" panose="020B0604020202020204" pitchFamily="34" charset="0"/>
                        <a:ea typeface="宋体" pitchFamily="2" charset="-122"/>
                      </a:endParaRPr>
                    </a:p>
                  </a:txBody>
                  <a:tcPr marL="12700" marR="12700" marT="12700" vert="horz"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r>
              <a:tr h="237490">
                <a:tc>
                  <a:txBody>
                    <a:bodyPr/>
                    <a:p>
                      <a:pPr indent="0" algn="ctr">
                        <a:buNone/>
                      </a:pPr>
                      <a:r>
                        <a:rPr lang="en-US" sz="900" b="1">
                          <a:solidFill>
                            <a:srgbClr val="000000"/>
                          </a:solidFill>
                          <a:latin typeface="宋体" pitchFamily="2" charset="-122"/>
                        </a:rPr>
                        <a:t>80</a:t>
                      </a:r>
                      <a:endParaRPr lang="en-US" altLang="en-US" sz="900" b="1">
                        <a:solidFill>
                          <a:srgbClr val="000000"/>
                        </a:solidFill>
                        <a:latin typeface="宋体" pitchFamily="2" charset="-122"/>
                      </a:endParaRPr>
                    </a:p>
                  </a:txBody>
                  <a:tcPr marL="12700" marR="12700" marT="12700" vert="horz"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a:p>
                      <a:pPr indent="0">
                        <a:buNone/>
                      </a:pPr>
                      <a:r>
                        <a:rPr lang="zh-CN" sz="900" b="1">
                          <a:solidFill>
                            <a:srgbClr val="000000"/>
                          </a:solidFill>
                          <a:latin typeface="Arial" panose="020B0604020202020204" pitchFamily="34" charset="0"/>
                          <a:ea typeface="宋体" pitchFamily="2" charset="-122"/>
                        </a:rPr>
                        <a:t>血清铁</a:t>
                      </a:r>
                      <a:endParaRPr lang="zh-CN" altLang="en-US" sz="900" b="1">
                        <a:solidFill>
                          <a:srgbClr val="000000"/>
                        </a:solidFill>
                        <a:latin typeface="Arial" panose="020B0604020202020204" pitchFamily="34" charset="0"/>
                        <a:ea typeface="宋体" pitchFamily="2" charset="-122"/>
                      </a:endParaRPr>
                    </a:p>
                  </a:txBody>
                  <a:tcPr marL="12700" marR="12700" marT="12700" vert="horz"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r>
              <a:tr h="238125">
                <a:tc>
                  <a:txBody>
                    <a:bodyPr/>
                    <a:p>
                      <a:pPr indent="0" algn="ctr">
                        <a:buNone/>
                      </a:pPr>
                      <a:r>
                        <a:rPr lang="en-US" sz="900" b="1">
                          <a:solidFill>
                            <a:srgbClr val="000000"/>
                          </a:solidFill>
                          <a:latin typeface="宋体" pitchFamily="2" charset="-122"/>
                        </a:rPr>
                        <a:t>81</a:t>
                      </a:r>
                      <a:endParaRPr lang="en-US" altLang="en-US" sz="900" b="1">
                        <a:solidFill>
                          <a:srgbClr val="000000"/>
                        </a:solidFill>
                        <a:latin typeface="宋体" pitchFamily="2" charset="-122"/>
                      </a:endParaRPr>
                    </a:p>
                  </a:txBody>
                  <a:tcPr marL="12700" marR="12700" marT="12700" vert="horz"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a:p>
                      <a:pPr indent="0">
                        <a:buNone/>
                      </a:pPr>
                      <a:r>
                        <a:rPr lang="zh-CN" sz="900" b="1">
                          <a:solidFill>
                            <a:srgbClr val="000000"/>
                          </a:solidFill>
                          <a:latin typeface="Arial" panose="020B0604020202020204" pitchFamily="34" charset="0"/>
                          <a:ea typeface="宋体" pitchFamily="2" charset="-122"/>
                        </a:rPr>
                        <a:t>谷胱甘肽还原酶</a:t>
                      </a:r>
                      <a:endParaRPr lang="zh-CN" altLang="en-US" sz="900" b="1">
                        <a:solidFill>
                          <a:srgbClr val="000000"/>
                        </a:solidFill>
                        <a:latin typeface="Arial" panose="020B0604020202020204" pitchFamily="34" charset="0"/>
                        <a:ea typeface="宋体" pitchFamily="2" charset="-122"/>
                      </a:endParaRPr>
                    </a:p>
                  </a:txBody>
                  <a:tcPr marL="12700" marR="12700" marT="12700" vert="horz"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r>
              <a:tr h="237490">
                <a:tc>
                  <a:txBody>
                    <a:bodyPr/>
                    <a:p>
                      <a:pPr indent="0" algn="ctr">
                        <a:buNone/>
                      </a:pPr>
                      <a:r>
                        <a:rPr lang="en-US" sz="900" b="1">
                          <a:solidFill>
                            <a:srgbClr val="000000"/>
                          </a:solidFill>
                          <a:latin typeface="宋体" pitchFamily="2" charset="-122"/>
                        </a:rPr>
                        <a:t>82</a:t>
                      </a:r>
                      <a:endParaRPr lang="en-US" altLang="en-US" sz="900" b="1">
                        <a:solidFill>
                          <a:srgbClr val="000000"/>
                        </a:solidFill>
                        <a:latin typeface="宋体" pitchFamily="2" charset="-122"/>
                      </a:endParaRPr>
                    </a:p>
                  </a:txBody>
                  <a:tcPr marL="12700" marR="12700" marT="12700" vert="horz"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a:p>
                      <a:pPr indent="0">
                        <a:buNone/>
                      </a:pPr>
                      <a:r>
                        <a:rPr lang="zh-CN" sz="900" b="1">
                          <a:solidFill>
                            <a:srgbClr val="000000"/>
                          </a:solidFill>
                          <a:latin typeface="Arial" panose="020B0604020202020204" pitchFamily="34" charset="0"/>
                          <a:ea typeface="宋体" pitchFamily="2" charset="-122"/>
                        </a:rPr>
                        <a:t>转铁蛋白</a:t>
                      </a:r>
                      <a:endParaRPr lang="zh-CN" altLang="en-US" sz="900" b="1">
                        <a:solidFill>
                          <a:srgbClr val="000000"/>
                        </a:solidFill>
                        <a:latin typeface="Arial" panose="020B0604020202020204" pitchFamily="34" charset="0"/>
                        <a:ea typeface="宋体" pitchFamily="2" charset="-122"/>
                      </a:endParaRPr>
                    </a:p>
                  </a:txBody>
                  <a:tcPr marL="12700" marR="12700" marT="12700" vert="horz"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chemeClr val="accent4">
                        <a:lumMod val="60000"/>
                        <a:lumOff val="40000"/>
                      </a:schemeClr>
                    </a:solidFill>
                  </a:tcPr>
                </a:tc>
              </a:tr>
              <a:tr h="238125">
                <a:tc>
                  <a:txBody>
                    <a:bodyPr/>
                    <a:p>
                      <a:pPr indent="0" algn="ctr">
                        <a:buNone/>
                      </a:pPr>
                      <a:r>
                        <a:rPr lang="en-US" sz="900" b="1">
                          <a:solidFill>
                            <a:srgbClr val="000000"/>
                          </a:solidFill>
                          <a:latin typeface="宋体" pitchFamily="2" charset="-122"/>
                        </a:rPr>
                        <a:t>83</a:t>
                      </a:r>
                      <a:endParaRPr lang="en-US" altLang="en-US" sz="900" b="1">
                        <a:solidFill>
                          <a:srgbClr val="000000"/>
                        </a:solidFill>
                        <a:latin typeface="宋体" pitchFamily="2" charset="-122"/>
                      </a:endParaRPr>
                    </a:p>
                  </a:txBody>
                  <a:tcPr marL="12700" marR="12700" marT="12700" vert="horz"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a:p>
                      <a:pPr indent="0">
                        <a:buNone/>
                      </a:pPr>
                      <a:r>
                        <a:rPr lang="zh-CN" sz="900" b="1">
                          <a:solidFill>
                            <a:srgbClr val="000000"/>
                          </a:solidFill>
                          <a:latin typeface="Arial" panose="020B0604020202020204" pitchFamily="34" charset="0"/>
                          <a:ea typeface="宋体" pitchFamily="2" charset="-122"/>
                        </a:rPr>
                        <a:t>载脂蛋白A1</a:t>
                      </a:r>
                      <a:endParaRPr lang="zh-CN" altLang="en-US" sz="900" b="1">
                        <a:solidFill>
                          <a:srgbClr val="000000"/>
                        </a:solidFill>
                        <a:latin typeface="Arial" panose="020B0604020202020204" pitchFamily="34" charset="0"/>
                        <a:ea typeface="宋体" pitchFamily="2" charset="-122"/>
                      </a:endParaRPr>
                    </a:p>
                  </a:txBody>
                  <a:tcPr marL="12700" marR="12700" marT="12700" vert="horz"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chemeClr val="accent4">
                        <a:lumMod val="60000"/>
                        <a:lumOff val="40000"/>
                      </a:schemeClr>
                    </a:solidFill>
                  </a:tcPr>
                </a:tc>
              </a:tr>
              <a:tr h="237490">
                <a:tc>
                  <a:txBody>
                    <a:bodyPr/>
                    <a:p>
                      <a:pPr indent="0" algn="ctr">
                        <a:buNone/>
                      </a:pPr>
                      <a:r>
                        <a:rPr lang="en-US" sz="900" b="1">
                          <a:solidFill>
                            <a:srgbClr val="000000"/>
                          </a:solidFill>
                          <a:latin typeface="宋体" pitchFamily="2" charset="-122"/>
                        </a:rPr>
                        <a:t>84</a:t>
                      </a:r>
                      <a:endParaRPr lang="en-US" altLang="en-US" sz="900" b="1">
                        <a:solidFill>
                          <a:srgbClr val="000000"/>
                        </a:solidFill>
                        <a:latin typeface="宋体" pitchFamily="2" charset="-122"/>
                      </a:endParaRPr>
                    </a:p>
                  </a:txBody>
                  <a:tcPr marL="12700" marR="12700" marT="12700" vert="horz"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a:p>
                      <a:pPr indent="0">
                        <a:buNone/>
                      </a:pPr>
                      <a:r>
                        <a:rPr lang="zh-CN" sz="900" b="1">
                          <a:solidFill>
                            <a:srgbClr val="000000"/>
                          </a:solidFill>
                          <a:latin typeface="Arial" panose="020B0604020202020204" pitchFamily="34" charset="0"/>
                          <a:ea typeface="宋体" pitchFamily="2" charset="-122"/>
                        </a:rPr>
                        <a:t>载脂蛋白B</a:t>
                      </a:r>
                      <a:endParaRPr lang="zh-CN" altLang="en-US" sz="900" b="1">
                        <a:solidFill>
                          <a:srgbClr val="000000"/>
                        </a:solidFill>
                        <a:latin typeface="Arial" panose="020B0604020202020204" pitchFamily="34" charset="0"/>
                        <a:ea typeface="宋体" pitchFamily="2" charset="-122"/>
                      </a:endParaRPr>
                    </a:p>
                  </a:txBody>
                  <a:tcPr marL="12700" marR="12700" marT="12700" vert="horz"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chemeClr val="accent4">
                        <a:lumMod val="60000"/>
                        <a:lumOff val="40000"/>
                      </a:schemeClr>
                    </a:solidFill>
                  </a:tcPr>
                </a:tc>
              </a:tr>
              <a:tr h="238125">
                <a:tc>
                  <a:txBody>
                    <a:bodyPr/>
                    <a:p>
                      <a:pPr indent="0" algn="ctr">
                        <a:buNone/>
                      </a:pPr>
                      <a:r>
                        <a:rPr lang="en-US" sz="900" b="1">
                          <a:solidFill>
                            <a:srgbClr val="000000"/>
                          </a:solidFill>
                          <a:latin typeface="宋体" pitchFamily="2" charset="-122"/>
                        </a:rPr>
                        <a:t>85</a:t>
                      </a:r>
                      <a:endParaRPr lang="en-US" altLang="en-US" sz="900" b="1">
                        <a:solidFill>
                          <a:srgbClr val="000000"/>
                        </a:solidFill>
                        <a:latin typeface="宋体" pitchFamily="2" charset="-122"/>
                      </a:endParaRPr>
                    </a:p>
                  </a:txBody>
                  <a:tcPr marL="12700" marR="12700" marT="12700" vert="horz"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a:p>
                      <a:pPr indent="0">
                        <a:buNone/>
                      </a:pPr>
                      <a:r>
                        <a:rPr lang="zh-CN" sz="900" b="1">
                          <a:solidFill>
                            <a:srgbClr val="000000"/>
                          </a:solidFill>
                          <a:latin typeface="Arial" panose="020B0604020202020204" pitchFamily="34" charset="0"/>
                          <a:ea typeface="宋体" pitchFamily="2" charset="-122"/>
                        </a:rPr>
                        <a:t>钙</a:t>
                      </a:r>
                      <a:endParaRPr lang="zh-CN" altLang="en-US" sz="900" b="1">
                        <a:solidFill>
                          <a:srgbClr val="000000"/>
                        </a:solidFill>
                        <a:latin typeface="Arial" panose="020B0604020202020204" pitchFamily="34" charset="0"/>
                        <a:ea typeface="宋体" pitchFamily="2" charset="-122"/>
                      </a:endParaRPr>
                    </a:p>
                  </a:txBody>
                  <a:tcPr marL="12700" marR="12700" marT="12700" vert="horz"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chemeClr val="accent5">
                        <a:lumMod val="75000"/>
                      </a:schemeClr>
                    </a:solidFill>
                  </a:tcPr>
                </a:tc>
              </a:tr>
              <a:tr h="237490">
                <a:tc>
                  <a:txBody>
                    <a:bodyPr/>
                    <a:p>
                      <a:pPr indent="0" algn="ctr">
                        <a:buNone/>
                      </a:pPr>
                      <a:r>
                        <a:rPr lang="en-US" sz="900" b="1">
                          <a:solidFill>
                            <a:srgbClr val="000000"/>
                          </a:solidFill>
                          <a:latin typeface="宋体" pitchFamily="2" charset="-122"/>
                        </a:rPr>
                        <a:t>86</a:t>
                      </a:r>
                      <a:endParaRPr lang="en-US" altLang="en-US" sz="900" b="1">
                        <a:solidFill>
                          <a:srgbClr val="000000"/>
                        </a:solidFill>
                        <a:latin typeface="宋体" pitchFamily="2" charset="-122"/>
                      </a:endParaRPr>
                    </a:p>
                  </a:txBody>
                  <a:tcPr marL="12700" marR="12700" marT="12700" vert="horz"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a:p>
                      <a:pPr indent="0">
                        <a:buNone/>
                      </a:pPr>
                      <a:r>
                        <a:rPr lang="zh-CN" sz="900" b="1">
                          <a:solidFill>
                            <a:srgbClr val="000000"/>
                          </a:solidFill>
                          <a:latin typeface="Arial" panose="020B0604020202020204" pitchFamily="34" charset="0"/>
                          <a:ea typeface="宋体" pitchFamily="2" charset="-122"/>
                        </a:rPr>
                        <a:t>钠</a:t>
                      </a:r>
                      <a:endParaRPr lang="zh-CN" altLang="en-US" sz="900" b="1">
                        <a:solidFill>
                          <a:srgbClr val="000000"/>
                        </a:solidFill>
                        <a:latin typeface="Arial" panose="020B0604020202020204" pitchFamily="34" charset="0"/>
                        <a:ea typeface="宋体" pitchFamily="2" charset="-122"/>
                      </a:endParaRPr>
                    </a:p>
                  </a:txBody>
                  <a:tcPr marL="12700" marR="12700" marT="12700" vert="horz"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chemeClr val="accent5">
                        <a:lumMod val="75000"/>
                      </a:schemeClr>
                    </a:solidFill>
                  </a:tcPr>
                </a:tc>
              </a:tr>
              <a:tr h="238125">
                <a:tc>
                  <a:txBody>
                    <a:bodyPr/>
                    <a:p>
                      <a:pPr indent="0" algn="ctr">
                        <a:buNone/>
                      </a:pPr>
                      <a:r>
                        <a:rPr lang="en-US" sz="900" b="1">
                          <a:solidFill>
                            <a:srgbClr val="000000"/>
                          </a:solidFill>
                          <a:latin typeface="宋体" pitchFamily="2" charset="-122"/>
                        </a:rPr>
                        <a:t>87</a:t>
                      </a:r>
                      <a:endParaRPr lang="en-US" altLang="en-US" sz="900" b="1">
                        <a:solidFill>
                          <a:srgbClr val="000000"/>
                        </a:solidFill>
                        <a:latin typeface="宋体" pitchFamily="2" charset="-122"/>
                      </a:endParaRPr>
                    </a:p>
                  </a:txBody>
                  <a:tcPr marL="12700" marR="12700" marT="12700" vert="horz"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a:p>
                      <a:pPr indent="0">
                        <a:buNone/>
                      </a:pPr>
                      <a:r>
                        <a:rPr lang="zh-CN" sz="900" b="1">
                          <a:solidFill>
                            <a:srgbClr val="000000"/>
                          </a:solidFill>
                          <a:latin typeface="Arial" panose="020B0604020202020204" pitchFamily="34" charset="0"/>
                          <a:ea typeface="宋体" pitchFamily="2" charset="-122"/>
                        </a:rPr>
                        <a:t>钾</a:t>
                      </a:r>
                      <a:endParaRPr lang="zh-CN" altLang="en-US" sz="900" b="1">
                        <a:solidFill>
                          <a:srgbClr val="000000"/>
                        </a:solidFill>
                        <a:latin typeface="Arial" panose="020B0604020202020204" pitchFamily="34" charset="0"/>
                        <a:ea typeface="宋体" pitchFamily="2" charset="-122"/>
                      </a:endParaRPr>
                    </a:p>
                  </a:txBody>
                  <a:tcPr marL="12700" marR="12700" marT="12700" vert="horz"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chemeClr val="accent5">
                        <a:lumMod val="75000"/>
                      </a:schemeClr>
                    </a:solidFill>
                  </a:tcPr>
                </a:tc>
              </a:tr>
              <a:tr h="237490">
                <a:tc>
                  <a:txBody>
                    <a:bodyPr/>
                    <a:p>
                      <a:pPr indent="0" algn="ctr">
                        <a:buNone/>
                      </a:pPr>
                      <a:r>
                        <a:rPr lang="en-US" sz="900" b="1">
                          <a:solidFill>
                            <a:srgbClr val="000000"/>
                          </a:solidFill>
                          <a:latin typeface="宋体" pitchFamily="2" charset="-122"/>
                        </a:rPr>
                        <a:t>88</a:t>
                      </a:r>
                      <a:endParaRPr lang="en-US" altLang="en-US" sz="900" b="1">
                        <a:solidFill>
                          <a:srgbClr val="000000"/>
                        </a:solidFill>
                        <a:latin typeface="宋体" pitchFamily="2" charset="-122"/>
                      </a:endParaRPr>
                    </a:p>
                  </a:txBody>
                  <a:tcPr marL="12700" marR="12700" marT="12700" vert="horz"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a:p>
                      <a:pPr indent="0">
                        <a:buNone/>
                      </a:pPr>
                      <a:r>
                        <a:rPr lang="zh-CN" sz="900" b="1">
                          <a:solidFill>
                            <a:srgbClr val="000000"/>
                          </a:solidFill>
                          <a:latin typeface="Arial" panose="020B0604020202020204" pitchFamily="34" charset="0"/>
                          <a:ea typeface="宋体" pitchFamily="2" charset="-122"/>
                        </a:rPr>
                        <a:t>铁</a:t>
                      </a:r>
                      <a:endParaRPr lang="zh-CN" altLang="en-US" sz="900" b="1">
                        <a:solidFill>
                          <a:srgbClr val="000000"/>
                        </a:solidFill>
                        <a:latin typeface="Arial" panose="020B0604020202020204" pitchFamily="34" charset="0"/>
                        <a:ea typeface="宋体" pitchFamily="2" charset="-122"/>
                      </a:endParaRPr>
                    </a:p>
                  </a:txBody>
                  <a:tcPr marL="12700" marR="12700" marT="12700" vert="horz"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chemeClr val="accent5">
                        <a:lumMod val="75000"/>
                      </a:schemeClr>
                    </a:solidFill>
                  </a:tcPr>
                </a:tc>
              </a:tr>
              <a:tr h="238125">
                <a:tc>
                  <a:txBody>
                    <a:bodyPr/>
                    <a:p>
                      <a:pPr indent="0" algn="ctr">
                        <a:buNone/>
                      </a:pPr>
                      <a:r>
                        <a:rPr lang="en-US" sz="900" b="1">
                          <a:solidFill>
                            <a:srgbClr val="000000"/>
                          </a:solidFill>
                          <a:latin typeface="宋体" pitchFamily="2" charset="-122"/>
                        </a:rPr>
                        <a:t>89</a:t>
                      </a:r>
                      <a:endParaRPr lang="en-US" altLang="en-US" sz="900" b="1">
                        <a:solidFill>
                          <a:srgbClr val="000000"/>
                        </a:solidFill>
                        <a:latin typeface="宋体" pitchFamily="2" charset="-122"/>
                      </a:endParaRPr>
                    </a:p>
                  </a:txBody>
                  <a:tcPr marL="12700" marR="12700" marT="12700" vert="horz"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a:p>
                      <a:pPr indent="0">
                        <a:buNone/>
                      </a:pPr>
                      <a:r>
                        <a:rPr lang="zh-CN" sz="900" b="1">
                          <a:solidFill>
                            <a:srgbClr val="000000"/>
                          </a:solidFill>
                          <a:latin typeface="Arial" panose="020B0604020202020204" pitchFamily="34" charset="0"/>
                          <a:ea typeface="宋体" pitchFamily="2" charset="-122"/>
                        </a:rPr>
                        <a:t>镁</a:t>
                      </a:r>
                      <a:endParaRPr lang="zh-CN" altLang="en-US" sz="900" b="1">
                        <a:solidFill>
                          <a:srgbClr val="000000"/>
                        </a:solidFill>
                        <a:latin typeface="Arial" panose="020B0604020202020204" pitchFamily="34" charset="0"/>
                        <a:ea typeface="宋体" pitchFamily="2" charset="-122"/>
                      </a:endParaRPr>
                    </a:p>
                  </a:txBody>
                  <a:tcPr marL="12700" marR="12700" marT="12700" vert="horz"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chemeClr val="accent5">
                        <a:lumMod val="75000"/>
                      </a:schemeClr>
                    </a:solidFill>
                  </a:tcPr>
                </a:tc>
              </a:tr>
              <a:tr h="377825">
                <a:tc>
                  <a:txBody>
                    <a:bodyPr/>
                    <a:p>
                      <a:pPr indent="0" algn="ctr">
                        <a:buNone/>
                      </a:pPr>
                      <a:r>
                        <a:rPr lang="en-US" sz="900" b="1">
                          <a:solidFill>
                            <a:srgbClr val="000000"/>
                          </a:solidFill>
                          <a:latin typeface="宋体" pitchFamily="2" charset="-122"/>
                        </a:rPr>
                        <a:t>90</a:t>
                      </a:r>
                      <a:endParaRPr lang="en-US" altLang="en-US" sz="900" b="1">
                        <a:solidFill>
                          <a:srgbClr val="000000"/>
                        </a:solidFill>
                        <a:latin typeface="宋体" pitchFamily="2" charset="-122"/>
                      </a:endParaRPr>
                    </a:p>
                  </a:txBody>
                  <a:tcPr marL="12700" marR="12700" marT="12700" vert="horz"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a:p>
                      <a:pPr indent="0">
                        <a:buNone/>
                      </a:pPr>
                      <a:r>
                        <a:rPr lang="zh-CN" sz="900" b="1">
                          <a:solidFill>
                            <a:srgbClr val="000000"/>
                          </a:solidFill>
                          <a:latin typeface="Arial" panose="020B0604020202020204" pitchFamily="34" charset="0"/>
                          <a:ea typeface="宋体" pitchFamily="2" charset="-122"/>
                        </a:rPr>
                        <a:t>高密度脂蛋白胆固醇</a:t>
                      </a:r>
                      <a:endParaRPr lang="zh-CN" altLang="en-US" sz="900" b="1">
                        <a:solidFill>
                          <a:srgbClr val="000000"/>
                        </a:solidFill>
                        <a:latin typeface="Arial" panose="020B0604020202020204" pitchFamily="34" charset="0"/>
                        <a:ea typeface="宋体" pitchFamily="2" charset="-122"/>
                      </a:endParaRPr>
                    </a:p>
                  </a:txBody>
                  <a:tcPr marL="12700" marR="12700" marT="12700" vert="horz"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r>
            </a:tbl>
          </a:graphicData>
        </a:graphic>
      </p:graphicFrame>
      <p:sp>
        <p:nvSpPr>
          <p:cNvPr id="48" name="圆角矩形 47"/>
          <p:cNvSpPr/>
          <p:nvPr/>
        </p:nvSpPr>
        <p:spPr>
          <a:xfrm>
            <a:off x="513715" y="2062480"/>
            <a:ext cx="577215" cy="201295"/>
          </a:xfrm>
          <a:prstGeom prst="roundRect">
            <a:avLst/>
          </a:prstGeom>
          <a:solidFill>
            <a:schemeClr val="accent4">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p>
            <a:pPr algn="ctr"/>
            <a:r>
              <a:rPr lang="zh-CN" altLang="en-US" sz="1400" b="1">
                <a:solidFill>
                  <a:schemeClr val="tx1"/>
                </a:solidFill>
              </a:rPr>
              <a:t>蛋白</a:t>
            </a:r>
            <a:endParaRPr lang="zh-CN" altLang="en-US" sz="1400" b="1">
              <a:solidFill>
                <a:schemeClr val="tx1"/>
              </a:solidFill>
            </a:endParaRPr>
          </a:p>
        </p:txBody>
      </p:sp>
      <p:sp>
        <p:nvSpPr>
          <p:cNvPr id="50" name="圆角矩形 49"/>
          <p:cNvSpPr/>
          <p:nvPr/>
        </p:nvSpPr>
        <p:spPr>
          <a:xfrm>
            <a:off x="530225" y="2562860"/>
            <a:ext cx="577215" cy="201295"/>
          </a:xfrm>
          <a:prstGeom prst="roundRect">
            <a:avLst/>
          </a:prstGeom>
          <a:solidFill>
            <a:schemeClr val="accent6">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p>
            <a:pPr algn="ctr"/>
            <a:r>
              <a:rPr lang="zh-CN" altLang="en-US" sz="1400" b="1">
                <a:solidFill>
                  <a:schemeClr val="tx1"/>
                </a:solidFill>
              </a:rPr>
              <a:t>酶</a:t>
            </a:r>
            <a:endParaRPr lang="zh-CN" altLang="en-US"/>
          </a:p>
        </p:txBody>
      </p:sp>
      <p:sp>
        <p:nvSpPr>
          <p:cNvPr id="52" name="圆角矩形 51"/>
          <p:cNvSpPr/>
          <p:nvPr/>
        </p:nvSpPr>
        <p:spPr>
          <a:xfrm>
            <a:off x="530225" y="3063240"/>
            <a:ext cx="577215" cy="201295"/>
          </a:xfrm>
          <a:prstGeom prst="roundRect">
            <a:avLst/>
          </a:prstGeom>
          <a:solidFill>
            <a:schemeClr val="accent2">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p>
            <a:pPr algn="ctr"/>
            <a:r>
              <a:rPr lang="zh-CN" altLang="en-US" sz="1400" b="1">
                <a:solidFill>
                  <a:schemeClr val="tx1"/>
                </a:solidFill>
              </a:rPr>
              <a:t>抗体</a:t>
            </a:r>
            <a:endParaRPr lang="zh-CN" altLang="en-US"/>
          </a:p>
        </p:txBody>
      </p:sp>
      <p:sp>
        <p:nvSpPr>
          <p:cNvPr id="57" name="圆角矩形 56"/>
          <p:cNvSpPr/>
          <p:nvPr/>
        </p:nvSpPr>
        <p:spPr>
          <a:xfrm>
            <a:off x="530225" y="3644900"/>
            <a:ext cx="577215" cy="201295"/>
          </a:xfrm>
          <a:prstGeom prst="roundRect">
            <a:avLst/>
          </a:prstGeom>
          <a:solidFill>
            <a:schemeClr val="accent5">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p>
            <a:pPr algn="ctr"/>
            <a:r>
              <a:rPr lang="zh-CN" altLang="en-US" sz="1400" b="1">
                <a:solidFill>
                  <a:schemeClr val="tx1"/>
                </a:solidFill>
              </a:rPr>
              <a:t>元素</a:t>
            </a:r>
            <a:endParaRPr lang="zh-CN" altLang="en-US"/>
          </a:p>
        </p:txBody>
      </p:sp>
      <p:sp>
        <p:nvSpPr>
          <p:cNvPr id="58" name="圆角矩形 57"/>
          <p:cNvSpPr/>
          <p:nvPr/>
        </p:nvSpPr>
        <p:spPr>
          <a:xfrm>
            <a:off x="530225" y="4226560"/>
            <a:ext cx="577215" cy="201295"/>
          </a:xfrm>
          <a:prstGeom prst="roundRect">
            <a:avLst/>
          </a:prstGeom>
          <a:solidFill>
            <a:schemeClr val="bg2">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p>
            <a:pPr algn="ctr"/>
            <a:r>
              <a:rPr lang="zh-CN" altLang="en-US" sz="1400" b="1">
                <a:solidFill>
                  <a:schemeClr val="tx1"/>
                </a:solidFill>
              </a:rPr>
              <a:t>凝血</a:t>
            </a:r>
            <a:endParaRPr lang="zh-CN" altLang="en-US"/>
          </a:p>
        </p:txBody>
      </p:sp>
    </p:spTree>
  </p:cSld>
  <p:clrMapOvr>
    <a:masterClrMapping/>
  </p:clrMapOvr>
  <mc:AlternateContent xmlns:mc="http://schemas.openxmlformats.org/markup-compatibility/2006">
    <mc:Choice xmlns:p14="http://schemas.microsoft.com/office/powerpoint/2010/main" Requires="p14">
      <p:transition spd="slow" p14:dur="1600" advTm="5000">
        <p14:prism isInverted="1"/>
      </p:transition>
    </mc:Choice>
    <mc:Fallback>
      <p:transition spd="slow" advTm="5000">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4" fill="hold" grpId="0" nodeType="afterEffect">
                                  <p:stCondLst>
                                    <p:cond delay="0"/>
                                  </p:stCondLst>
                                  <p:childTnLst>
                                    <p:set>
                                      <p:cBhvr>
                                        <p:cTn id="6" dur="1" fill="hold">
                                          <p:stCondLst>
                                            <p:cond delay="0"/>
                                          </p:stCondLst>
                                        </p:cTn>
                                        <p:tgtEl>
                                          <p:spTgt spid="25"/>
                                        </p:tgtEl>
                                        <p:attrNameLst>
                                          <p:attrName>style.visibility</p:attrName>
                                        </p:attrNameLst>
                                      </p:cBhvr>
                                      <p:to>
                                        <p:strVal val="visible"/>
                                      </p:to>
                                    </p:set>
                                    <p:animEffect transition="in" filter="wipe(down)">
                                      <p:cBhvr>
                                        <p:cTn id="7" dur="500"/>
                                        <p:tgtEl>
                                          <p:spTgt spid="2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 grpId="0" bldLvl="0" animBg="1"/>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8" name="组合 7"/>
          <p:cNvGrpSpPr/>
          <p:nvPr/>
        </p:nvGrpSpPr>
        <p:grpSpPr>
          <a:xfrm>
            <a:off x="-698500" y="-582990"/>
            <a:ext cx="13589000" cy="8023980"/>
            <a:chOff x="-863600" y="-584200"/>
            <a:chExt cx="13335000" cy="7874000"/>
          </a:xfrm>
          <a:solidFill>
            <a:srgbClr val="E6E6E6"/>
          </a:solidFill>
        </p:grpSpPr>
        <p:grpSp>
          <p:nvGrpSpPr>
            <p:cNvPr id="4" name="组合 3"/>
            <p:cNvGrpSpPr/>
            <p:nvPr/>
          </p:nvGrpSpPr>
          <p:grpSpPr>
            <a:xfrm>
              <a:off x="-863600" y="-584200"/>
              <a:ext cx="165100" cy="7874000"/>
              <a:chOff x="-863600" y="-584200"/>
              <a:chExt cx="165100" cy="7874000"/>
            </a:xfrm>
            <a:grpFill/>
          </p:grpSpPr>
          <p:sp>
            <p:nvSpPr>
              <p:cNvPr id="2" name="椭圆 1"/>
              <p:cNvSpPr/>
              <p:nvPr/>
            </p:nvSpPr>
            <p:spPr>
              <a:xfrm>
                <a:off x="-863600" y="-584200"/>
                <a:ext cx="165100" cy="165100"/>
              </a:xfrm>
              <a:prstGeom prst="ellipse">
                <a:avLst/>
              </a:prstGeom>
              <a:grp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椭圆 2"/>
              <p:cNvSpPr/>
              <p:nvPr/>
            </p:nvSpPr>
            <p:spPr>
              <a:xfrm>
                <a:off x="-863600" y="7124700"/>
                <a:ext cx="165100" cy="165100"/>
              </a:xfrm>
              <a:prstGeom prst="ellipse">
                <a:avLst/>
              </a:prstGeom>
              <a:grp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5" name="组合 4"/>
            <p:cNvGrpSpPr/>
            <p:nvPr/>
          </p:nvGrpSpPr>
          <p:grpSpPr>
            <a:xfrm>
              <a:off x="12306300" y="-584200"/>
              <a:ext cx="165100" cy="7874000"/>
              <a:chOff x="-863600" y="-584200"/>
              <a:chExt cx="165100" cy="7874000"/>
            </a:xfrm>
            <a:grpFill/>
          </p:grpSpPr>
          <p:sp>
            <p:nvSpPr>
              <p:cNvPr id="6" name="椭圆 5"/>
              <p:cNvSpPr/>
              <p:nvPr/>
            </p:nvSpPr>
            <p:spPr>
              <a:xfrm>
                <a:off x="-863600" y="-584200"/>
                <a:ext cx="165100" cy="165100"/>
              </a:xfrm>
              <a:prstGeom prst="ellipse">
                <a:avLst/>
              </a:prstGeom>
              <a:grp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椭圆 6"/>
              <p:cNvSpPr/>
              <p:nvPr/>
            </p:nvSpPr>
            <p:spPr>
              <a:xfrm>
                <a:off x="-863600" y="7124700"/>
                <a:ext cx="165100" cy="165100"/>
              </a:xfrm>
              <a:prstGeom prst="ellipse">
                <a:avLst/>
              </a:prstGeom>
              <a:grp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sp>
        <p:nvSpPr>
          <p:cNvPr id="27" name="矩形 26"/>
          <p:cNvSpPr/>
          <p:nvPr/>
        </p:nvSpPr>
        <p:spPr>
          <a:xfrm>
            <a:off x="11933555" y="543560"/>
            <a:ext cx="258445" cy="111760"/>
          </a:xfrm>
          <a:prstGeom prst="rect">
            <a:avLst/>
          </a:prstGeom>
          <a:solidFill>
            <a:srgbClr val="62EFF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lumMod val="85000"/>
                  <a:lumOff val="15000"/>
                </a:schemeClr>
              </a:solidFill>
            </a:endParaRPr>
          </a:p>
        </p:txBody>
      </p:sp>
      <p:grpSp>
        <p:nvGrpSpPr>
          <p:cNvPr id="10" name="组合 9"/>
          <p:cNvGrpSpPr/>
          <p:nvPr/>
        </p:nvGrpSpPr>
        <p:grpSpPr>
          <a:xfrm>
            <a:off x="284882" y="241573"/>
            <a:ext cx="7178040" cy="626543"/>
            <a:chOff x="284882" y="285115"/>
            <a:chExt cx="7178040" cy="626543"/>
          </a:xfrm>
        </p:grpSpPr>
        <p:sp>
          <p:nvSpPr>
            <p:cNvPr id="21" name="文本框 20"/>
            <p:cNvSpPr txBox="1"/>
            <p:nvPr/>
          </p:nvSpPr>
          <p:spPr>
            <a:xfrm>
              <a:off x="831617" y="285115"/>
              <a:ext cx="6631305" cy="583565"/>
            </a:xfrm>
            <a:prstGeom prst="rect">
              <a:avLst/>
            </a:prstGeom>
            <a:noFill/>
          </p:spPr>
          <p:txBody>
            <a:bodyPr wrap="square" rtlCol="0">
              <a:spAutoFit/>
            </a:bodyPr>
            <a:lstStyle/>
            <a:p>
              <a:r>
                <a:rPr lang="zh-CN" altLang="en-US" sz="3200" dirty="0">
                  <a:solidFill>
                    <a:schemeClr val="tx1">
                      <a:lumMod val="85000"/>
                      <a:lumOff val="15000"/>
                    </a:schemeClr>
                  </a:solidFill>
                  <a:latin typeface="报隶-简" panose="02010600040101010101" charset="-122"/>
                  <a:ea typeface="报隶-简" panose="02010600040101010101" charset="-122"/>
                  <a:cs typeface="+mn-ea"/>
                  <a:sym typeface="+mn-lt"/>
                </a:rPr>
                <a:t>现状分析</a:t>
              </a:r>
              <a:r>
                <a:rPr lang="en-US" altLang="zh-CN" sz="3200" dirty="0">
                  <a:solidFill>
                    <a:schemeClr val="tx1">
                      <a:lumMod val="85000"/>
                      <a:lumOff val="15000"/>
                    </a:schemeClr>
                  </a:solidFill>
                  <a:latin typeface="报隶-简" panose="02010600040101010101" charset="-122"/>
                  <a:ea typeface="报隶-简" panose="02010600040101010101" charset="-122"/>
                  <a:cs typeface="+mn-ea"/>
                  <a:sym typeface="+mn-lt"/>
                </a:rPr>
                <a:t>-Google Refine-</a:t>
              </a:r>
              <a:r>
                <a:rPr lang="zh-CN" altLang="en-US" sz="3200" dirty="0">
                  <a:solidFill>
                    <a:schemeClr val="tx1">
                      <a:lumMod val="85000"/>
                      <a:lumOff val="15000"/>
                    </a:schemeClr>
                  </a:solidFill>
                  <a:latin typeface="报隶-简" panose="02010600040101010101" charset="-122"/>
                  <a:ea typeface="报隶-简" panose="02010600040101010101" charset="-122"/>
                  <a:cs typeface="+mn-ea"/>
                  <a:sym typeface="+mn-lt"/>
                </a:rPr>
                <a:t>数据</a:t>
              </a:r>
              <a:r>
                <a:rPr lang="zh-CN" altLang="en-US" sz="3200" dirty="0">
                  <a:solidFill>
                    <a:schemeClr val="tx1">
                      <a:lumMod val="85000"/>
                      <a:lumOff val="15000"/>
                    </a:schemeClr>
                  </a:solidFill>
                  <a:latin typeface="报隶-简" panose="02010600040101010101" charset="-122"/>
                  <a:ea typeface="报隶-简" panose="02010600040101010101" charset="-122"/>
                  <a:cs typeface="+mn-ea"/>
                  <a:sym typeface="+mn-lt"/>
                </a:rPr>
                <a:t>探索</a:t>
              </a:r>
              <a:endParaRPr lang="zh-CN" altLang="en-US" sz="3200" dirty="0">
                <a:solidFill>
                  <a:schemeClr val="tx1">
                    <a:lumMod val="85000"/>
                    <a:lumOff val="15000"/>
                  </a:schemeClr>
                </a:solidFill>
                <a:latin typeface="报隶-简" panose="02010600040101010101" charset="-122"/>
                <a:ea typeface="报隶-简" panose="02010600040101010101" charset="-122"/>
                <a:cs typeface="+mn-ea"/>
                <a:sym typeface="+mn-lt"/>
              </a:endParaRPr>
            </a:p>
          </p:txBody>
        </p:sp>
        <p:grpSp>
          <p:nvGrpSpPr>
            <p:cNvPr id="13" name="组合 12"/>
            <p:cNvGrpSpPr/>
            <p:nvPr/>
          </p:nvGrpSpPr>
          <p:grpSpPr>
            <a:xfrm>
              <a:off x="284882" y="369226"/>
              <a:ext cx="542432" cy="542432"/>
              <a:chOff x="4058577" y="4375150"/>
              <a:chExt cx="1384300" cy="1384300"/>
            </a:xfrm>
          </p:grpSpPr>
          <p:sp>
            <p:nvSpPr>
              <p:cNvPr id="9" name="椭圆 8"/>
              <p:cNvSpPr/>
              <p:nvPr/>
            </p:nvSpPr>
            <p:spPr>
              <a:xfrm>
                <a:off x="4058577" y="4375150"/>
                <a:ext cx="1384300" cy="1384300"/>
              </a:xfrm>
              <a:prstGeom prst="ellipse">
                <a:avLst/>
              </a:prstGeom>
              <a:gradFill flip="none" rotWithShape="1">
                <a:gsLst>
                  <a:gs pos="38000">
                    <a:srgbClr val="62EFFE"/>
                  </a:gs>
                  <a:gs pos="90000">
                    <a:srgbClr val="02ECFE"/>
                  </a:gs>
                </a:gsLst>
                <a:lin ang="54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a:solidFill>
                    <a:schemeClr val="tx1">
                      <a:lumMod val="85000"/>
                      <a:lumOff val="15000"/>
                    </a:schemeClr>
                  </a:solidFill>
                  <a:latin typeface="思源黑体 CN Bold" panose="020B0800000000000000" pitchFamily="34" charset="-122"/>
                  <a:ea typeface="思源黑体 CN Bold" panose="020B0800000000000000" pitchFamily="34" charset="-122"/>
                  <a:cs typeface="+mn-ea"/>
                </a:endParaRPr>
              </a:p>
            </p:txBody>
          </p:sp>
          <p:pic>
            <p:nvPicPr>
              <p:cNvPr id="11" name="图片 10"/>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4311650" y="4619625"/>
                <a:ext cx="889000" cy="889000"/>
              </a:xfrm>
              <a:prstGeom prst="rect">
                <a:avLst/>
              </a:prstGeom>
            </p:spPr>
          </p:pic>
        </p:grpSp>
      </p:grpSp>
      <p:sp>
        <p:nvSpPr>
          <p:cNvPr id="12" name="文本框 11"/>
          <p:cNvSpPr txBox="1"/>
          <p:nvPr/>
        </p:nvSpPr>
        <p:spPr>
          <a:xfrm>
            <a:off x="9031605" y="569557"/>
            <a:ext cx="2705562" cy="337185"/>
          </a:xfrm>
          <a:prstGeom prst="rect">
            <a:avLst/>
          </a:prstGeom>
          <a:noFill/>
        </p:spPr>
        <p:txBody>
          <a:bodyPr wrap="square" rtlCol="0">
            <a:spAutoFit/>
          </a:bodyPr>
          <a:lstStyle/>
          <a:p>
            <a:pPr algn="dist"/>
            <a:r>
              <a:rPr lang="zh-CN" altLang="en-US" sz="1600" b="1" dirty="0">
                <a:solidFill>
                  <a:schemeClr val="tx1"/>
                </a:solidFill>
                <a:latin typeface="思源黑体 CN Normal" panose="020B0400000000000000" pitchFamily="34" charset="-122"/>
                <a:ea typeface="思源黑体 CN Normal" panose="020B0400000000000000" pitchFamily="34" charset="-122"/>
                <a:cs typeface="+mn-ea"/>
                <a:sym typeface="+mn-lt"/>
              </a:rPr>
              <a:t>20</a:t>
            </a:r>
            <a:r>
              <a:rPr lang="en-US" altLang="zh-CN" sz="1600" b="1" dirty="0">
                <a:solidFill>
                  <a:schemeClr val="tx1"/>
                </a:solidFill>
                <a:latin typeface="思源黑体 CN Normal" panose="020B0400000000000000" pitchFamily="34" charset="-122"/>
                <a:ea typeface="思源黑体 CN Normal" panose="020B0400000000000000" pitchFamily="34" charset="-122"/>
                <a:cs typeface="+mn-ea"/>
                <a:sym typeface="+mn-lt"/>
              </a:rPr>
              <a:t>23Google</a:t>
            </a:r>
            <a:r>
              <a:rPr lang="zh-CN" altLang="en-US" sz="1600" b="1" dirty="0">
                <a:solidFill>
                  <a:schemeClr val="tx1"/>
                </a:solidFill>
                <a:latin typeface="思源黑体 CN Normal" panose="020B0400000000000000" pitchFamily="34" charset="-122"/>
                <a:ea typeface="思源黑体 CN Normal" panose="020B0400000000000000" pitchFamily="34" charset="-122"/>
                <a:cs typeface="+mn-ea"/>
                <a:sym typeface="+mn-lt"/>
              </a:rPr>
              <a:t>开发者大会</a:t>
            </a:r>
            <a:endParaRPr lang="zh-CN" altLang="en-US" sz="1600" b="1" dirty="0">
              <a:solidFill>
                <a:schemeClr val="tx1"/>
              </a:solidFill>
              <a:latin typeface="思源黑体 CN Normal" panose="020B0400000000000000" pitchFamily="34" charset="-122"/>
              <a:ea typeface="思源黑体 CN Normal" panose="020B0400000000000000" pitchFamily="34" charset="-122"/>
              <a:cs typeface="+mn-ea"/>
              <a:sym typeface="+mn-lt"/>
            </a:endParaRPr>
          </a:p>
        </p:txBody>
      </p:sp>
      <p:grpSp>
        <p:nvGrpSpPr>
          <p:cNvPr id="50" name="组合 49"/>
          <p:cNvGrpSpPr/>
          <p:nvPr/>
        </p:nvGrpSpPr>
        <p:grpSpPr>
          <a:xfrm>
            <a:off x="772160" y="1357630"/>
            <a:ext cx="10897235" cy="4737100"/>
            <a:chOff x="1303" y="2138"/>
            <a:chExt cx="17161" cy="7460"/>
          </a:xfrm>
        </p:grpSpPr>
        <p:sp>
          <p:nvSpPr>
            <p:cNvPr id="25" name="任意多边形: 形状 24"/>
            <p:cNvSpPr/>
            <p:nvPr/>
          </p:nvSpPr>
          <p:spPr>
            <a:xfrm>
              <a:off x="17840" y="7820"/>
              <a:ext cx="625" cy="1286"/>
            </a:xfrm>
            <a:custGeom>
              <a:avLst/>
              <a:gdLst>
                <a:gd name="connsiteX0" fmla="*/ 452944 w 477264"/>
                <a:gd name="connsiteY0" fmla="*/ 933858 h 982498"/>
                <a:gd name="connsiteX1" fmla="*/ 477264 w 477264"/>
                <a:gd name="connsiteY1" fmla="*/ 958178 h 982498"/>
                <a:gd name="connsiteX2" fmla="*/ 452944 w 477264"/>
                <a:gd name="connsiteY2" fmla="*/ 982498 h 982498"/>
                <a:gd name="connsiteX3" fmla="*/ 428624 w 477264"/>
                <a:gd name="connsiteY3" fmla="*/ 958178 h 982498"/>
                <a:gd name="connsiteX4" fmla="*/ 452944 w 477264"/>
                <a:gd name="connsiteY4" fmla="*/ 933858 h 982498"/>
                <a:gd name="connsiteX5" fmla="*/ 345788 w 477264"/>
                <a:gd name="connsiteY5" fmla="*/ 933858 h 982498"/>
                <a:gd name="connsiteX6" fmla="*/ 370108 w 477264"/>
                <a:gd name="connsiteY6" fmla="*/ 958178 h 982498"/>
                <a:gd name="connsiteX7" fmla="*/ 345788 w 477264"/>
                <a:gd name="connsiteY7" fmla="*/ 982498 h 982498"/>
                <a:gd name="connsiteX8" fmla="*/ 321468 w 477264"/>
                <a:gd name="connsiteY8" fmla="*/ 958178 h 982498"/>
                <a:gd name="connsiteX9" fmla="*/ 345788 w 477264"/>
                <a:gd name="connsiteY9" fmla="*/ 933858 h 982498"/>
                <a:gd name="connsiteX10" fmla="*/ 238632 w 477264"/>
                <a:gd name="connsiteY10" fmla="*/ 933858 h 982498"/>
                <a:gd name="connsiteX11" fmla="*/ 262952 w 477264"/>
                <a:gd name="connsiteY11" fmla="*/ 958178 h 982498"/>
                <a:gd name="connsiteX12" fmla="*/ 238632 w 477264"/>
                <a:gd name="connsiteY12" fmla="*/ 982498 h 982498"/>
                <a:gd name="connsiteX13" fmla="*/ 214312 w 477264"/>
                <a:gd name="connsiteY13" fmla="*/ 958178 h 982498"/>
                <a:gd name="connsiteX14" fmla="*/ 238632 w 477264"/>
                <a:gd name="connsiteY14" fmla="*/ 933858 h 982498"/>
                <a:gd name="connsiteX15" fmla="*/ 131476 w 477264"/>
                <a:gd name="connsiteY15" fmla="*/ 933858 h 982498"/>
                <a:gd name="connsiteX16" fmla="*/ 155796 w 477264"/>
                <a:gd name="connsiteY16" fmla="*/ 958178 h 982498"/>
                <a:gd name="connsiteX17" fmla="*/ 131476 w 477264"/>
                <a:gd name="connsiteY17" fmla="*/ 982498 h 982498"/>
                <a:gd name="connsiteX18" fmla="*/ 107156 w 477264"/>
                <a:gd name="connsiteY18" fmla="*/ 958178 h 982498"/>
                <a:gd name="connsiteX19" fmla="*/ 131476 w 477264"/>
                <a:gd name="connsiteY19" fmla="*/ 933858 h 982498"/>
                <a:gd name="connsiteX20" fmla="*/ 24320 w 477264"/>
                <a:gd name="connsiteY20" fmla="*/ 933858 h 982498"/>
                <a:gd name="connsiteX21" fmla="*/ 48640 w 477264"/>
                <a:gd name="connsiteY21" fmla="*/ 958178 h 982498"/>
                <a:gd name="connsiteX22" fmla="*/ 24320 w 477264"/>
                <a:gd name="connsiteY22" fmla="*/ 982498 h 982498"/>
                <a:gd name="connsiteX23" fmla="*/ 0 w 477264"/>
                <a:gd name="connsiteY23" fmla="*/ 958178 h 982498"/>
                <a:gd name="connsiteX24" fmla="*/ 24320 w 477264"/>
                <a:gd name="connsiteY24" fmla="*/ 933858 h 982498"/>
                <a:gd name="connsiteX25" fmla="*/ 452944 w 477264"/>
                <a:gd name="connsiteY25" fmla="*/ 778215 h 982498"/>
                <a:gd name="connsiteX26" fmla="*/ 477264 w 477264"/>
                <a:gd name="connsiteY26" fmla="*/ 802535 h 982498"/>
                <a:gd name="connsiteX27" fmla="*/ 452944 w 477264"/>
                <a:gd name="connsiteY27" fmla="*/ 826855 h 982498"/>
                <a:gd name="connsiteX28" fmla="*/ 428624 w 477264"/>
                <a:gd name="connsiteY28" fmla="*/ 802535 h 982498"/>
                <a:gd name="connsiteX29" fmla="*/ 452944 w 477264"/>
                <a:gd name="connsiteY29" fmla="*/ 778215 h 982498"/>
                <a:gd name="connsiteX30" fmla="*/ 345788 w 477264"/>
                <a:gd name="connsiteY30" fmla="*/ 778215 h 982498"/>
                <a:gd name="connsiteX31" fmla="*/ 370108 w 477264"/>
                <a:gd name="connsiteY31" fmla="*/ 802535 h 982498"/>
                <a:gd name="connsiteX32" fmla="*/ 345788 w 477264"/>
                <a:gd name="connsiteY32" fmla="*/ 826855 h 982498"/>
                <a:gd name="connsiteX33" fmla="*/ 321468 w 477264"/>
                <a:gd name="connsiteY33" fmla="*/ 802535 h 982498"/>
                <a:gd name="connsiteX34" fmla="*/ 345788 w 477264"/>
                <a:gd name="connsiteY34" fmla="*/ 778215 h 982498"/>
                <a:gd name="connsiteX35" fmla="*/ 238632 w 477264"/>
                <a:gd name="connsiteY35" fmla="*/ 778215 h 982498"/>
                <a:gd name="connsiteX36" fmla="*/ 262952 w 477264"/>
                <a:gd name="connsiteY36" fmla="*/ 802535 h 982498"/>
                <a:gd name="connsiteX37" fmla="*/ 238632 w 477264"/>
                <a:gd name="connsiteY37" fmla="*/ 826855 h 982498"/>
                <a:gd name="connsiteX38" fmla="*/ 214312 w 477264"/>
                <a:gd name="connsiteY38" fmla="*/ 802535 h 982498"/>
                <a:gd name="connsiteX39" fmla="*/ 238632 w 477264"/>
                <a:gd name="connsiteY39" fmla="*/ 778215 h 982498"/>
                <a:gd name="connsiteX40" fmla="*/ 131476 w 477264"/>
                <a:gd name="connsiteY40" fmla="*/ 778215 h 982498"/>
                <a:gd name="connsiteX41" fmla="*/ 155796 w 477264"/>
                <a:gd name="connsiteY41" fmla="*/ 802535 h 982498"/>
                <a:gd name="connsiteX42" fmla="*/ 131476 w 477264"/>
                <a:gd name="connsiteY42" fmla="*/ 826855 h 982498"/>
                <a:gd name="connsiteX43" fmla="*/ 107156 w 477264"/>
                <a:gd name="connsiteY43" fmla="*/ 802535 h 982498"/>
                <a:gd name="connsiteX44" fmla="*/ 131476 w 477264"/>
                <a:gd name="connsiteY44" fmla="*/ 778215 h 982498"/>
                <a:gd name="connsiteX45" fmla="*/ 24320 w 477264"/>
                <a:gd name="connsiteY45" fmla="*/ 778215 h 982498"/>
                <a:gd name="connsiteX46" fmla="*/ 48640 w 477264"/>
                <a:gd name="connsiteY46" fmla="*/ 802535 h 982498"/>
                <a:gd name="connsiteX47" fmla="*/ 24320 w 477264"/>
                <a:gd name="connsiteY47" fmla="*/ 826855 h 982498"/>
                <a:gd name="connsiteX48" fmla="*/ 0 w 477264"/>
                <a:gd name="connsiteY48" fmla="*/ 802535 h 982498"/>
                <a:gd name="connsiteX49" fmla="*/ 24320 w 477264"/>
                <a:gd name="connsiteY49" fmla="*/ 778215 h 982498"/>
                <a:gd name="connsiteX50" fmla="*/ 452944 w 477264"/>
                <a:gd name="connsiteY50" fmla="*/ 622572 h 982498"/>
                <a:gd name="connsiteX51" fmla="*/ 477264 w 477264"/>
                <a:gd name="connsiteY51" fmla="*/ 646892 h 982498"/>
                <a:gd name="connsiteX52" fmla="*/ 452944 w 477264"/>
                <a:gd name="connsiteY52" fmla="*/ 671212 h 982498"/>
                <a:gd name="connsiteX53" fmla="*/ 428624 w 477264"/>
                <a:gd name="connsiteY53" fmla="*/ 646892 h 982498"/>
                <a:gd name="connsiteX54" fmla="*/ 452944 w 477264"/>
                <a:gd name="connsiteY54" fmla="*/ 622572 h 982498"/>
                <a:gd name="connsiteX55" fmla="*/ 345788 w 477264"/>
                <a:gd name="connsiteY55" fmla="*/ 622572 h 982498"/>
                <a:gd name="connsiteX56" fmla="*/ 370108 w 477264"/>
                <a:gd name="connsiteY56" fmla="*/ 646892 h 982498"/>
                <a:gd name="connsiteX57" fmla="*/ 345788 w 477264"/>
                <a:gd name="connsiteY57" fmla="*/ 671212 h 982498"/>
                <a:gd name="connsiteX58" fmla="*/ 321468 w 477264"/>
                <a:gd name="connsiteY58" fmla="*/ 646892 h 982498"/>
                <a:gd name="connsiteX59" fmla="*/ 345788 w 477264"/>
                <a:gd name="connsiteY59" fmla="*/ 622572 h 982498"/>
                <a:gd name="connsiteX60" fmla="*/ 238632 w 477264"/>
                <a:gd name="connsiteY60" fmla="*/ 622572 h 982498"/>
                <a:gd name="connsiteX61" fmla="*/ 262952 w 477264"/>
                <a:gd name="connsiteY61" fmla="*/ 646892 h 982498"/>
                <a:gd name="connsiteX62" fmla="*/ 238632 w 477264"/>
                <a:gd name="connsiteY62" fmla="*/ 671212 h 982498"/>
                <a:gd name="connsiteX63" fmla="*/ 214312 w 477264"/>
                <a:gd name="connsiteY63" fmla="*/ 646892 h 982498"/>
                <a:gd name="connsiteX64" fmla="*/ 238632 w 477264"/>
                <a:gd name="connsiteY64" fmla="*/ 622572 h 982498"/>
                <a:gd name="connsiteX65" fmla="*/ 131476 w 477264"/>
                <a:gd name="connsiteY65" fmla="*/ 622572 h 982498"/>
                <a:gd name="connsiteX66" fmla="*/ 155796 w 477264"/>
                <a:gd name="connsiteY66" fmla="*/ 646892 h 982498"/>
                <a:gd name="connsiteX67" fmla="*/ 131476 w 477264"/>
                <a:gd name="connsiteY67" fmla="*/ 671212 h 982498"/>
                <a:gd name="connsiteX68" fmla="*/ 107156 w 477264"/>
                <a:gd name="connsiteY68" fmla="*/ 646892 h 982498"/>
                <a:gd name="connsiteX69" fmla="*/ 131476 w 477264"/>
                <a:gd name="connsiteY69" fmla="*/ 622572 h 982498"/>
                <a:gd name="connsiteX70" fmla="*/ 24320 w 477264"/>
                <a:gd name="connsiteY70" fmla="*/ 622572 h 982498"/>
                <a:gd name="connsiteX71" fmla="*/ 48640 w 477264"/>
                <a:gd name="connsiteY71" fmla="*/ 646892 h 982498"/>
                <a:gd name="connsiteX72" fmla="*/ 24320 w 477264"/>
                <a:gd name="connsiteY72" fmla="*/ 671212 h 982498"/>
                <a:gd name="connsiteX73" fmla="*/ 0 w 477264"/>
                <a:gd name="connsiteY73" fmla="*/ 646892 h 982498"/>
                <a:gd name="connsiteX74" fmla="*/ 24320 w 477264"/>
                <a:gd name="connsiteY74" fmla="*/ 622572 h 982498"/>
                <a:gd name="connsiteX75" fmla="*/ 24320 w 477264"/>
                <a:gd name="connsiteY75" fmla="*/ 466929 h 982498"/>
                <a:gd name="connsiteX76" fmla="*/ 48640 w 477264"/>
                <a:gd name="connsiteY76" fmla="*/ 491249 h 982498"/>
                <a:gd name="connsiteX77" fmla="*/ 24320 w 477264"/>
                <a:gd name="connsiteY77" fmla="*/ 515569 h 982498"/>
                <a:gd name="connsiteX78" fmla="*/ 0 w 477264"/>
                <a:gd name="connsiteY78" fmla="*/ 491249 h 982498"/>
                <a:gd name="connsiteX79" fmla="*/ 24320 w 477264"/>
                <a:gd name="connsiteY79" fmla="*/ 466929 h 982498"/>
                <a:gd name="connsiteX80" fmla="*/ 131476 w 477264"/>
                <a:gd name="connsiteY80" fmla="*/ 466929 h 982498"/>
                <a:gd name="connsiteX81" fmla="*/ 155796 w 477264"/>
                <a:gd name="connsiteY81" fmla="*/ 491249 h 982498"/>
                <a:gd name="connsiteX82" fmla="*/ 131476 w 477264"/>
                <a:gd name="connsiteY82" fmla="*/ 515569 h 982498"/>
                <a:gd name="connsiteX83" fmla="*/ 107156 w 477264"/>
                <a:gd name="connsiteY83" fmla="*/ 491249 h 982498"/>
                <a:gd name="connsiteX84" fmla="*/ 131476 w 477264"/>
                <a:gd name="connsiteY84" fmla="*/ 466929 h 982498"/>
                <a:gd name="connsiteX85" fmla="*/ 238632 w 477264"/>
                <a:gd name="connsiteY85" fmla="*/ 466929 h 982498"/>
                <a:gd name="connsiteX86" fmla="*/ 262952 w 477264"/>
                <a:gd name="connsiteY86" fmla="*/ 491249 h 982498"/>
                <a:gd name="connsiteX87" fmla="*/ 238632 w 477264"/>
                <a:gd name="connsiteY87" fmla="*/ 515569 h 982498"/>
                <a:gd name="connsiteX88" fmla="*/ 214312 w 477264"/>
                <a:gd name="connsiteY88" fmla="*/ 491249 h 982498"/>
                <a:gd name="connsiteX89" fmla="*/ 238632 w 477264"/>
                <a:gd name="connsiteY89" fmla="*/ 466929 h 982498"/>
                <a:gd name="connsiteX90" fmla="*/ 345788 w 477264"/>
                <a:gd name="connsiteY90" fmla="*/ 466929 h 982498"/>
                <a:gd name="connsiteX91" fmla="*/ 370108 w 477264"/>
                <a:gd name="connsiteY91" fmla="*/ 491249 h 982498"/>
                <a:gd name="connsiteX92" fmla="*/ 345788 w 477264"/>
                <a:gd name="connsiteY92" fmla="*/ 515569 h 982498"/>
                <a:gd name="connsiteX93" fmla="*/ 321468 w 477264"/>
                <a:gd name="connsiteY93" fmla="*/ 491249 h 982498"/>
                <a:gd name="connsiteX94" fmla="*/ 345788 w 477264"/>
                <a:gd name="connsiteY94" fmla="*/ 466929 h 982498"/>
                <a:gd name="connsiteX95" fmla="*/ 452944 w 477264"/>
                <a:gd name="connsiteY95" fmla="*/ 466929 h 982498"/>
                <a:gd name="connsiteX96" fmla="*/ 477264 w 477264"/>
                <a:gd name="connsiteY96" fmla="*/ 491249 h 982498"/>
                <a:gd name="connsiteX97" fmla="*/ 452944 w 477264"/>
                <a:gd name="connsiteY97" fmla="*/ 515569 h 982498"/>
                <a:gd name="connsiteX98" fmla="*/ 428624 w 477264"/>
                <a:gd name="connsiteY98" fmla="*/ 491249 h 982498"/>
                <a:gd name="connsiteX99" fmla="*/ 452944 w 477264"/>
                <a:gd name="connsiteY99" fmla="*/ 466929 h 982498"/>
                <a:gd name="connsiteX100" fmla="*/ 24320 w 477264"/>
                <a:gd name="connsiteY100" fmla="*/ 311287 h 982498"/>
                <a:gd name="connsiteX101" fmla="*/ 48640 w 477264"/>
                <a:gd name="connsiteY101" fmla="*/ 335607 h 982498"/>
                <a:gd name="connsiteX102" fmla="*/ 24320 w 477264"/>
                <a:gd name="connsiteY102" fmla="*/ 359926 h 982498"/>
                <a:gd name="connsiteX103" fmla="*/ 0 w 477264"/>
                <a:gd name="connsiteY103" fmla="*/ 335607 h 982498"/>
                <a:gd name="connsiteX104" fmla="*/ 24320 w 477264"/>
                <a:gd name="connsiteY104" fmla="*/ 311287 h 982498"/>
                <a:gd name="connsiteX105" fmla="*/ 131476 w 477264"/>
                <a:gd name="connsiteY105" fmla="*/ 311286 h 982498"/>
                <a:gd name="connsiteX106" fmla="*/ 155796 w 477264"/>
                <a:gd name="connsiteY106" fmla="*/ 335606 h 982498"/>
                <a:gd name="connsiteX107" fmla="*/ 131476 w 477264"/>
                <a:gd name="connsiteY107" fmla="*/ 359926 h 982498"/>
                <a:gd name="connsiteX108" fmla="*/ 107156 w 477264"/>
                <a:gd name="connsiteY108" fmla="*/ 335606 h 982498"/>
                <a:gd name="connsiteX109" fmla="*/ 131476 w 477264"/>
                <a:gd name="connsiteY109" fmla="*/ 311286 h 982498"/>
                <a:gd name="connsiteX110" fmla="*/ 238632 w 477264"/>
                <a:gd name="connsiteY110" fmla="*/ 311286 h 982498"/>
                <a:gd name="connsiteX111" fmla="*/ 262952 w 477264"/>
                <a:gd name="connsiteY111" fmla="*/ 335606 h 982498"/>
                <a:gd name="connsiteX112" fmla="*/ 238632 w 477264"/>
                <a:gd name="connsiteY112" fmla="*/ 359926 h 982498"/>
                <a:gd name="connsiteX113" fmla="*/ 214312 w 477264"/>
                <a:gd name="connsiteY113" fmla="*/ 335606 h 982498"/>
                <a:gd name="connsiteX114" fmla="*/ 238632 w 477264"/>
                <a:gd name="connsiteY114" fmla="*/ 311286 h 982498"/>
                <a:gd name="connsiteX115" fmla="*/ 345788 w 477264"/>
                <a:gd name="connsiteY115" fmla="*/ 311286 h 982498"/>
                <a:gd name="connsiteX116" fmla="*/ 370108 w 477264"/>
                <a:gd name="connsiteY116" fmla="*/ 335606 h 982498"/>
                <a:gd name="connsiteX117" fmla="*/ 345788 w 477264"/>
                <a:gd name="connsiteY117" fmla="*/ 359926 h 982498"/>
                <a:gd name="connsiteX118" fmla="*/ 321468 w 477264"/>
                <a:gd name="connsiteY118" fmla="*/ 335606 h 982498"/>
                <a:gd name="connsiteX119" fmla="*/ 345788 w 477264"/>
                <a:gd name="connsiteY119" fmla="*/ 311286 h 982498"/>
                <a:gd name="connsiteX120" fmla="*/ 452944 w 477264"/>
                <a:gd name="connsiteY120" fmla="*/ 311286 h 982498"/>
                <a:gd name="connsiteX121" fmla="*/ 477264 w 477264"/>
                <a:gd name="connsiteY121" fmla="*/ 335606 h 982498"/>
                <a:gd name="connsiteX122" fmla="*/ 452944 w 477264"/>
                <a:gd name="connsiteY122" fmla="*/ 359926 h 982498"/>
                <a:gd name="connsiteX123" fmla="*/ 428624 w 477264"/>
                <a:gd name="connsiteY123" fmla="*/ 335606 h 982498"/>
                <a:gd name="connsiteX124" fmla="*/ 452944 w 477264"/>
                <a:gd name="connsiteY124" fmla="*/ 311286 h 982498"/>
                <a:gd name="connsiteX125" fmla="*/ 24320 w 477264"/>
                <a:gd name="connsiteY125" fmla="*/ 155643 h 982498"/>
                <a:gd name="connsiteX126" fmla="*/ 48640 w 477264"/>
                <a:gd name="connsiteY126" fmla="*/ 179963 h 982498"/>
                <a:gd name="connsiteX127" fmla="*/ 24320 w 477264"/>
                <a:gd name="connsiteY127" fmla="*/ 204283 h 982498"/>
                <a:gd name="connsiteX128" fmla="*/ 0 w 477264"/>
                <a:gd name="connsiteY128" fmla="*/ 179963 h 982498"/>
                <a:gd name="connsiteX129" fmla="*/ 24320 w 477264"/>
                <a:gd name="connsiteY129" fmla="*/ 155643 h 982498"/>
                <a:gd name="connsiteX130" fmla="*/ 131476 w 477264"/>
                <a:gd name="connsiteY130" fmla="*/ 155643 h 982498"/>
                <a:gd name="connsiteX131" fmla="*/ 155796 w 477264"/>
                <a:gd name="connsiteY131" fmla="*/ 179963 h 982498"/>
                <a:gd name="connsiteX132" fmla="*/ 131476 w 477264"/>
                <a:gd name="connsiteY132" fmla="*/ 204283 h 982498"/>
                <a:gd name="connsiteX133" fmla="*/ 107156 w 477264"/>
                <a:gd name="connsiteY133" fmla="*/ 179963 h 982498"/>
                <a:gd name="connsiteX134" fmla="*/ 131476 w 477264"/>
                <a:gd name="connsiteY134" fmla="*/ 155643 h 982498"/>
                <a:gd name="connsiteX135" fmla="*/ 238632 w 477264"/>
                <a:gd name="connsiteY135" fmla="*/ 155643 h 982498"/>
                <a:gd name="connsiteX136" fmla="*/ 262952 w 477264"/>
                <a:gd name="connsiteY136" fmla="*/ 179963 h 982498"/>
                <a:gd name="connsiteX137" fmla="*/ 238632 w 477264"/>
                <a:gd name="connsiteY137" fmla="*/ 204283 h 982498"/>
                <a:gd name="connsiteX138" fmla="*/ 214312 w 477264"/>
                <a:gd name="connsiteY138" fmla="*/ 179963 h 982498"/>
                <a:gd name="connsiteX139" fmla="*/ 238632 w 477264"/>
                <a:gd name="connsiteY139" fmla="*/ 155643 h 982498"/>
                <a:gd name="connsiteX140" fmla="*/ 345788 w 477264"/>
                <a:gd name="connsiteY140" fmla="*/ 155643 h 982498"/>
                <a:gd name="connsiteX141" fmla="*/ 370108 w 477264"/>
                <a:gd name="connsiteY141" fmla="*/ 179963 h 982498"/>
                <a:gd name="connsiteX142" fmla="*/ 345788 w 477264"/>
                <a:gd name="connsiteY142" fmla="*/ 204283 h 982498"/>
                <a:gd name="connsiteX143" fmla="*/ 321468 w 477264"/>
                <a:gd name="connsiteY143" fmla="*/ 179963 h 982498"/>
                <a:gd name="connsiteX144" fmla="*/ 345788 w 477264"/>
                <a:gd name="connsiteY144" fmla="*/ 155643 h 982498"/>
                <a:gd name="connsiteX145" fmla="*/ 452944 w 477264"/>
                <a:gd name="connsiteY145" fmla="*/ 155643 h 982498"/>
                <a:gd name="connsiteX146" fmla="*/ 477264 w 477264"/>
                <a:gd name="connsiteY146" fmla="*/ 179963 h 982498"/>
                <a:gd name="connsiteX147" fmla="*/ 452944 w 477264"/>
                <a:gd name="connsiteY147" fmla="*/ 204283 h 982498"/>
                <a:gd name="connsiteX148" fmla="*/ 428624 w 477264"/>
                <a:gd name="connsiteY148" fmla="*/ 179963 h 982498"/>
                <a:gd name="connsiteX149" fmla="*/ 452944 w 477264"/>
                <a:gd name="connsiteY149" fmla="*/ 155643 h 982498"/>
                <a:gd name="connsiteX150" fmla="*/ 452944 w 477264"/>
                <a:gd name="connsiteY150" fmla="*/ 0 h 982498"/>
                <a:gd name="connsiteX151" fmla="*/ 477264 w 477264"/>
                <a:gd name="connsiteY151" fmla="*/ 24320 h 982498"/>
                <a:gd name="connsiteX152" fmla="*/ 452944 w 477264"/>
                <a:gd name="connsiteY152" fmla="*/ 48640 h 982498"/>
                <a:gd name="connsiteX153" fmla="*/ 428624 w 477264"/>
                <a:gd name="connsiteY153" fmla="*/ 24320 h 982498"/>
                <a:gd name="connsiteX154" fmla="*/ 452944 w 477264"/>
                <a:gd name="connsiteY154" fmla="*/ 0 h 982498"/>
                <a:gd name="connsiteX155" fmla="*/ 345788 w 477264"/>
                <a:gd name="connsiteY155" fmla="*/ 0 h 982498"/>
                <a:gd name="connsiteX156" fmla="*/ 370108 w 477264"/>
                <a:gd name="connsiteY156" fmla="*/ 24320 h 982498"/>
                <a:gd name="connsiteX157" fmla="*/ 345788 w 477264"/>
                <a:gd name="connsiteY157" fmla="*/ 48640 h 982498"/>
                <a:gd name="connsiteX158" fmla="*/ 321468 w 477264"/>
                <a:gd name="connsiteY158" fmla="*/ 24320 h 982498"/>
                <a:gd name="connsiteX159" fmla="*/ 345788 w 477264"/>
                <a:gd name="connsiteY159" fmla="*/ 0 h 982498"/>
                <a:gd name="connsiteX160" fmla="*/ 238632 w 477264"/>
                <a:gd name="connsiteY160" fmla="*/ 0 h 982498"/>
                <a:gd name="connsiteX161" fmla="*/ 262952 w 477264"/>
                <a:gd name="connsiteY161" fmla="*/ 24320 h 982498"/>
                <a:gd name="connsiteX162" fmla="*/ 238632 w 477264"/>
                <a:gd name="connsiteY162" fmla="*/ 48640 h 982498"/>
                <a:gd name="connsiteX163" fmla="*/ 214312 w 477264"/>
                <a:gd name="connsiteY163" fmla="*/ 24320 h 982498"/>
                <a:gd name="connsiteX164" fmla="*/ 238632 w 477264"/>
                <a:gd name="connsiteY164" fmla="*/ 0 h 982498"/>
                <a:gd name="connsiteX165" fmla="*/ 131476 w 477264"/>
                <a:gd name="connsiteY165" fmla="*/ 0 h 982498"/>
                <a:gd name="connsiteX166" fmla="*/ 155796 w 477264"/>
                <a:gd name="connsiteY166" fmla="*/ 24320 h 982498"/>
                <a:gd name="connsiteX167" fmla="*/ 131476 w 477264"/>
                <a:gd name="connsiteY167" fmla="*/ 48640 h 982498"/>
                <a:gd name="connsiteX168" fmla="*/ 107156 w 477264"/>
                <a:gd name="connsiteY168" fmla="*/ 24320 h 982498"/>
                <a:gd name="connsiteX169" fmla="*/ 131476 w 477264"/>
                <a:gd name="connsiteY169" fmla="*/ 0 h 982498"/>
                <a:gd name="connsiteX170" fmla="*/ 24320 w 477264"/>
                <a:gd name="connsiteY170" fmla="*/ 0 h 982498"/>
                <a:gd name="connsiteX171" fmla="*/ 48640 w 477264"/>
                <a:gd name="connsiteY171" fmla="*/ 24320 h 982498"/>
                <a:gd name="connsiteX172" fmla="*/ 24320 w 477264"/>
                <a:gd name="connsiteY172" fmla="*/ 48640 h 982498"/>
                <a:gd name="connsiteX173" fmla="*/ 0 w 477264"/>
                <a:gd name="connsiteY173" fmla="*/ 24320 h 982498"/>
                <a:gd name="connsiteX174" fmla="*/ 24320 w 477264"/>
                <a:gd name="connsiteY174" fmla="*/ 0 h 9824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Lst>
              <a:rect l="l" t="t" r="r" b="b"/>
              <a:pathLst>
                <a:path w="477264" h="982498">
                  <a:moveTo>
                    <a:pt x="452944" y="933858"/>
                  </a:moveTo>
                  <a:cubicBezTo>
                    <a:pt x="466376" y="933858"/>
                    <a:pt x="477264" y="944746"/>
                    <a:pt x="477264" y="958178"/>
                  </a:cubicBezTo>
                  <a:cubicBezTo>
                    <a:pt x="477264" y="971610"/>
                    <a:pt x="466376" y="982498"/>
                    <a:pt x="452944" y="982498"/>
                  </a:cubicBezTo>
                  <a:cubicBezTo>
                    <a:pt x="439512" y="982498"/>
                    <a:pt x="428624" y="971610"/>
                    <a:pt x="428624" y="958178"/>
                  </a:cubicBezTo>
                  <a:cubicBezTo>
                    <a:pt x="428624" y="944746"/>
                    <a:pt x="439512" y="933858"/>
                    <a:pt x="452944" y="933858"/>
                  </a:cubicBezTo>
                  <a:close/>
                  <a:moveTo>
                    <a:pt x="345788" y="933858"/>
                  </a:moveTo>
                  <a:cubicBezTo>
                    <a:pt x="359220" y="933858"/>
                    <a:pt x="370108" y="944746"/>
                    <a:pt x="370108" y="958178"/>
                  </a:cubicBezTo>
                  <a:cubicBezTo>
                    <a:pt x="370108" y="971610"/>
                    <a:pt x="359220" y="982498"/>
                    <a:pt x="345788" y="982498"/>
                  </a:cubicBezTo>
                  <a:cubicBezTo>
                    <a:pt x="332356" y="982498"/>
                    <a:pt x="321468" y="971610"/>
                    <a:pt x="321468" y="958178"/>
                  </a:cubicBezTo>
                  <a:cubicBezTo>
                    <a:pt x="321468" y="944746"/>
                    <a:pt x="332356" y="933858"/>
                    <a:pt x="345788" y="933858"/>
                  </a:cubicBezTo>
                  <a:close/>
                  <a:moveTo>
                    <a:pt x="238632" y="933858"/>
                  </a:moveTo>
                  <a:cubicBezTo>
                    <a:pt x="252064" y="933858"/>
                    <a:pt x="262952" y="944746"/>
                    <a:pt x="262952" y="958178"/>
                  </a:cubicBezTo>
                  <a:cubicBezTo>
                    <a:pt x="262952" y="971610"/>
                    <a:pt x="252064" y="982498"/>
                    <a:pt x="238632" y="982498"/>
                  </a:cubicBezTo>
                  <a:cubicBezTo>
                    <a:pt x="225200" y="982498"/>
                    <a:pt x="214312" y="971610"/>
                    <a:pt x="214312" y="958178"/>
                  </a:cubicBezTo>
                  <a:cubicBezTo>
                    <a:pt x="214312" y="944746"/>
                    <a:pt x="225200" y="933858"/>
                    <a:pt x="238632" y="933858"/>
                  </a:cubicBezTo>
                  <a:close/>
                  <a:moveTo>
                    <a:pt x="131476" y="933858"/>
                  </a:moveTo>
                  <a:cubicBezTo>
                    <a:pt x="144908" y="933858"/>
                    <a:pt x="155796" y="944746"/>
                    <a:pt x="155796" y="958178"/>
                  </a:cubicBezTo>
                  <a:cubicBezTo>
                    <a:pt x="155796" y="971610"/>
                    <a:pt x="144908" y="982498"/>
                    <a:pt x="131476" y="982498"/>
                  </a:cubicBezTo>
                  <a:cubicBezTo>
                    <a:pt x="118044" y="982498"/>
                    <a:pt x="107156" y="971610"/>
                    <a:pt x="107156" y="958178"/>
                  </a:cubicBezTo>
                  <a:cubicBezTo>
                    <a:pt x="107156" y="944746"/>
                    <a:pt x="118044" y="933858"/>
                    <a:pt x="131476" y="933858"/>
                  </a:cubicBezTo>
                  <a:close/>
                  <a:moveTo>
                    <a:pt x="24320" y="933858"/>
                  </a:moveTo>
                  <a:cubicBezTo>
                    <a:pt x="37752" y="933858"/>
                    <a:pt x="48640" y="944746"/>
                    <a:pt x="48640" y="958178"/>
                  </a:cubicBezTo>
                  <a:cubicBezTo>
                    <a:pt x="48640" y="971610"/>
                    <a:pt x="37752" y="982498"/>
                    <a:pt x="24320" y="982498"/>
                  </a:cubicBezTo>
                  <a:cubicBezTo>
                    <a:pt x="10888" y="982498"/>
                    <a:pt x="0" y="971610"/>
                    <a:pt x="0" y="958178"/>
                  </a:cubicBezTo>
                  <a:cubicBezTo>
                    <a:pt x="0" y="944746"/>
                    <a:pt x="10888" y="933858"/>
                    <a:pt x="24320" y="933858"/>
                  </a:cubicBezTo>
                  <a:close/>
                  <a:moveTo>
                    <a:pt x="452944" y="778215"/>
                  </a:moveTo>
                  <a:cubicBezTo>
                    <a:pt x="466376" y="778215"/>
                    <a:pt x="477264" y="789103"/>
                    <a:pt x="477264" y="802535"/>
                  </a:cubicBezTo>
                  <a:cubicBezTo>
                    <a:pt x="477264" y="815967"/>
                    <a:pt x="466376" y="826855"/>
                    <a:pt x="452944" y="826855"/>
                  </a:cubicBezTo>
                  <a:cubicBezTo>
                    <a:pt x="439512" y="826855"/>
                    <a:pt x="428624" y="815967"/>
                    <a:pt x="428624" y="802535"/>
                  </a:cubicBezTo>
                  <a:cubicBezTo>
                    <a:pt x="428624" y="789103"/>
                    <a:pt x="439512" y="778215"/>
                    <a:pt x="452944" y="778215"/>
                  </a:cubicBezTo>
                  <a:close/>
                  <a:moveTo>
                    <a:pt x="345788" y="778215"/>
                  </a:moveTo>
                  <a:cubicBezTo>
                    <a:pt x="359220" y="778215"/>
                    <a:pt x="370108" y="789103"/>
                    <a:pt x="370108" y="802535"/>
                  </a:cubicBezTo>
                  <a:cubicBezTo>
                    <a:pt x="370108" y="815967"/>
                    <a:pt x="359220" y="826855"/>
                    <a:pt x="345788" y="826855"/>
                  </a:cubicBezTo>
                  <a:cubicBezTo>
                    <a:pt x="332356" y="826855"/>
                    <a:pt x="321468" y="815967"/>
                    <a:pt x="321468" y="802535"/>
                  </a:cubicBezTo>
                  <a:cubicBezTo>
                    <a:pt x="321468" y="789103"/>
                    <a:pt x="332356" y="778215"/>
                    <a:pt x="345788" y="778215"/>
                  </a:cubicBezTo>
                  <a:close/>
                  <a:moveTo>
                    <a:pt x="238632" y="778215"/>
                  </a:moveTo>
                  <a:cubicBezTo>
                    <a:pt x="252064" y="778215"/>
                    <a:pt x="262952" y="789103"/>
                    <a:pt x="262952" y="802535"/>
                  </a:cubicBezTo>
                  <a:cubicBezTo>
                    <a:pt x="262952" y="815967"/>
                    <a:pt x="252064" y="826855"/>
                    <a:pt x="238632" y="826855"/>
                  </a:cubicBezTo>
                  <a:cubicBezTo>
                    <a:pt x="225200" y="826855"/>
                    <a:pt x="214312" y="815967"/>
                    <a:pt x="214312" y="802535"/>
                  </a:cubicBezTo>
                  <a:cubicBezTo>
                    <a:pt x="214312" y="789103"/>
                    <a:pt x="225200" y="778215"/>
                    <a:pt x="238632" y="778215"/>
                  </a:cubicBezTo>
                  <a:close/>
                  <a:moveTo>
                    <a:pt x="131476" y="778215"/>
                  </a:moveTo>
                  <a:cubicBezTo>
                    <a:pt x="144908" y="778215"/>
                    <a:pt x="155796" y="789103"/>
                    <a:pt x="155796" y="802535"/>
                  </a:cubicBezTo>
                  <a:cubicBezTo>
                    <a:pt x="155796" y="815967"/>
                    <a:pt x="144908" y="826855"/>
                    <a:pt x="131476" y="826855"/>
                  </a:cubicBezTo>
                  <a:cubicBezTo>
                    <a:pt x="118044" y="826855"/>
                    <a:pt x="107156" y="815967"/>
                    <a:pt x="107156" y="802535"/>
                  </a:cubicBezTo>
                  <a:cubicBezTo>
                    <a:pt x="107156" y="789103"/>
                    <a:pt x="118044" y="778215"/>
                    <a:pt x="131476" y="778215"/>
                  </a:cubicBezTo>
                  <a:close/>
                  <a:moveTo>
                    <a:pt x="24320" y="778215"/>
                  </a:moveTo>
                  <a:cubicBezTo>
                    <a:pt x="37752" y="778215"/>
                    <a:pt x="48640" y="789103"/>
                    <a:pt x="48640" y="802535"/>
                  </a:cubicBezTo>
                  <a:cubicBezTo>
                    <a:pt x="48640" y="815967"/>
                    <a:pt x="37752" y="826855"/>
                    <a:pt x="24320" y="826855"/>
                  </a:cubicBezTo>
                  <a:cubicBezTo>
                    <a:pt x="10888" y="826855"/>
                    <a:pt x="0" y="815967"/>
                    <a:pt x="0" y="802535"/>
                  </a:cubicBezTo>
                  <a:cubicBezTo>
                    <a:pt x="0" y="789103"/>
                    <a:pt x="10888" y="778215"/>
                    <a:pt x="24320" y="778215"/>
                  </a:cubicBezTo>
                  <a:close/>
                  <a:moveTo>
                    <a:pt x="452944" y="622572"/>
                  </a:moveTo>
                  <a:cubicBezTo>
                    <a:pt x="466376" y="622572"/>
                    <a:pt x="477264" y="633460"/>
                    <a:pt x="477264" y="646892"/>
                  </a:cubicBezTo>
                  <a:cubicBezTo>
                    <a:pt x="477264" y="660324"/>
                    <a:pt x="466376" y="671212"/>
                    <a:pt x="452944" y="671212"/>
                  </a:cubicBezTo>
                  <a:cubicBezTo>
                    <a:pt x="439512" y="671212"/>
                    <a:pt x="428624" y="660324"/>
                    <a:pt x="428624" y="646892"/>
                  </a:cubicBezTo>
                  <a:cubicBezTo>
                    <a:pt x="428624" y="633460"/>
                    <a:pt x="439512" y="622572"/>
                    <a:pt x="452944" y="622572"/>
                  </a:cubicBezTo>
                  <a:close/>
                  <a:moveTo>
                    <a:pt x="345788" y="622572"/>
                  </a:moveTo>
                  <a:cubicBezTo>
                    <a:pt x="359220" y="622572"/>
                    <a:pt x="370108" y="633460"/>
                    <a:pt x="370108" y="646892"/>
                  </a:cubicBezTo>
                  <a:cubicBezTo>
                    <a:pt x="370108" y="660324"/>
                    <a:pt x="359220" y="671212"/>
                    <a:pt x="345788" y="671212"/>
                  </a:cubicBezTo>
                  <a:cubicBezTo>
                    <a:pt x="332356" y="671212"/>
                    <a:pt x="321468" y="660324"/>
                    <a:pt x="321468" y="646892"/>
                  </a:cubicBezTo>
                  <a:cubicBezTo>
                    <a:pt x="321468" y="633460"/>
                    <a:pt x="332356" y="622572"/>
                    <a:pt x="345788" y="622572"/>
                  </a:cubicBezTo>
                  <a:close/>
                  <a:moveTo>
                    <a:pt x="238632" y="622572"/>
                  </a:moveTo>
                  <a:cubicBezTo>
                    <a:pt x="252064" y="622572"/>
                    <a:pt x="262952" y="633460"/>
                    <a:pt x="262952" y="646892"/>
                  </a:cubicBezTo>
                  <a:cubicBezTo>
                    <a:pt x="262952" y="660324"/>
                    <a:pt x="252064" y="671212"/>
                    <a:pt x="238632" y="671212"/>
                  </a:cubicBezTo>
                  <a:cubicBezTo>
                    <a:pt x="225200" y="671212"/>
                    <a:pt x="214312" y="660324"/>
                    <a:pt x="214312" y="646892"/>
                  </a:cubicBezTo>
                  <a:cubicBezTo>
                    <a:pt x="214312" y="633460"/>
                    <a:pt x="225200" y="622572"/>
                    <a:pt x="238632" y="622572"/>
                  </a:cubicBezTo>
                  <a:close/>
                  <a:moveTo>
                    <a:pt x="131476" y="622572"/>
                  </a:moveTo>
                  <a:cubicBezTo>
                    <a:pt x="144908" y="622572"/>
                    <a:pt x="155796" y="633460"/>
                    <a:pt x="155796" y="646892"/>
                  </a:cubicBezTo>
                  <a:cubicBezTo>
                    <a:pt x="155796" y="660324"/>
                    <a:pt x="144908" y="671212"/>
                    <a:pt x="131476" y="671212"/>
                  </a:cubicBezTo>
                  <a:cubicBezTo>
                    <a:pt x="118044" y="671212"/>
                    <a:pt x="107156" y="660324"/>
                    <a:pt x="107156" y="646892"/>
                  </a:cubicBezTo>
                  <a:cubicBezTo>
                    <a:pt x="107156" y="633460"/>
                    <a:pt x="118044" y="622572"/>
                    <a:pt x="131476" y="622572"/>
                  </a:cubicBezTo>
                  <a:close/>
                  <a:moveTo>
                    <a:pt x="24320" y="622572"/>
                  </a:moveTo>
                  <a:cubicBezTo>
                    <a:pt x="37752" y="622572"/>
                    <a:pt x="48640" y="633460"/>
                    <a:pt x="48640" y="646892"/>
                  </a:cubicBezTo>
                  <a:cubicBezTo>
                    <a:pt x="48640" y="660324"/>
                    <a:pt x="37752" y="671212"/>
                    <a:pt x="24320" y="671212"/>
                  </a:cubicBezTo>
                  <a:cubicBezTo>
                    <a:pt x="10888" y="671212"/>
                    <a:pt x="0" y="660324"/>
                    <a:pt x="0" y="646892"/>
                  </a:cubicBezTo>
                  <a:cubicBezTo>
                    <a:pt x="0" y="633460"/>
                    <a:pt x="10888" y="622572"/>
                    <a:pt x="24320" y="622572"/>
                  </a:cubicBezTo>
                  <a:close/>
                  <a:moveTo>
                    <a:pt x="24320" y="466929"/>
                  </a:moveTo>
                  <a:cubicBezTo>
                    <a:pt x="37752" y="466929"/>
                    <a:pt x="48640" y="477817"/>
                    <a:pt x="48640" y="491249"/>
                  </a:cubicBezTo>
                  <a:cubicBezTo>
                    <a:pt x="48640" y="504681"/>
                    <a:pt x="37752" y="515569"/>
                    <a:pt x="24320" y="515569"/>
                  </a:cubicBezTo>
                  <a:cubicBezTo>
                    <a:pt x="10888" y="515569"/>
                    <a:pt x="0" y="504681"/>
                    <a:pt x="0" y="491249"/>
                  </a:cubicBezTo>
                  <a:cubicBezTo>
                    <a:pt x="0" y="477817"/>
                    <a:pt x="10888" y="466929"/>
                    <a:pt x="24320" y="466929"/>
                  </a:cubicBezTo>
                  <a:close/>
                  <a:moveTo>
                    <a:pt x="131476" y="466929"/>
                  </a:moveTo>
                  <a:cubicBezTo>
                    <a:pt x="144908" y="466929"/>
                    <a:pt x="155796" y="477817"/>
                    <a:pt x="155796" y="491249"/>
                  </a:cubicBezTo>
                  <a:cubicBezTo>
                    <a:pt x="155796" y="504681"/>
                    <a:pt x="144908" y="515569"/>
                    <a:pt x="131476" y="515569"/>
                  </a:cubicBezTo>
                  <a:cubicBezTo>
                    <a:pt x="118044" y="515569"/>
                    <a:pt x="107156" y="504681"/>
                    <a:pt x="107156" y="491249"/>
                  </a:cubicBezTo>
                  <a:cubicBezTo>
                    <a:pt x="107156" y="477817"/>
                    <a:pt x="118044" y="466929"/>
                    <a:pt x="131476" y="466929"/>
                  </a:cubicBezTo>
                  <a:close/>
                  <a:moveTo>
                    <a:pt x="238632" y="466929"/>
                  </a:moveTo>
                  <a:cubicBezTo>
                    <a:pt x="252064" y="466929"/>
                    <a:pt x="262952" y="477817"/>
                    <a:pt x="262952" y="491249"/>
                  </a:cubicBezTo>
                  <a:cubicBezTo>
                    <a:pt x="262952" y="504681"/>
                    <a:pt x="252064" y="515569"/>
                    <a:pt x="238632" y="515569"/>
                  </a:cubicBezTo>
                  <a:cubicBezTo>
                    <a:pt x="225200" y="515569"/>
                    <a:pt x="214312" y="504681"/>
                    <a:pt x="214312" y="491249"/>
                  </a:cubicBezTo>
                  <a:cubicBezTo>
                    <a:pt x="214312" y="477817"/>
                    <a:pt x="225200" y="466929"/>
                    <a:pt x="238632" y="466929"/>
                  </a:cubicBezTo>
                  <a:close/>
                  <a:moveTo>
                    <a:pt x="345788" y="466929"/>
                  </a:moveTo>
                  <a:cubicBezTo>
                    <a:pt x="359220" y="466929"/>
                    <a:pt x="370108" y="477817"/>
                    <a:pt x="370108" y="491249"/>
                  </a:cubicBezTo>
                  <a:cubicBezTo>
                    <a:pt x="370108" y="504681"/>
                    <a:pt x="359220" y="515569"/>
                    <a:pt x="345788" y="515569"/>
                  </a:cubicBezTo>
                  <a:cubicBezTo>
                    <a:pt x="332356" y="515569"/>
                    <a:pt x="321468" y="504681"/>
                    <a:pt x="321468" y="491249"/>
                  </a:cubicBezTo>
                  <a:cubicBezTo>
                    <a:pt x="321468" y="477817"/>
                    <a:pt x="332356" y="466929"/>
                    <a:pt x="345788" y="466929"/>
                  </a:cubicBezTo>
                  <a:close/>
                  <a:moveTo>
                    <a:pt x="452944" y="466929"/>
                  </a:moveTo>
                  <a:cubicBezTo>
                    <a:pt x="466376" y="466929"/>
                    <a:pt x="477264" y="477817"/>
                    <a:pt x="477264" y="491249"/>
                  </a:cubicBezTo>
                  <a:cubicBezTo>
                    <a:pt x="477264" y="504681"/>
                    <a:pt x="466376" y="515569"/>
                    <a:pt x="452944" y="515569"/>
                  </a:cubicBezTo>
                  <a:cubicBezTo>
                    <a:pt x="439512" y="515569"/>
                    <a:pt x="428624" y="504681"/>
                    <a:pt x="428624" y="491249"/>
                  </a:cubicBezTo>
                  <a:cubicBezTo>
                    <a:pt x="428624" y="477817"/>
                    <a:pt x="439512" y="466929"/>
                    <a:pt x="452944" y="466929"/>
                  </a:cubicBezTo>
                  <a:close/>
                  <a:moveTo>
                    <a:pt x="24320" y="311287"/>
                  </a:moveTo>
                  <a:cubicBezTo>
                    <a:pt x="37752" y="311287"/>
                    <a:pt x="48640" y="322175"/>
                    <a:pt x="48640" y="335607"/>
                  </a:cubicBezTo>
                  <a:cubicBezTo>
                    <a:pt x="48640" y="349038"/>
                    <a:pt x="37752" y="359926"/>
                    <a:pt x="24320" y="359926"/>
                  </a:cubicBezTo>
                  <a:cubicBezTo>
                    <a:pt x="10888" y="359926"/>
                    <a:pt x="0" y="349038"/>
                    <a:pt x="0" y="335607"/>
                  </a:cubicBezTo>
                  <a:cubicBezTo>
                    <a:pt x="0" y="322175"/>
                    <a:pt x="10888" y="311287"/>
                    <a:pt x="24320" y="311287"/>
                  </a:cubicBezTo>
                  <a:close/>
                  <a:moveTo>
                    <a:pt x="131476" y="311286"/>
                  </a:moveTo>
                  <a:cubicBezTo>
                    <a:pt x="144908" y="311286"/>
                    <a:pt x="155796" y="322174"/>
                    <a:pt x="155796" y="335606"/>
                  </a:cubicBezTo>
                  <a:cubicBezTo>
                    <a:pt x="155796" y="349038"/>
                    <a:pt x="144908" y="359926"/>
                    <a:pt x="131476" y="359926"/>
                  </a:cubicBezTo>
                  <a:cubicBezTo>
                    <a:pt x="118044" y="359926"/>
                    <a:pt x="107156" y="349038"/>
                    <a:pt x="107156" y="335606"/>
                  </a:cubicBezTo>
                  <a:cubicBezTo>
                    <a:pt x="107156" y="322174"/>
                    <a:pt x="118044" y="311286"/>
                    <a:pt x="131476" y="311286"/>
                  </a:cubicBezTo>
                  <a:close/>
                  <a:moveTo>
                    <a:pt x="238632" y="311286"/>
                  </a:moveTo>
                  <a:cubicBezTo>
                    <a:pt x="252064" y="311286"/>
                    <a:pt x="262952" y="322174"/>
                    <a:pt x="262952" y="335606"/>
                  </a:cubicBezTo>
                  <a:cubicBezTo>
                    <a:pt x="262952" y="349038"/>
                    <a:pt x="252064" y="359926"/>
                    <a:pt x="238632" y="359926"/>
                  </a:cubicBezTo>
                  <a:cubicBezTo>
                    <a:pt x="225200" y="359926"/>
                    <a:pt x="214312" y="349038"/>
                    <a:pt x="214312" y="335606"/>
                  </a:cubicBezTo>
                  <a:cubicBezTo>
                    <a:pt x="214312" y="322174"/>
                    <a:pt x="225200" y="311286"/>
                    <a:pt x="238632" y="311286"/>
                  </a:cubicBezTo>
                  <a:close/>
                  <a:moveTo>
                    <a:pt x="345788" y="311286"/>
                  </a:moveTo>
                  <a:cubicBezTo>
                    <a:pt x="359220" y="311286"/>
                    <a:pt x="370108" y="322174"/>
                    <a:pt x="370108" y="335606"/>
                  </a:cubicBezTo>
                  <a:cubicBezTo>
                    <a:pt x="370108" y="349038"/>
                    <a:pt x="359220" y="359926"/>
                    <a:pt x="345788" y="359926"/>
                  </a:cubicBezTo>
                  <a:cubicBezTo>
                    <a:pt x="332356" y="359926"/>
                    <a:pt x="321468" y="349038"/>
                    <a:pt x="321468" y="335606"/>
                  </a:cubicBezTo>
                  <a:cubicBezTo>
                    <a:pt x="321468" y="322174"/>
                    <a:pt x="332356" y="311286"/>
                    <a:pt x="345788" y="311286"/>
                  </a:cubicBezTo>
                  <a:close/>
                  <a:moveTo>
                    <a:pt x="452944" y="311286"/>
                  </a:moveTo>
                  <a:cubicBezTo>
                    <a:pt x="466376" y="311286"/>
                    <a:pt x="477264" y="322174"/>
                    <a:pt x="477264" y="335606"/>
                  </a:cubicBezTo>
                  <a:cubicBezTo>
                    <a:pt x="477264" y="349038"/>
                    <a:pt x="466376" y="359926"/>
                    <a:pt x="452944" y="359926"/>
                  </a:cubicBezTo>
                  <a:cubicBezTo>
                    <a:pt x="439512" y="359926"/>
                    <a:pt x="428624" y="349038"/>
                    <a:pt x="428624" y="335606"/>
                  </a:cubicBezTo>
                  <a:cubicBezTo>
                    <a:pt x="428624" y="322174"/>
                    <a:pt x="439512" y="311286"/>
                    <a:pt x="452944" y="311286"/>
                  </a:cubicBezTo>
                  <a:close/>
                  <a:moveTo>
                    <a:pt x="24320" y="155643"/>
                  </a:moveTo>
                  <a:cubicBezTo>
                    <a:pt x="37752" y="155643"/>
                    <a:pt x="48640" y="166531"/>
                    <a:pt x="48640" y="179963"/>
                  </a:cubicBezTo>
                  <a:cubicBezTo>
                    <a:pt x="48640" y="193395"/>
                    <a:pt x="37752" y="204283"/>
                    <a:pt x="24320" y="204283"/>
                  </a:cubicBezTo>
                  <a:cubicBezTo>
                    <a:pt x="10888" y="204283"/>
                    <a:pt x="0" y="193395"/>
                    <a:pt x="0" y="179963"/>
                  </a:cubicBezTo>
                  <a:cubicBezTo>
                    <a:pt x="0" y="166531"/>
                    <a:pt x="10888" y="155643"/>
                    <a:pt x="24320" y="155643"/>
                  </a:cubicBezTo>
                  <a:close/>
                  <a:moveTo>
                    <a:pt x="131476" y="155643"/>
                  </a:moveTo>
                  <a:cubicBezTo>
                    <a:pt x="144908" y="155643"/>
                    <a:pt x="155796" y="166531"/>
                    <a:pt x="155796" y="179963"/>
                  </a:cubicBezTo>
                  <a:cubicBezTo>
                    <a:pt x="155796" y="193395"/>
                    <a:pt x="144908" y="204283"/>
                    <a:pt x="131476" y="204283"/>
                  </a:cubicBezTo>
                  <a:cubicBezTo>
                    <a:pt x="118044" y="204283"/>
                    <a:pt x="107156" y="193395"/>
                    <a:pt x="107156" y="179963"/>
                  </a:cubicBezTo>
                  <a:cubicBezTo>
                    <a:pt x="107156" y="166531"/>
                    <a:pt x="118044" y="155643"/>
                    <a:pt x="131476" y="155643"/>
                  </a:cubicBezTo>
                  <a:close/>
                  <a:moveTo>
                    <a:pt x="238632" y="155643"/>
                  </a:moveTo>
                  <a:cubicBezTo>
                    <a:pt x="252064" y="155643"/>
                    <a:pt x="262952" y="166531"/>
                    <a:pt x="262952" y="179963"/>
                  </a:cubicBezTo>
                  <a:cubicBezTo>
                    <a:pt x="262952" y="193395"/>
                    <a:pt x="252064" y="204283"/>
                    <a:pt x="238632" y="204283"/>
                  </a:cubicBezTo>
                  <a:cubicBezTo>
                    <a:pt x="225200" y="204283"/>
                    <a:pt x="214312" y="193395"/>
                    <a:pt x="214312" y="179963"/>
                  </a:cubicBezTo>
                  <a:cubicBezTo>
                    <a:pt x="214312" y="166531"/>
                    <a:pt x="225200" y="155643"/>
                    <a:pt x="238632" y="155643"/>
                  </a:cubicBezTo>
                  <a:close/>
                  <a:moveTo>
                    <a:pt x="345788" y="155643"/>
                  </a:moveTo>
                  <a:cubicBezTo>
                    <a:pt x="359220" y="155643"/>
                    <a:pt x="370108" y="166531"/>
                    <a:pt x="370108" y="179963"/>
                  </a:cubicBezTo>
                  <a:cubicBezTo>
                    <a:pt x="370108" y="193395"/>
                    <a:pt x="359220" y="204283"/>
                    <a:pt x="345788" y="204283"/>
                  </a:cubicBezTo>
                  <a:cubicBezTo>
                    <a:pt x="332356" y="204283"/>
                    <a:pt x="321468" y="193395"/>
                    <a:pt x="321468" y="179963"/>
                  </a:cubicBezTo>
                  <a:cubicBezTo>
                    <a:pt x="321468" y="166531"/>
                    <a:pt x="332356" y="155643"/>
                    <a:pt x="345788" y="155643"/>
                  </a:cubicBezTo>
                  <a:close/>
                  <a:moveTo>
                    <a:pt x="452944" y="155643"/>
                  </a:moveTo>
                  <a:cubicBezTo>
                    <a:pt x="466376" y="155643"/>
                    <a:pt x="477264" y="166531"/>
                    <a:pt x="477264" y="179963"/>
                  </a:cubicBezTo>
                  <a:cubicBezTo>
                    <a:pt x="477264" y="193395"/>
                    <a:pt x="466376" y="204283"/>
                    <a:pt x="452944" y="204283"/>
                  </a:cubicBezTo>
                  <a:cubicBezTo>
                    <a:pt x="439512" y="204283"/>
                    <a:pt x="428624" y="193395"/>
                    <a:pt x="428624" y="179963"/>
                  </a:cubicBezTo>
                  <a:cubicBezTo>
                    <a:pt x="428624" y="166531"/>
                    <a:pt x="439512" y="155643"/>
                    <a:pt x="452944" y="155643"/>
                  </a:cubicBezTo>
                  <a:close/>
                  <a:moveTo>
                    <a:pt x="452944" y="0"/>
                  </a:moveTo>
                  <a:cubicBezTo>
                    <a:pt x="466376" y="0"/>
                    <a:pt x="477264" y="10888"/>
                    <a:pt x="477264" y="24320"/>
                  </a:cubicBezTo>
                  <a:cubicBezTo>
                    <a:pt x="477264" y="37752"/>
                    <a:pt x="466376" y="48640"/>
                    <a:pt x="452944" y="48640"/>
                  </a:cubicBezTo>
                  <a:cubicBezTo>
                    <a:pt x="439512" y="48640"/>
                    <a:pt x="428624" y="37752"/>
                    <a:pt x="428624" y="24320"/>
                  </a:cubicBezTo>
                  <a:cubicBezTo>
                    <a:pt x="428624" y="10888"/>
                    <a:pt x="439512" y="0"/>
                    <a:pt x="452944" y="0"/>
                  </a:cubicBezTo>
                  <a:close/>
                  <a:moveTo>
                    <a:pt x="345788" y="0"/>
                  </a:moveTo>
                  <a:cubicBezTo>
                    <a:pt x="359220" y="0"/>
                    <a:pt x="370108" y="10888"/>
                    <a:pt x="370108" y="24320"/>
                  </a:cubicBezTo>
                  <a:cubicBezTo>
                    <a:pt x="370108" y="37752"/>
                    <a:pt x="359220" y="48640"/>
                    <a:pt x="345788" y="48640"/>
                  </a:cubicBezTo>
                  <a:cubicBezTo>
                    <a:pt x="332356" y="48640"/>
                    <a:pt x="321468" y="37752"/>
                    <a:pt x="321468" y="24320"/>
                  </a:cubicBezTo>
                  <a:cubicBezTo>
                    <a:pt x="321468" y="10888"/>
                    <a:pt x="332356" y="0"/>
                    <a:pt x="345788" y="0"/>
                  </a:cubicBezTo>
                  <a:close/>
                  <a:moveTo>
                    <a:pt x="238632" y="0"/>
                  </a:moveTo>
                  <a:cubicBezTo>
                    <a:pt x="252064" y="0"/>
                    <a:pt x="262952" y="10888"/>
                    <a:pt x="262952" y="24320"/>
                  </a:cubicBezTo>
                  <a:cubicBezTo>
                    <a:pt x="262952" y="37752"/>
                    <a:pt x="252064" y="48640"/>
                    <a:pt x="238632" y="48640"/>
                  </a:cubicBezTo>
                  <a:cubicBezTo>
                    <a:pt x="225200" y="48640"/>
                    <a:pt x="214312" y="37752"/>
                    <a:pt x="214312" y="24320"/>
                  </a:cubicBezTo>
                  <a:cubicBezTo>
                    <a:pt x="214312" y="10888"/>
                    <a:pt x="225200" y="0"/>
                    <a:pt x="238632" y="0"/>
                  </a:cubicBezTo>
                  <a:close/>
                  <a:moveTo>
                    <a:pt x="131476" y="0"/>
                  </a:moveTo>
                  <a:cubicBezTo>
                    <a:pt x="144908" y="0"/>
                    <a:pt x="155796" y="10888"/>
                    <a:pt x="155796" y="24320"/>
                  </a:cubicBezTo>
                  <a:cubicBezTo>
                    <a:pt x="155796" y="37752"/>
                    <a:pt x="144908" y="48640"/>
                    <a:pt x="131476" y="48640"/>
                  </a:cubicBezTo>
                  <a:cubicBezTo>
                    <a:pt x="118044" y="48640"/>
                    <a:pt x="107156" y="37752"/>
                    <a:pt x="107156" y="24320"/>
                  </a:cubicBezTo>
                  <a:cubicBezTo>
                    <a:pt x="107156" y="10888"/>
                    <a:pt x="118044" y="0"/>
                    <a:pt x="131476" y="0"/>
                  </a:cubicBezTo>
                  <a:close/>
                  <a:moveTo>
                    <a:pt x="24320" y="0"/>
                  </a:moveTo>
                  <a:cubicBezTo>
                    <a:pt x="37752" y="0"/>
                    <a:pt x="48640" y="10888"/>
                    <a:pt x="48640" y="24320"/>
                  </a:cubicBezTo>
                  <a:cubicBezTo>
                    <a:pt x="48640" y="37752"/>
                    <a:pt x="37752" y="48640"/>
                    <a:pt x="24320" y="48640"/>
                  </a:cubicBezTo>
                  <a:cubicBezTo>
                    <a:pt x="10888" y="48640"/>
                    <a:pt x="0" y="37752"/>
                    <a:pt x="0" y="24320"/>
                  </a:cubicBezTo>
                  <a:cubicBezTo>
                    <a:pt x="0" y="10888"/>
                    <a:pt x="10888" y="0"/>
                    <a:pt x="24320" y="0"/>
                  </a:cubicBezTo>
                  <a:close/>
                </a:path>
              </a:pathLst>
            </a:cu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pic>
          <p:nvPicPr>
            <p:cNvPr id="33" name="图片 32"/>
            <p:cNvPicPr>
              <a:picLocks noChangeAspect="1"/>
            </p:cNvPicPr>
            <p:nvPr/>
          </p:nvPicPr>
          <p:blipFill>
            <a:blip r:embed="rId2"/>
            <a:stretch>
              <a:fillRect/>
            </a:stretch>
          </p:blipFill>
          <p:spPr>
            <a:xfrm>
              <a:off x="1303" y="2138"/>
              <a:ext cx="8730" cy="7201"/>
            </a:xfrm>
            <a:prstGeom prst="rect">
              <a:avLst/>
            </a:prstGeom>
          </p:spPr>
        </p:pic>
        <p:pic>
          <p:nvPicPr>
            <p:cNvPr id="48" name="图片 47"/>
            <p:cNvPicPr>
              <a:picLocks noChangeAspect="1"/>
            </p:cNvPicPr>
            <p:nvPr/>
          </p:nvPicPr>
          <p:blipFill>
            <a:blip r:embed="rId3"/>
            <a:stretch>
              <a:fillRect/>
            </a:stretch>
          </p:blipFill>
          <p:spPr>
            <a:xfrm>
              <a:off x="9405" y="2138"/>
              <a:ext cx="9021" cy="7461"/>
            </a:xfrm>
            <a:prstGeom prst="rect">
              <a:avLst/>
            </a:prstGeom>
          </p:spPr>
        </p:pic>
      </p:grpSp>
    </p:spTree>
  </p:cSld>
  <p:clrMapOvr>
    <a:masterClrMapping/>
  </p:clrMapOvr>
  <mc:AlternateContent xmlns:mc="http://schemas.openxmlformats.org/markup-compatibility/2006">
    <mc:Choice xmlns:p14="http://schemas.microsoft.com/office/powerpoint/2010/main" Requires="p14">
      <p:transition spd="slow" p14:dur="1600" advTm="5000">
        <p14:prism isInverted="1"/>
      </p:transition>
    </mc:Choice>
    <mc:Fallback>
      <p:transition spd="slow" advTm="5000">
        <p:fade/>
      </p:transition>
    </mc:Fallback>
  </mc:AlternateContent>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8" name="组合 7"/>
          <p:cNvGrpSpPr/>
          <p:nvPr/>
        </p:nvGrpSpPr>
        <p:grpSpPr>
          <a:xfrm>
            <a:off x="-698500" y="-582990"/>
            <a:ext cx="13589000" cy="8023980"/>
            <a:chOff x="-863600" y="-584200"/>
            <a:chExt cx="13335000" cy="7874000"/>
          </a:xfrm>
          <a:solidFill>
            <a:srgbClr val="E6E6E6"/>
          </a:solidFill>
        </p:grpSpPr>
        <p:grpSp>
          <p:nvGrpSpPr>
            <p:cNvPr id="4" name="组合 3"/>
            <p:cNvGrpSpPr/>
            <p:nvPr/>
          </p:nvGrpSpPr>
          <p:grpSpPr>
            <a:xfrm>
              <a:off x="-863600" y="-584200"/>
              <a:ext cx="165100" cy="7874000"/>
              <a:chOff x="-863600" y="-584200"/>
              <a:chExt cx="165100" cy="7874000"/>
            </a:xfrm>
            <a:grpFill/>
          </p:grpSpPr>
          <p:sp>
            <p:nvSpPr>
              <p:cNvPr id="2" name="椭圆 1"/>
              <p:cNvSpPr/>
              <p:nvPr/>
            </p:nvSpPr>
            <p:spPr>
              <a:xfrm>
                <a:off x="-863600" y="-584200"/>
                <a:ext cx="165100" cy="165100"/>
              </a:xfrm>
              <a:prstGeom prst="ellipse">
                <a:avLst/>
              </a:prstGeom>
              <a:grp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椭圆 2"/>
              <p:cNvSpPr/>
              <p:nvPr/>
            </p:nvSpPr>
            <p:spPr>
              <a:xfrm>
                <a:off x="-863600" y="7124700"/>
                <a:ext cx="165100" cy="165100"/>
              </a:xfrm>
              <a:prstGeom prst="ellipse">
                <a:avLst/>
              </a:prstGeom>
              <a:grp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5" name="组合 4"/>
            <p:cNvGrpSpPr/>
            <p:nvPr/>
          </p:nvGrpSpPr>
          <p:grpSpPr>
            <a:xfrm>
              <a:off x="12306300" y="-584200"/>
              <a:ext cx="165100" cy="7874000"/>
              <a:chOff x="-863600" y="-584200"/>
              <a:chExt cx="165100" cy="7874000"/>
            </a:xfrm>
            <a:grpFill/>
          </p:grpSpPr>
          <p:sp>
            <p:nvSpPr>
              <p:cNvPr id="6" name="椭圆 5"/>
              <p:cNvSpPr/>
              <p:nvPr/>
            </p:nvSpPr>
            <p:spPr>
              <a:xfrm>
                <a:off x="-863600" y="-584200"/>
                <a:ext cx="165100" cy="165100"/>
              </a:xfrm>
              <a:prstGeom prst="ellipse">
                <a:avLst/>
              </a:prstGeom>
              <a:grp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椭圆 6"/>
              <p:cNvSpPr/>
              <p:nvPr/>
            </p:nvSpPr>
            <p:spPr>
              <a:xfrm>
                <a:off x="-863600" y="7124700"/>
                <a:ext cx="165100" cy="165100"/>
              </a:xfrm>
              <a:prstGeom prst="ellipse">
                <a:avLst/>
              </a:prstGeom>
              <a:grp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sp>
        <p:nvSpPr>
          <p:cNvPr id="25" name="任意多边形: 形状 24"/>
          <p:cNvSpPr/>
          <p:nvPr/>
        </p:nvSpPr>
        <p:spPr>
          <a:xfrm>
            <a:off x="11328401" y="4965700"/>
            <a:ext cx="396593" cy="816428"/>
          </a:xfrm>
          <a:custGeom>
            <a:avLst/>
            <a:gdLst>
              <a:gd name="connsiteX0" fmla="*/ 452944 w 477264"/>
              <a:gd name="connsiteY0" fmla="*/ 933858 h 982498"/>
              <a:gd name="connsiteX1" fmla="*/ 477264 w 477264"/>
              <a:gd name="connsiteY1" fmla="*/ 958178 h 982498"/>
              <a:gd name="connsiteX2" fmla="*/ 452944 w 477264"/>
              <a:gd name="connsiteY2" fmla="*/ 982498 h 982498"/>
              <a:gd name="connsiteX3" fmla="*/ 428624 w 477264"/>
              <a:gd name="connsiteY3" fmla="*/ 958178 h 982498"/>
              <a:gd name="connsiteX4" fmla="*/ 452944 w 477264"/>
              <a:gd name="connsiteY4" fmla="*/ 933858 h 982498"/>
              <a:gd name="connsiteX5" fmla="*/ 345788 w 477264"/>
              <a:gd name="connsiteY5" fmla="*/ 933858 h 982498"/>
              <a:gd name="connsiteX6" fmla="*/ 370108 w 477264"/>
              <a:gd name="connsiteY6" fmla="*/ 958178 h 982498"/>
              <a:gd name="connsiteX7" fmla="*/ 345788 w 477264"/>
              <a:gd name="connsiteY7" fmla="*/ 982498 h 982498"/>
              <a:gd name="connsiteX8" fmla="*/ 321468 w 477264"/>
              <a:gd name="connsiteY8" fmla="*/ 958178 h 982498"/>
              <a:gd name="connsiteX9" fmla="*/ 345788 w 477264"/>
              <a:gd name="connsiteY9" fmla="*/ 933858 h 982498"/>
              <a:gd name="connsiteX10" fmla="*/ 238632 w 477264"/>
              <a:gd name="connsiteY10" fmla="*/ 933858 h 982498"/>
              <a:gd name="connsiteX11" fmla="*/ 262952 w 477264"/>
              <a:gd name="connsiteY11" fmla="*/ 958178 h 982498"/>
              <a:gd name="connsiteX12" fmla="*/ 238632 w 477264"/>
              <a:gd name="connsiteY12" fmla="*/ 982498 h 982498"/>
              <a:gd name="connsiteX13" fmla="*/ 214312 w 477264"/>
              <a:gd name="connsiteY13" fmla="*/ 958178 h 982498"/>
              <a:gd name="connsiteX14" fmla="*/ 238632 w 477264"/>
              <a:gd name="connsiteY14" fmla="*/ 933858 h 982498"/>
              <a:gd name="connsiteX15" fmla="*/ 131476 w 477264"/>
              <a:gd name="connsiteY15" fmla="*/ 933858 h 982498"/>
              <a:gd name="connsiteX16" fmla="*/ 155796 w 477264"/>
              <a:gd name="connsiteY16" fmla="*/ 958178 h 982498"/>
              <a:gd name="connsiteX17" fmla="*/ 131476 w 477264"/>
              <a:gd name="connsiteY17" fmla="*/ 982498 h 982498"/>
              <a:gd name="connsiteX18" fmla="*/ 107156 w 477264"/>
              <a:gd name="connsiteY18" fmla="*/ 958178 h 982498"/>
              <a:gd name="connsiteX19" fmla="*/ 131476 w 477264"/>
              <a:gd name="connsiteY19" fmla="*/ 933858 h 982498"/>
              <a:gd name="connsiteX20" fmla="*/ 24320 w 477264"/>
              <a:gd name="connsiteY20" fmla="*/ 933858 h 982498"/>
              <a:gd name="connsiteX21" fmla="*/ 48640 w 477264"/>
              <a:gd name="connsiteY21" fmla="*/ 958178 h 982498"/>
              <a:gd name="connsiteX22" fmla="*/ 24320 w 477264"/>
              <a:gd name="connsiteY22" fmla="*/ 982498 h 982498"/>
              <a:gd name="connsiteX23" fmla="*/ 0 w 477264"/>
              <a:gd name="connsiteY23" fmla="*/ 958178 h 982498"/>
              <a:gd name="connsiteX24" fmla="*/ 24320 w 477264"/>
              <a:gd name="connsiteY24" fmla="*/ 933858 h 982498"/>
              <a:gd name="connsiteX25" fmla="*/ 452944 w 477264"/>
              <a:gd name="connsiteY25" fmla="*/ 778215 h 982498"/>
              <a:gd name="connsiteX26" fmla="*/ 477264 w 477264"/>
              <a:gd name="connsiteY26" fmla="*/ 802535 h 982498"/>
              <a:gd name="connsiteX27" fmla="*/ 452944 w 477264"/>
              <a:gd name="connsiteY27" fmla="*/ 826855 h 982498"/>
              <a:gd name="connsiteX28" fmla="*/ 428624 w 477264"/>
              <a:gd name="connsiteY28" fmla="*/ 802535 h 982498"/>
              <a:gd name="connsiteX29" fmla="*/ 452944 w 477264"/>
              <a:gd name="connsiteY29" fmla="*/ 778215 h 982498"/>
              <a:gd name="connsiteX30" fmla="*/ 345788 w 477264"/>
              <a:gd name="connsiteY30" fmla="*/ 778215 h 982498"/>
              <a:gd name="connsiteX31" fmla="*/ 370108 w 477264"/>
              <a:gd name="connsiteY31" fmla="*/ 802535 h 982498"/>
              <a:gd name="connsiteX32" fmla="*/ 345788 w 477264"/>
              <a:gd name="connsiteY32" fmla="*/ 826855 h 982498"/>
              <a:gd name="connsiteX33" fmla="*/ 321468 w 477264"/>
              <a:gd name="connsiteY33" fmla="*/ 802535 h 982498"/>
              <a:gd name="connsiteX34" fmla="*/ 345788 w 477264"/>
              <a:gd name="connsiteY34" fmla="*/ 778215 h 982498"/>
              <a:gd name="connsiteX35" fmla="*/ 238632 w 477264"/>
              <a:gd name="connsiteY35" fmla="*/ 778215 h 982498"/>
              <a:gd name="connsiteX36" fmla="*/ 262952 w 477264"/>
              <a:gd name="connsiteY36" fmla="*/ 802535 h 982498"/>
              <a:gd name="connsiteX37" fmla="*/ 238632 w 477264"/>
              <a:gd name="connsiteY37" fmla="*/ 826855 h 982498"/>
              <a:gd name="connsiteX38" fmla="*/ 214312 w 477264"/>
              <a:gd name="connsiteY38" fmla="*/ 802535 h 982498"/>
              <a:gd name="connsiteX39" fmla="*/ 238632 w 477264"/>
              <a:gd name="connsiteY39" fmla="*/ 778215 h 982498"/>
              <a:gd name="connsiteX40" fmla="*/ 131476 w 477264"/>
              <a:gd name="connsiteY40" fmla="*/ 778215 h 982498"/>
              <a:gd name="connsiteX41" fmla="*/ 155796 w 477264"/>
              <a:gd name="connsiteY41" fmla="*/ 802535 h 982498"/>
              <a:gd name="connsiteX42" fmla="*/ 131476 w 477264"/>
              <a:gd name="connsiteY42" fmla="*/ 826855 h 982498"/>
              <a:gd name="connsiteX43" fmla="*/ 107156 w 477264"/>
              <a:gd name="connsiteY43" fmla="*/ 802535 h 982498"/>
              <a:gd name="connsiteX44" fmla="*/ 131476 w 477264"/>
              <a:gd name="connsiteY44" fmla="*/ 778215 h 982498"/>
              <a:gd name="connsiteX45" fmla="*/ 24320 w 477264"/>
              <a:gd name="connsiteY45" fmla="*/ 778215 h 982498"/>
              <a:gd name="connsiteX46" fmla="*/ 48640 w 477264"/>
              <a:gd name="connsiteY46" fmla="*/ 802535 h 982498"/>
              <a:gd name="connsiteX47" fmla="*/ 24320 w 477264"/>
              <a:gd name="connsiteY47" fmla="*/ 826855 h 982498"/>
              <a:gd name="connsiteX48" fmla="*/ 0 w 477264"/>
              <a:gd name="connsiteY48" fmla="*/ 802535 h 982498"/>
              <a:gd name="connsiteX49" fmla="*/ 24320 w 477264"/>
              <a:gd name="connsiteY49" fmla="*/ 778215 h 982498"/>
              <a:gd name="connsiteX50" fmla="*/ 452944 w 477264"/>
              <a:gd name="connsiteY50" fmla="*/ 622572 h 982498"/>
              <a:gd name="connsiteX51" fmla="*/ 477264 w 477264"/>
              <a:gd name="connsiteY51" fmla="*/ 646892 h 982498"/>
              <a:gd name="connsiteX52" fmla="*/ 452944 w 477264"/>
              <a:gd name="connsiteY52" fmla="*/ 671212 h 982498"/>
              <a:gd name="connsiteX53" fmla="*/ 428624 w 477264"/>
              <a:gd name="connsiteY53" fmla="*/ 646892 h 982498"/>
              <a:gd name="connsiteX54" fmla="*/ 452944 w 477264"/>
              <a:gd name="connsiteY54" fmla="*/ 622572 h 982498"/>
              <a:gd name="connsiteX55" fmla="*/ 345788 w 477264"/>
              <a:gd name="connsiteY55" fmla="*/ 622572 h 982498"/>
              <a:gd name="connsiteX56" fmla="*/ 370108 w 477264"/>
              <a:gd name="connsiteY56" fmla="*/ 646892 h 982498"/>
              <a:gd name="connsiteX57" fmla="*/ 345788 w 477264"/>
              <a:gd name="connsiteY57" fmla="*/ 671212 h 982498"/>
              <a:gd name="connsiteX58" fmla="*/ 321468 w 477264"/>
              <a:gd name="connsiteY58" fmla="*/ 646892 h 982498"/>
              <a:gd name="connsiteX59" fmla="*/ 345788 w 477264"/>
              <a:gd name="connsiteY59" fmla="*/ 622572 h 982498"/>
              <a:gd name="connsiteX60" fmla="*/ 238632 w 477264"/>
              <a:gd name="connsiteY60" fmla="*/ 622572 h 982498"/>
              <a:gd name="connsiteX61" fmla="*/ 262952 w 477264"/>
              <a:gd name="connsiteY61" fmla="*/ 646892 h 982498"/>
              <a:gd name="connsiteX62" fmla="*/ 238632 w 477264"/>
              <a:gd name="connsiteY62" fmla="*/ 671212 h 982498"/>
              <a:gd name="connsiteX63" fmla="*/ 214312 w 477264"/>
              <a:gd name="connsiteY63" fmla="*/ 646892 h 982498"/>
              <a:gd name="connsiteX64" fmla="*/ 238632 w 477264"/>
              <a:gd name="connsiteY64" fmla="*/ 622572 h 982498"/>
              <a:gd name="connsiteX65" fmla="*/ 131476 w 477264"/>
              <a:gd name="connsiteY65" fmla="*/ 622572 h 982498"/>
              <a:gd name="connsiteX66" fmla="*/ 155796 w 477264"/>
              <a:gd name="connsiteY66" fmla="*/ 646892 h 982498"/>
              <a:gd name="connsiteX67" fmla="*/ 131476 w 477264"/>
              <a:gd name="connsiteY67" fmla="*/ 671212 h 982498"/>
              <a:gd name="connsiteX68" fmla="*/ 107156 w 477264"/>
              <a:gd name="connsiteY68" fmla="*/ 646892 h 982498"/>
              <a:gd name="connsiteX69" fmla="*/ 131476 w 477264"/>
              <a:gd name="connsiteY69" fmla="*/ 622572 h 982498"/>
              <a:gd name="connsiteX70" fmla="*/ 24320 w 477264"/>
              <a:gd name="connsiteY70" fmla="*/ 622572 h 982498"/>
              <a:gd name="connsiteX71" fmla="*/ 48640 w 477264"/>
              <a:gd name="connsiteY71" fmla="*/ 646892 h 982498"/>
              <a:gd name="connsiteX72" fmla="*/ 24320 w 477264"/>
              <a:gd name="connsiteY72" fmla="*/ 671212 h 982498"/>
              <a:gd name="connsiteX73" fmla="*/ 0 w 477264"/>
              <a:gd name="connsiteY73" fmla="*/ 646892 h 982498"/>
              <a:gd name="connsiteX74" fmla="*/ 24320 w 477264"/>
              <a:gd name="connsiteY74" fmla="*/ 622572 h 982498"/>
              <a:gd name="connsiteX75" fmla="*/ 24320 w 477264"/>
              <a:gd name="connsiteY75" fmla="*/ 466929 h 982498"/>
              <a:gd name="connsiteX76" fmla="*/ 48640 w 477264"/>
              <a:gd name="connsiteY76" fmla="*/ 491249 h 982498"/>
              <a:gd name="connsiteX77" fmla="*/ 24320 w 477264"/>
              <a:gd name="connsiteY77" fmla="*/ 515569 h 982498"/>
              <a:gd name="connsiteX78" fmla="*/ 0 w 477264"/>
              <a:gd name="connsiteY78" fmla="*/ 491249 h 982498"/>
              <a:gd name="connsiteX79" fmla="*/ 24320 w 477264"/>
              <a:gd name="connsiteY79" fmla="*/ 466929 h 982498"/>
              <a:gd name="connsiteX80" fmla="*/ 131476 w 477264"/>
              <a:gd name="connsiteY80" fmla="*/ 466929 h 982498"/>
              <a:gd name="connsiteX81" fmla="*/ 155796 w 477264"/>
              <a:gd name="connsiteY81" fmla="*/ 491249 h 982498"/>
              <a:gd name="connsiteX82" fmla="*/ 131476 w 477264"/>
              <a:gd name="connsiteY82" fmla="*/ 515569 h 982498"/>
              <a:gd name="connsiteX83" fmla="*/ 107156 w 477264"/>
              <a:gd name="connsiteY83" fmla="*/ 491249 h 982498"/>
              <a:gd name="connsiteX84" fmla="*/ 131476 w 477264"/>
              <a:gd name="connsiteY84" fmla="*/ 466929 h 982498"/>
              <a:gd name="connsiteX85" fmla="*/ 238632 w 477264"/>
              <a:gd name="connsiteY85" fmla="*/ 466929 h 982498"/>
              <a:gd name="connsiteX86" fmla="*/ 262952 w 477264"/>
              <a:gd name="connsiteY86" fmla="*/ 491249 h 982498"/>
              <a:gd name="connsiteX87" fmla="*/ 238632 w 477264"/>
              <a:gd name="connsiteY87" fmla="*/ 515569 h 982498"/>
              <a:gd name="connsiteX88" fmla="*/ 214312 w 477264"/>
              <a:gd name="connsiteY88" fmla="*/ 491249 h 982498"/>
              <a:gd name="connsiteX89" fmla="*/ 238632 w 477264"/>
              <a:gd name="connsiteY89" fmla="*/ 466929 h 982498"/>
              <a:gd name="connsiteX90" fmla="*/ 345788 w 477264"/>
              <a:gd name="connsiteY90" fmla="*/ 466929 h 982498"/>
              <a:gd name="connsiteX91" fmla="*/ 370108 w 477264"/>
              <a:gd name="connsiteY91" fmla="*/ 491249 h 982498"/>
              <a:gd name="connsiteX92" fmla="*/ 345788 w 477264"/>
              <a:gd name="connsiteY92" fmla="*/ 515569 h 982498"/>
              <a:gd name="connsiteX93" fmla="*/ 321468 w 477264"/>
              <a:gd name="connsiteY93" fmla="*/ 491249 h 982498"/>
              <a:gd name="connsiteX94" fmla="*/ 345788 w 477264"/>
              <a:gd name="connsiteY94" fmla="*/ 466929 h 982498"/>
              <a:gd name="connsiteX95" fmla="*/ 452944 w 477264"/>
              <a:gd name="connsiteY95" fmla="*/ 466929 h 982498"/>
              <a:gd name="connsiteX96" fmla="*/ 477264 w 477264"/>
              <a:gd name="connsiteY96" fmla="*/ 491249 h 982498"/>
              <a:gd name="connsiteX97" fmla="*/ 452944 w 477264"/>
              <a:gd name="connsiteY97" fmla="*/ 515569 h 982498"/>
              <a:gd name="connsiteX98" fmla="*/ 428624 w 477264"/>
              <a:gd name="connsiteY98" fmla="*/ 491249 h 982498"/>
              <a:gd name="connsiteX99" fmla="*/ 452944 w 477264"/>
              <a:gd name="connsiteY99" fmla="*/ 466929 h 982498"/>
              <a:gd name="connsiteX100" fmla="*/ 24320 w 477264"/>
              <a:gd name="connsiteY100" fmla="*/ 311287 h 982498"/>
              <a:gd name="connsiteX101" fmla="*/ 48640 w 477264"/>
              <a:gd name="connsiteY101" fmla="*/ 335607 h 982498"/>
              <a:gd name="connsiteX102" fmla="*/ 24320 w 477264"/>
              <a:gd name="connsiteY102" fmla="*/ 359926 h 982498"/>
              <a:gd name="connsiteX103" fmla="*/ 0 w 477264"/>
              <a:gd name="connsiteY103" fmla="*/ 335607 h 982498"/>
              <a:gd name="connsiteX104" fmla="*/ 24320 w 477264"/>
              <a:gd name="connsiteY104" fmla="*/ 311287 h 982498"/>
              <a:gd name="connsiteX105" fmla="*/ 131476 w 477264"/>
              <a:gd name="connsiteY105" fmla="*/ 311286 h 982498"/>
              <a:gd name="connsiteX106" fmla="*/ 155796 w 477264"/>
              <a:gd name="connsiteY106" fmla="*/ 335606 h 982498"/>
              <a:gd name="connsiteX107" fmla="*/ 131476 w 477264"/>
              <a:gd name="connsiteY107" fmla="*/ 359926 h 982498"/>
              <a:gd name="connsiteX108" fmla="*/ 107156 w 477264"/>
              <a:gd name="connsiteY108" fmla="*/ 335606 h 982498"/>
              <a:gd name="connsiteX109" fmla="*/ 131476 w 477264"/>
              <a:gd name="connsiteY109" fmla="*/ 311286 h 982498"/>
              <a:gd name="connsiteX110" fmla="*/ 238632 w 477264"/>
              <a:gd name="connsiteY110" fmla="*/ 311286 h 982498"/>
              <a:gd name="connsiteX111" fmla="*/ 262952 w 477264"/>
              <a:gd name="connsiteY111" fmla="*/ 335606 h 982498"/>
              <a:gd name="connsiteX112" fmla="*/ 238632 w 477264"/>
              <a:gd name="connsiteY112" fmla="*/ 359926 h 982498"/>
              <a:gd name="connsiteX113" fmla="*/ 214312 w 477264"/>
              <a:gd name="connsiteY113" fmla="*/ 335606 h 982498"/>
              <a:gd name="connsiteX114" fmla="*/ 238632 w 477264"/>
              <a:gd name="connsiteY114" fmla="*/ 311286 h 982498"/>
              <a:gd name="connsiteX115" fmla="*/ 345788 w 477264"/>
              <a:gd name="connsiteY115" fmla="*/ 311286 h 982498"/>
              <a:gd name="connsiteX116" fmla="*/ 370108 w 477264"/>
              <a:gd name="connsiteY116" fmla="*/ 335606 h 982498"/>
              <a:gd name="connsiteX117" fmla="*/ 345788 w 477264"/>
              <a:gd name="connsiteY117" fmla="*/ 359926 h 982498"/>
              <a:gd name="connsiteX118" fmla="*/ 321468 w 477264"/>
              <a:gd name="connsiteY118" fmla="*/ 335606 h 982498"/>
              <a:gd name="connsiteX119" fmla="*/ 345788 w 477264"/>
              <a:gd name="connsiteY119" fmla="*/ 311286 h 982498"/>
              <a:gd name="connsiteX120" fmla="*/ 452944 w 477264"/>
              <a:gd name="connsiteY120" fmla="*/ 311286 h 982498"/>
              <a:gd name="connsiteX121" fmla="*/ 477264 w 477264"/>
              <a:gd name="connsiteY121" fmla="*/ 335606 h 982498"/>
              <a:gd name="connsiteX122" fmla="*/ 452944 w 477264"/>
              <a:gd name="connsiteY122" fmla="*/ 359926 h 982498"/>
              <a:gd name="connsiteX123" fmla="*/ 428624 w 477264"/>
              <a:gd name="connsiteY123" fmla="*/ 335606 h 982498"/>
              <a:gd name="connsiteX124" fmla="*/ 452944 w 477264"/>
              <a:gd name="connsiteY124" fmla="*/ 311286 h 982498"/>
              <a:gd name="connsiteX125" fmla="*/ 24320 w 477264"/>
              <a:gd name="connsiteY125" fmla="*/ 155643 h 982498"/>
              <a:gd name="connsiteX126" fmla="*/ 48640 w 477264"/>
              <a:gd name="connsiteY126" fmla="*/ 179963 h 982498"/>
              <a:gd name="connsiteX127" fmla="*/ 24320 w 477264"/>
              <a:gd name="connsiteY127" fmla="*/ 204283 h 982498"/>
              <a:gd name="connsiteX128" fmla="*/ 0 w 477264"/>
              <a:gd name="connsiteY128" fmla="*/ 179963 h 982498"/>
              <a:gd name="connsiteX129" fmla="*/ 24320 w 477264"/>
              <a:gd name="connsiteY129" fmla="*/ 155643 h 982498"/>
              <a:gd name="connsiteX130" fmla="*/ 131476 w 477264"/>
              <a:gd name="connsiteY130" fmla="*/ 155643 h 982498"/>
              <a:gd name="connsiteX131" fmla="*/ 155796 w 477264"/>
              <a:gd name="connsiteY131" fmla="*/ 179963 h 982498"/>
              <a:gd name="connsiteX132" fmla="*/ 131476 w 477264"/>
              <a:gd name="connsiteY132" fmla="*/ 204283 h 982498"/>
              <a:gd name="connsiteX133" fmla="*/ 107156 w 477264"/>
              <a:gd name="connsiteY133" fmla="*/ 179963 h 982498"/>
              <a:gd name="connsiteX134" fmla="*/ 131476 w 477264"/>
              <a:gd name="connsiteY134" fmla="*/ 155643 h 982498"/>
              <a:gd name="connsiteX135" fmla="*/ 238632 w 477264"/>
              <a:gd name="connsiteY135" fmla="*/ 155643 h 982498"/>
              <a:gd name="connsiteX136" fmla="*/ 262952 w 477264"/>
              <a:gd name="connsiteY136" fmla="*/ 179963 h 982498"/>
              <a:gd name="connsiteX137" fmla="*/ 238632 w 477264"/>
              <a:gd name="connsiteY137" fmla="*/ 204283 h 982498"/>
              <a:gd name="connsiteX138" fmla="*/ 214312 w 477264"/>
              <a:gd name="connsiteY138" fmla="*/ 179963 h 982498"/>
              <a:gd name="connsiteX139" fmla="*/ 238632 w 477264"/>
              <a:gd name="connsiteY139" fmla="*/ 155643 h 982498"/>
              <a:gd name="connsiteX140" fmla="*/ 345788 w 477264"/>
              <a:gd name="connsiteY140" fmla="*/ 155643 h 982498"/>
              <a:gd name="connsiteX141" fmla="*/ 370108 w 477264"/>
              <a:gd name="connsiteY141" fmla="*/ 179963 h 982498"/>
              <a:gd name="connsiteX142" fmla="*/ 345788 w 477264"/>
              <a:gd name="connsiteY142" fmla="*/ 204283 h 982498"/>
              <a:gd name="connsiteX143" fmla="*/ 321468 w 477264"/>
              <a:gd name="connsiteY143" fmla="*/ 179963 h 982498"/>
              <a:gd name="connsiteX144" fmla="*/ 345788 w 477264"/>
              <a:gd name="connsiteY144" fmla="*/ 155643 h 982498"/>
              <a:gd name="connsiteX145" fmla="*/ 452944 w 477264"/>
              <a:gd name="connsiteY145" fmla="*/ 155643 h 982498"/>
              <a:gd name="connsiteX146" fmla="*/ 477264 w 477264"/>
              <a:gd name="connsiteY146" fmla="*/ 179963 h 982498"/>
              <a:gd name="connsiteX147" fmla="*/ 452944 w 477264"/>
              <a:gd name="connsiteY147" fmla="*/ 204283 h 982498"/>
              <a:gd name="connsiteX148" fmla="*/ 428624 w 477264"/>
              <a:gd name="connsiteY148" fmla="*/ 179963 h 982498"/>
              <a:gd name="connsiteX149" fmla="*/ 452944 w 477264"/>
              <a:gd name="connsiteY149" fmla="*/ 155643 h 982498"/>
              <a:gd name="connsiteX150" fmla="*/ 452944 w 477264"/>
              <a:gd name="connsiteY150" fmla="*/ 0 h 982498"/>
              <a:gd name="connsiteX151" fmla="*/ 477264 w 477264"/>
              <a:gd name="connsiteY151" fmla="*/ 24320 h 982498"/>
              <a:gd name="connsiteX152" fmla="*/ 452944 w 477264"/>
              <a:gd name="connsiteY152" fmla="*/ 48640 h 982498"/>
              <a:gd name="connsiteX153" fmla="*/ 428624 w 477264"/>
              <a:gd name="connsiteY153" fmla="*/ 24320 h 982498"/>
              <a:gd name="connsiteX154" fmla="*/ 452944 w 477264"/>
              <a:gd name="connsiteY154" fmla="*/ 0 h 982498"/>
              <a:gd name="connsiteX155" fmla="*/ 345788 w 477264"/>
              <a:gd name="connsiteY155" fmla="*/ 0 h 982498"/>
              <a:gd name="connsiteX156" fmla="*/ 370108 w 477264"/>
              <a:gd name="connsiteY156" fmla="*/ 24320 h 982498"/>
              <a:gd name="connsiteX157" fmla="*/ 345788 w 477264"/>
              <a:gd name="connsiteY157" fmla="*/ 48640 h 982498"/>
              <a:gd name="connsiteX158" fmla="*/ 321468 w 477264"/>
              <a:gd name="connsiteY158" fmla="*/ 24320 h 982498"/>
              <a:gd name="connsiteX159" fmla="*/ 345788 w 477264"/>
              <a:gd name="connsiteY159" fmla="*/ 0 h 982498"/>
              <a:gd name="connsiteX160" fmla="*/ 238632 w 477264"/>
              <a:gd name="connsiteY160" fmla="*/ 0 h 982498"/>
              <a:gd name="connsiteX161" fmla="*/ 262952 w 477264"/>
              <a:gd name="connsiteY161" fmla="*/ 24320 h 982498"/>
              <a:gd name="connsiteX162" fmla="*/ 238632 w 477264"/>
              <a:gd name="connsiteY162" fmla="*/ 48640 h 982498"/>
              <a:gd name="connsiteX163" fmla="*/ 214312 w 477264"/>
              <a:gd name="connsiteY163" fmla="*/ 24320 h 982498"/>
              <a:gd name="connsiteX164" fmla="*/ 238632 w 477264"/>
              <a:gd name="connsiteY164" fmla="*/ 0 h 982498"/>
              <a:gd name="connsiteX165" fmla="*/ 131476 w 477264"/>
              <a:gd name="connsiteY165" fmla="*/ 0 h 982498"/>
              <a:gd name="connsiteX166" fmla="*/ 155796 w 477264"/>
              <a:gd name="connsiteY166" fmla="*/ 24320 h 982498"/>
              <a:gd name="connsiteX167" fmla="*/ 131476 w 477264"/>
              <a:gd name="connsiteY167" fmla="*/ 48640 h 982498"/>
              <a:gd name="connsiteX168" fmla="*/ 107156 w 477264"/>
              <a:gd name="connsiteY168" fmla="*/ 24320 h 982498"/>
              <a:gd name="connsiteX169" fmla="*/ 131476 w 477264"/>
              <a:gd name="connsiteY169" fmla="*/ 0 h 982498"/>
              <a:gd name="connsiteX170" fmla="*/ 24320 w 477264"/>
              <a:gd name="connsiteY170" fmla="*/ 0 h 982498"/>
              <a:gd name="connsiteX171" fmla="*/ 48640 w 477264"/>
              <a:gd name="connsiteY171" fmla="*/ 24320 h 982498"/>
              <a:gd name="connsiteX172" fmla="*/ 24320 w 477264"/>
              <a:gd name="connsiteY172" fmla="*/ 48640 h 982498"/>
              <a:gd name="connsiteX173" fmla="*/ 0 w 477264"/>
              <a:gd name="connsiteY173" fmla="*/ 24320 h 982498"/>
              <a:gd name="connsiteX174" fmla="*/ 24320 w 477264"/>
              <a:gd name="connsiteY174" fmla="*/ 0 h 9824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Lst>
            <a:rect l="l" t="t" r="r" b="b"/>
            <a:pathLst>
              <a:path w="477264" h="982498">
                <a:moveTo>
                  <a:pt x="452944" y="933858"/>
                </a:moveTo>
                <a:cubicBezTo>
                  <a:pt x="466376" y="933858"/>
                  <a:pt x="477264" y="944746"/>
                  <a:pt x="477264" y="958178"/>
                </a:cubicBezTo>
                <a:cubicBezTo>
                  <a:pt x="477264" y="971610"/>
                  <a:pt x="466376" y="982498"/>
                  <a:pt x="452944" y="982498"/>
                </a:cubicBezTo>
                <a:cubicBezTo>
                  <a:pt x="439512" y="982498"/>
                  <a:pt x="428624" y="971610"/>
                  <a:pt x="428624" y="958178"/>
                </a:cubicBezTo>
                <a:cubicBezTo>
                  <a:pt x="428624" y="944746"/>
                  <a:pt x="439512" y="933858"/>
                  <a:pt x="452944" y="933858"/>
                </a:cubicBezTo>
                <a:close/>
                <a:moveTo>
                  <a:pt x="345788" y="933858"/>
                </a:moveTo>
                <a:cubicBezTo>
                  <a:pt x="359220" y="933858"/>
                  <a:pt x="370108" y="944746"/>
                  <a:pt x="370108" y="958178"/>
                </a:cubicBezTo>
                <a:cubicBezTo>
                  <a:pt x="370108" y="971610"/>
                  <a:pt x="359220" y="982498"/>
                  <a:pt x="345788" y="982498"/>
                </a:cubicBezTo>
                <a:cubicBezTo>
                  <a:pt x="332356" y="982498"/>
                  <a:pt x="321468" y="971610"/>
                  <a:pt x="321468" y="958178"/>
                </a:cubicBezTo>
                <a:cubicBezTo>
                  <a:pt x="321468" y="944746"/>
                  <a:pt x="332356" y="933858"/>
                  <a:pt x="345788" y="933858"/>
                </a:cubicBezTo>
                <a:close/>
                <a:moveTo>
                  <a:pt x="238632" y="933858"/>
                </a:moveTo>
                <a:cubicBezTo>
                  <a:pt x="252064" y="933858"/>
                  <a:pt x="262952" y="944746"/>
                  <a:pt x="262952" y="958178"/>
                </a:cubicBezTo>
                <a:cubicBezTo>
                  <a:pt x="262952" y="971610"/>
                  <a:pt x="252064" y="982498"/>
                  <a:pt x="238632" y="982498"/>
                </a:cubicBezTo>
                <a:cubicBezTo>
                  <a:pt x="225200" y="982498"/>
                  <a:pt x="214312" y="971610"/>
                  <a:pt x="214312" y="958178"/>
                </a:cubicBezTo>
                <a:cubicBezTo>
                  <a:pt x="214312" y="944746"/>
                  <a:pt x="225200" y="933858"/>
                  <a:pt x="238632" y="933858"/>
                </a:cubicBezTo>
                <a:close/>
                <a:moveTo>
                  <a:pt x="131476" y="933858"/>
                </a:moveTo>
                <a:cubicBezTo>
                  <a:pt x="144908" y="933858"/>
                  <a:pt x="155796" y="944746"/>
                  <a:pt x="155796" y="958178"/>
                </a:cubicBezTo>
                <a:cubicBezTo>
                  <a:pt x="155796" y="971610"/>
                  <a:pt x="144908" y="982498"/>
                  <a:pt x="131476" y="982498"/>
                </a:cubicBezTo>
                <a:cubicBezTo>
                  <a:pt x="118044" y="982498"/>
                  <a:pt x="107156" y="971610"/>
                  <a:pt x="107156" y="958178"/>
                </a:cubicBezTo>
                <a:cubicBezTo>
                  <a:pt x="107156" y="944746"/>
                  <a:pt x="118044" y="933858"/>
                  <a:pt x="131476" y="933858"/>
                </a:cubicBezTo>
                <a:close/>
                <a:moveTo>
                  <a:pt x="24320" y="933858"/>
                </a:moveTo>
                <a:cubicBezTo>
                  <a:pt x="37752" y="933858"/>
                  <a:pt x="48640" y="944746"/>
                  <a:pt x="48640" y="958178"/>
                </a:cubicBezTo>
                <a:cubicBezTo>
                  <a:pt x="48640" y="971610"/>
                  <a:pt x="37752" y="982498"/>
                  <a:pt x="24320" y="982498"/>
                </a:cubicBezTo>
                <a:cubicBezTo>
                  <a:pt x="10888" y="982498"/>
                  <a:pt x="0" y="971610"/>
                  <a:pt x="0" y="958178"/>
                </a:cubicBezTo>
                <a:cubicBezTo>
                  <a:pt x="0" y="944746"/>
                  <a:pt x="10888" y="933858"/>
                  <a:pt x="24320" y="933858"/>
                </a:cubicBezTo>
                <a:close/>
                <a:moveTo>
                  <a:pt x="452944" y="778215"/>
                </a:moveTo>
                <a:cubicBezTo>
                  <a:pt x="466376" y="778215"/>
                  <a:pt x="477264" y="789103"/>
                  <a:pt x="477264" y="802535"/>
                </a:cubicBezTo>
                <a:cubicBezTo>
                  <a:pt x="477264" y="815967"/>
                  <a:pt x="466376" y="826855"/>
                  <a:pt x="452944" y="826855"/>
                </a:cubicBezTo>
                <a:cubicBezTo>
                  <a:pt x="439512" y="826855"/>
                  <a:pt x="428624" y="815967"/>
                  <a:pt x="428624" y="802535"/>
                </a:cubicBezTo>
                <a:cubicBezTo>
                  <a:pt x="428624" y="789103"/>
                  <a:pt x="439512" y="778215"/>
                  <a:pt x="452944" y="778215"/>
                </a:cubicBezTo>
                <a:close/>
                <a:moveTo>
                  <a:pt x="345788" y="778215"/>
                </a:moveTo>
                <a:cubicBezTo>
                  <a:pt x="359220" y="778215"/>
                  <a:pt x="370108" y="789103"/>
                  <a:pt x="370108" y="802535"/>
                </a:cubicBezTo>
                <a:cubicBezTo>
                  <a:pt x="370108" y="815967"/>
                  <a:pt x="359220" y="826855"/>
                  <a:pt x="345788" y="826855"/>
                </a:cubicBezTo>
                <a:cubicBezTo>
                  <a:pt x="332356" y="826855"/>
                  <a:pt x="321468" y="815967"/>
                  <a:pt x="321468" y="802535"/>
                </a:cubicBezTo>
                <a:cubicBezTo>
                  <a:pt x="321468" y="789103"/>
                  <a:pt x="332356" y="778215"/>
                  <a:pt x="345788" y="778215"/>
                </a:cubicBezTo>
                <a:close/>
                <a:moveTo>
                  <a:pt x="238632" y="778215"/>
                </a:moveTo>
                <a:cubicBezTo>
                  <a:pt x="252064" y="778215"/>
                  <a:pt x="262952" y="789103"/>
                  <a:pt x="262952" y="802535"/>
                </a:cubicBezTo>
                <a:cubicBezTo>
                  <a:pt x="262952" y="815967"/>
                  <a:pt x="252064" y="826855"/>
                  <a:pt x="238632" y="826855"/>
                </a:cubicBezTo>
                <a:cubicBezTo>
                  <a:pt x="225200" y="826855"/>
                  <a:pt x="214312" y="815967"/>
                  <a:pt x="214312" y="802535"/>
                </a:cubicBezTo>
                <a:cubicBezTo>
                  <a:pt x="214312" y="789103"/>
                  <a:pt x="225200" y="778215"/>
                  <a:pt x="238632" y="778215"/>
                </a:cubicBezTo>
                <a:close/>
                <a:moveTo>
                  <a:pt x="131476" y="778215"/>
                </a:moveTo>
                <a:cubicBezTo>
                  <a:pt x="144908" y="778215"/>
                  <a:pt x="155796" y="789103"/>
                  <a:pt x="155796" y="802535"/>
                </a:cubicBezTo>
                <a:cubicBezTo>
                  <a:pt x="155796" y="815967"/>
                  <a:pt x="144908" y="826855"/>
                  <a:pt x="131476" y="826855"/>
                </a:cubicBezTo>
                <a:cubicBezTo>
                  <a:pt x="118044" y="826855"/>
                  <a:pt x="107156" y="815967"/>
                  <a:pt x="107156" y="802535"/>
                </a:cubicBezTo>
                <a:cubicBezTo>
                  <a:pt x="107156" y="789103"/>
                  <a:pt x="118044" y="778215"/>
                  <a:pt x="131476" y="778215"/>
                </a:cubicBezTo>
                <a:close/>
                <a:moveTo>
                  <a:pt x="24320" y="778215"/>
                </a:moveTo>
                <a:cubicBezTo>
                  <a:pt x="37752" y="778215"/>
                  <a:pt x="48640" y="789103"/>
                  <a:pt x="48640" y="802535"/>
                </a:cubicBezTo>
                <a:cubicBezTo>
                  <a:pt x="48640" y="815967"/>
                  <a:pt x="37752" y="826855"/>
                  <a:pt x="24320" y="826855"/>
                </a:cubicBezTo>
                <a:cubicBezTo>
                  <a:pt x="10888" y="826855"/>
                  <a:pt x="0" y="815967"/>
                  <a:pt x="0" y="802535"/>
                </a:cubicBezTo>
                <a:cubicBezTo>
                  <a:pt x="0" y="789103"/>
                  <a:pt x="10888" y="778215"/>
                  <a:pt x="24320" y="778215"/>
                </a:cubicBezTo>
                <a:close/>
                <a:moveTo>
                  <a:pt x="452944" y="622572"/>
                </a:moveTo>
                <a:cubicBezTo>
                  <a:pt x="466376" y="622572"/>
                  <a:pt x="477264" y="633460"/>
                  <a:pt x="477264" y="646892"/>
                </a:cubicBezTo>
                <a:cubicBezTo>
                  <a:pt x="477264" y="660324"/>
                  <a:pt x="466376" y="671212"/>
                  <a:pt x="452944" y="671212"/>
                </a:cubicBezTo>
                <a:cubicBezTo>
                  <a:pt x="439512" y="671212"/>
                  <a:pt x="428624" y="660324"/>
                  <a:pt x="428624" y="646892"/>
                </a:cubicBezTo>
                <a:cubicBezTo>
                  <a:pt x="428624" y="633460"/>
                  <a:pt x="439512" y="622572"/>
                  <a:pt x="452944" y="622572"/>
                </a:cubicBezTo>
                <a:close/>
                <a:moveTo>
                  <a:pt x="345788" y="622572"/>
                </a:moveTo>
                <a:cubicBezTo>
                  <a:pt x="359220" y="622572"/>
                  <a:pt x="370108" y="633460"/>
                  <a:pt x="370108" y="646892"/>
                </a:cubicBezTo>
                <a:cubicBezTo>
                  <a:pt x="370108" y="660324"/>
                  <a:pt x="359220" y="671212"/>
                  <a:pt x="345788" y="671212"/>
                </a:cubicBezTo>
                <a:cubicBezTo>
                  <a:pt x="332356" y="671212"/>
                  <a:pt x="321468" y="660324"/>
                  <a:pt x="321468" y="646892"/>
                </a:cubicBezTo>
                <a:cubicBezTo>
                  <a:pt x="321468" y="633460"/>
                  <a:pt x="332356" y="622572"/>
                  <a:pt x="345788" y="622572"/>
                </a:cubicBezTo>
                <a:close/>
                <a:moveTo>
                  <a:pt x="238632" y="622572"/>
                </a:moveTo>
                <a:cubicBezTo>
                  <a:pt x="252064" y="622572"/>
                  <a:pt x="262952" y="633460"/>
                  <a:pt x="262952" y="646892"/>
                </a:cubicBezTo>
                <a:cubicBezTo>
                  <a:pt x="262952" y="660324"/>
                  <a:pt x="252064" y="671212"/>
                  <a:pt x="238632" y="671212"/>
                </a:cubicBezTo>
                <a:cubicBezTo>
                  <a:pt x="225200" y="671212"/>
                  <a:pt x="214312" y="660324"/>
                  <a:pt x="214312" y="646892"/>
                </a:cubicBezTo>
                <a:cubicBezTo>
                  <a:pt x="214312" y="633460"/>
                  <a:pt x="225200" y="622572"/>
                  <a:pt x="238632" y="622572"/>
                </a:cubicBezTo>
                <a:close/>
                <a:moveTo>
                  <a:pt x="131476" y="622572"/>
                </a:moveTo>
                <a:cubicBezTo>
                  <a:pt x="144908" y="622572"/>
                  <a:pt x="155796" y="633460"/>
                  <a:pt x="155796" y="646892"/>
                </a:cubicBezTo>
                <a:cubicBezTo>
                  <a:pt x="155796" y="660324"/>
                  <a:pt x="144908" y="671212"/>
                  <a:pt x="131476" y="671212"/>
                </a:cubicBezTo>
                <a:cubicBezTo>
                  <a:pt x="118044" y="671212"/>
                  <a:pt x="107156" y="660324"/>
                  <a:pt x="107156" y="646892"/>
                </a:cubicBezTo>
                <a:cubicBezTo>
                  <a:pt x="107156" y="633460"/>
                  <a:pt x="118044" y="622572"/>
                  <a:pt x="131476" y="622572"/>
                </a:cubicBezTo>
                <a:close/>
                <a:moveTo>
                  <a:pt x="24320" y="622572"/>
                </a:moveTo>
                <a:cubicBezTo>
                  <a:pt x="37752" y="622572"/>
                  <a:pt x="48640" y="633460"/>
                  <a:pt x="48640" y="646892"/>
                </a:cubicBezTo>
                <a:cubicBezTo>
                  <a:pt x="48640" y="660324"/>
                  <a:pt x="37752" y="671212"/>
                  <a:pt x="24320" y="671212"/>
                </a:cubicBezTo>
                <a:cubicBezTo>
                  <a:pt x="10888" y="671212"/>
                  <a:pt x="0" y="660324"/>
                  <a:pt x="0" y="646892"/>
                </a:cubicBezTo>
                <a:cubicBezTo>
                  <a:pt x="0" y="633460"/>
                  <a:pt x="10888" y="622572"/>
                  <a:pt x="24320" y="622572"/>
                </a:cubicBezTo>
                <a:close/>
                <a:moveTo>
                  <a:pt x="24320" y="466929"/>
                </a:moveTo>
                <a:cubicBezTo>
                  <a:pt x="37752" y="466929"/>
                  <a:pt x="48640" y="477817"/>
                  <a:pt x="48640" y="491249"/>
                </a:cubicBezTo>
                <a:cubicBezTo>
                  <a:pt x="48640" y="504681"/>
                  <a:pt x="37752" y="515569"/>
                  <a:pt x="24320" y="515569"/>
                </a:cubicBezTo>
                <a:cubicBezTo>
                  <a:pt x="10888" y="515569"/>
                  <a:pt x="0" y="504681"/>
                  <a:pt x="0" y="491249"/>
                </a:cubicBezTo>
                <a:cubicBezTo>
                  <a:pt x="0" y="477817"/>
                  <a:pt x="10888" y="466929"/>
                  <a:pt x="24320" y="466929"/>
                </a:cubicBezTo>
                <a:close/>
                <a:moveTo>
                  <a:pt x="131476" y="466929"/>
                </a:moveTo>
                <a:cubicBezTo>
                  <a:pt x="144908" y="466929"/>
                  <a:pt x="155796" y="477817"/>
                  <a:pt x="155796" y="491249"/>
                </a:cubicBezTo>
                <a:cubicBezTo>
                  <a:pt x="155796" y="504681"/>
                  <a:pt x="144908" y="515569"/>
                  <a:pt x="131476" y="515569"/>
                </a:cubicBezTo>
                <a:cubicBezTo>
                  <a:pt x="118044" y="515569"/>
                  <a:pt x="107156" y="504681"/>
                  <a:pt x="107156" y="491249"/>
                </a:cubicBezTo>
                <a:cubicBezTo>
                  <a:pt x="107156" y="477817"/>
                  <a:pt x="118044" y="466929"/>
                  <a:pt x="131476" y="466929"/>
                </a:cubicBezTo>
                <a:close/>
                <a:moveTo>
                  <a:pt x="238632" y="466929"/>
                </a:moveTo>
                <a:cubicBezTo>
                  <a:pt x="252064" y="466929"/>
                  <a:pt x="262952" y="477817"/>
                  <a:pt x="262952" y="491249"/>
                </a:cubicBezTo>
                <a:cubicBezTo>
                  <a:pt x="262952" y="504681"/>
                  <a:pt x="252064" y="515569"/>
                  <a:pt x="238632" y="515569"/>
                </a:cubicBezTo>
                <a:cubicBezTo>
                  <a:pt x="225200" y="515569"/>
                  <a:pt x="214312" y="504681"/>
                  <a:pt x="214312" y="491249"/>
                </a:cubicBezTo>
                <a:cubicBezTo>
                  <a:pt x="214312" y="477817"/>
                  <a:pt x="225200" y="466929"/>
                  <a:pt x="238632" y="466929"/>
                </a:cubicBezTo>
                <a:close/>
                <a:moveTo>
                  <a:pt x="345788" y="466929"/>
                </a:moveTo>
                <a:cubicBezTo>
                  <a:pt x="359220" y="466929"/>
                  <a:pt x="370108" y="477817"/>
                  <a:pt x="370108" y="491249"/>
                </a:cubicBezTo>
                <a:cubicBezTo>
                  <a:pt x="370108" y="504681"/>
                  <a:pt x="359220" y="515569"/>
                  <a:pt x="345788" y="515569"/>
                </a:cubicBezTo>
                <a:cubicBezTo>
                  <a:pt x="332356" y="515569"/>
                  <a:pt x="321468" y="504681"/>
                  <a:pt x="321468" y="491249"/>
                </a:cubicBezTo>
                <a:cubicBezTo>
                  <a:pt x="321468" y="477817"/>
                  <a:pt x="332356" y="466929"/>
                  <a:pt x="345788" y="466929"/>
                </a:cubicBezTo>
                <a:close/>
                <a:moveTo>
                  <a:pt x="452944" y="466929"/>
                </a:moveTo>
                <a:cubicBezTo>
                  <a:pt x="466376" y="466929"/>
                  <a:pt x="477264" y="477817"/>
                  <a:pt x="477264" y="491249"/>
                </a:cubicBezTo>
                <a:cubicBezTo>
                  <a:pt x="477264" y="504681"/>
                  <a:pt x="466376" y="515569"/>
                  <a:pt x="452944" y="515569"/>
                </a:cubicBezTo>
                <a:cubicBezTo>
                  <a:pt x="439512" y="515569"/>
                  <a:pt x="428624" y="504681"/>
                  <a:pt x="428624" y="491249"/>
                </a:cubicBezTo>
                <a:cubicBezTo>
                  <a:pt x="428624" y="477817"/>
                  <a:pt x="439512" y="466929"/>
                  <a:pt x="452944" y="466929"/>
                </a:cubicBezTo>
                <a:close/>
                <a:moveTo>
                  <a:pt x="24320" y="311287"/>
                </a:moveTo>
                <a:cubicBezTo>
                  <a:pt x="37752" y="311287"/>
                  <a:pt x="48640" y="322175"/>
                  <a:pt x="48640" y="335607"/>
                </a:cubicBezTo>
                <a:cubicBezTo>
                  <a:pt x="48640" y="349038"/>
                  <a:pt x="37752" y="359926"/>
                  <a:pt x="24320" y="359926"/>
                </a:cubicBezTo>
                <a:cubicBezTo>
                  <a:pt x="10888" y="359926"/>
                  <a:pt x="0" y="349038"/>
                  <a:pt x="0" y="335607"/>
                </a:cubicBezTo>
                <a:cubicBezTo>
                  <a:pt x="0" y="322175"/>
                  <a:pt x="10888" y="311287"/>
                  <a:pt x="24320" y="311287"/>
                </a:cubicBezTo>
                <a:close/>
                <a:moveTo>
                  <a:pt x="131476" y="311286"/>
                </a:moveTo>
                <a:cubicBezTo>
                  <a:pt x="144908" y="311286"/>
                  <a:pt x="155796" y="322174"/>
                  <a:pt x="155796" y="335606"/>
                </a:cubicBezTo>
                <a:cubicBezTo>
                  <a:pt x="155796" y="349038"/>
                  <a:pt x="144908" y="359926"/>
                  <a:pt x="131476" y="359926"/>
                </a:cubicBezTo>
                <a:cubicBezTo>
                  <a:pt x="118044" y="359926"/>
                  <a:pt x="107156" y="349038"/>
                  <a:pt x="107156" y="335606"/>
                </a:cubicBezTo>
                <a:cubicBezTo>
                  <a:pt x="107156" y="322174"/>
                  <a:pt x="118044" y="311286"/>
                  <a:pt x="131476" y="311286"/>
                </a:cubicBezTo>
                <a:close/>
                <a:moveTo>
                  <a:pt x="238632" y="311286"/>
                </a:moveTo>
                <a:cubicBezTo>
                  <a:pt x="252064" y="311286"/>
                  <a:pt x="262952" y="322174"/>
                  <a:pt x="262952" y="335606"/>
                </a:cubicBezTo>
                <a:cubicBezTo>
                  <a:pt x="262952" y="349038"/>
                  <a:pt x="252064" y="359926"/>
                  <a:pt x="238632" y="359926"/>
                </a:cubicBezTo>
                <a:cubicBezTo>
                  <a:pt x="225200" y="359926"/>
                  <a:pt x="214312" y="349038"/>
                  <a:pt x="214312" y="335606"/>
                </a:cubicBezTo>
                <a:cubicBezTo>
                  <a:pt x="214312" y="322174"/>
                  <a:pt x="225200" y="311286"/>
                  <a:pt x="238632" y="311286"/>
                </a:cubicBezTo>
                <a:close/>
                <a:moveTo>
                  <a:pt x="345788" y="311286"/>
                </a:moveTo>
                <a:cubicBezTo>
                  <a:pt x="359220" y="311286"/>
                  <a:pt x="370108" y="322174"/>
                  <a:pt x="370108" y="335606"/>
                </a:cubicBezTo>
                <a:cubicBezTo>
                  <a:pt x="370108" y="349038"/>
                  <a:pt x="359220" y="359926"/>
                  <a:pt x="345788" y="359926"/>
                </a:cubicBezTo>
                <a:cubicBezTo>
                  <a:pt x="332356" y="359926"/>
                  <a:pt x="321468" y="349038"/>
                  <a:pt x="321468" y="335606"/>
                </a:cubicBezTo>
                <a:cubicBezTo>
                  <a:pt x="321468" y="322174"/>
                  <a:pt x="332356" y="311286"/>
                  <a:pt x="345788" y="311286"/>
                </a:cubicBezTo>
                <a:close/>
                <a:moveTo>
                  <a:pt x="452944" y="311286"/>
                </a:moveTo>
                <a:cubicBezTo>
                  <a:pt x="466376" y="311286"/>
                  <a:pt x="477264" y="322174"/>
                  <a:pt x="477264" y="335606"/>
                </a:cubicBezTo>
                <a:cubicBezTo>
                  <a:pt x="477264" y="349038"/>
                  <a:pt x="466376" y="359926"/>
                  <a:pt x="452944" y="359926"/>
                </a:cubicBezTo>
                <a:cubicBezTo>
                  <a:pt x="439512" y="359926"/>
                  <a:pt x="428624" y="349038"/>
                  <a:pt x="428624" y="335606"/>
                </a:cubicBezTo>
                <a:cubicBezTo>
                  <a:pt x="428624" y="322174"/>
                  <a:pt x="439512" y="311286"/>
                  <a:pt x="452944" y="311286"/>
                </a:cubicBezTo>
                <a:close/>
                <a:moveTo>
                  <a:pt x="24320" y="155643"/>
                </a:moveTo>
                <a:cubicBezTo>
                  <a:pt x="37752" y="155643"/>
                  <a:pt x="48640" y="166531"/>
                  <a:pt x="48640" y="179963"/>
                </a:cubicBezTo>
                <a:cubicBezTo>
                  <a:pt x="48640" y="193395"/>
                  <a:pt x="37752" y="204283"/>
                  <a:pt x="24320" y="204283"/>
                </a:cubicBezTo>
                <a:cubicBezTo>
                  <a:pt x="10888" y="204283"/>
                  <a:pt x="0" y="193395"/>
                  <a:pt x="0" y="179963"/>
                </a:cubicBezTo>
                <a:cubicBezTo>
                  <a:pt x="0" y="166531"/>
                  <a:pt x="10888" y="155643"/>
                  <a:pt x="24320" y="155643"/>
                </a:cubicBezTo>
                <a:close/>
                <a:moveTo>
                  <a:pt x="131476" y="155643"/>
                </a:moveTo>
                <a:cubicBezTo>
                  <a:pt x="144908" y="155643"/>
                  <a:pt x="155796" y="166531"/>
                  <a:pt x="155796" y="179963"/>
                </a:cubicBezTo>
                <a:cubicBezTo>
                  <a:pt x="155796" y="193395"/>
                  <a:pt x="144908" y="204283"/>
                  <a:pt x="131476" y="204283"/>
                </a:cubicBezTo>
                <a:cubicBezTo>
                  <a:pt x="118044" y="204283"/>
                  <a:pt x="107156" y="193395"/>
                  <a:pt x="107156" y="179963"/>
                </a:cubicBezTo>
                <a:cubicBezTo>
                  <a:pt x="107156" y="166531"/>
                  <a:pt x="118044" y="155643"/>
                  <a:pt x="131476" y="155643"/>
                </a:cubicBezTo>
                <a:close/>
                <a:moveTo>
                  <a:pt x="238632" y="155643"/>
                </a:moveTo>
                <a:cubicBezTo>
                  <a:pt x="252064" y="155643"/>
                  <a:pt x="262952" y="166531"/>
                  <a:pt x="262952" y="179963"/>
                </a:cubicBezTo>
                <a:cubicBezTo>
                  <a:pt x="262952" y="193395"/>
                  <a:pt x="252064" y="204283"/>
                  <a:pt x="238632" y="204283"/>
                </a:cubicBezTo>
                <a:cubicBezTo>
                  <a:pt x="225200" y="204283"/>
                  <a:pt x="214312" y="193395"/>
                  <a:pt x="214312" y="179963"/>
                </a:cubicBezTo>
                <a:cubicBezTo>
                  <a:pt x="214312" y="166531"/>
                  <a:pt x="225200" y="155643"/>
                  <a:pt x="238632" y="155643"/>
                </a:cubicBezTo>
                <a:close/>
                <a:moveTo>
                  <a:pt x="345788" y="155643"/>
                </a:moveTo>
                <a:cubicBezTo>
                  <a:pt x="359220" y="155643"/>
                  <a:pt x="370108" y="166531"/>
                  <a:pt x="370108" y="179963"/>
                </a:cubicBezTo>
                <a:cubicBezTo>
                  <a:pt x="370108" y="193395"/>
                  <a:pt x="359220" y="204283"/>
                  <a:pt x="345788" y="204283"/>
                </a:cubicBezTo>
                <a:cubicBezTo>
                  <a:pt x="332356" y="204283"/>
                  <a:pt x="321468" y="193395"/>
                  <a:pt x="321468" y="179963"/>
                </a:cubicBezTo>
                <a:cubicBezTo>
                  <a:pt x="321468" y="166531"/>
                  <a:pt x="332356" y="155643"/>
                  <a:pt x="345788" y="155643"/>
                </a:cubicBezTo>
                <a:close/>
                <a:moveTo>
                  <a:pt x="452944" y="155643"/>
                </a:moveTo>
                <a:cubicBezTo>
                  <a:pt x="466376" y="155643"/>
                  <a:pt x="477264" y="166531"/>
                  <a:pt x="477264" y="179963"/>
                </a:cubicBezTo>
                <a:cubicBezTo>
                  <a:pt x="477264" y="193395"/>
                  <a:pt x="466376" y="204283"/>
                  <a:pt x="452944" y="204283"/>
                </a:cubicBezTo>
                <a:cubicBezTo>
                  <a:pt x="439512" y="204283"/>
                  <a:pt x="428624" y="193395"/>
                  <a:pt x="428624" y="179963"/>
                </a:cubicBezTo>
                <a:cubicBezTo>
                  <a:pt x="428624" y="166531"/>
                  <a:pt x="439512" y="155643"/>
                  <a:pt x="452944" y="155643"/>
                </a:cubicBezTo>
                <a:close/>
                <a:moveTo>
                  <a:pt x="452944" y="0"/>
                </a:moveTo>
                <a:cubicBezTo>
                  <a:pt x="466376" y="0"/>
                  <a:pt x="477264" y="10888"/>
                  <a:pt x="477264" y="24320"/>
                </a:cubicBezTo>
                <a:cubicBezTo>
                  <a:pt x="477264" y="37752"/>
                  <a:pt x="466376" y="48640"/>
                  <a:pt x="452944" y="48640"/>
                </a:cubicBezTo>
                <a:cubicBezTo>
                  <a:pt x="439512" y="48640"/>
                  <a:pt x="428624" y="37752"/>
                  <a:pt x="428624" y="24320"/>
                </a:cubicBezTo>
                <a:cubicBezTo>
                  <a:pt x="428624" y="10888"/>
                  <a:pt x="439512" y="0"/>
                  <a:pt x="452944" y="0"/>
                </a:cubicBezTo>
                <a:close/>
                <a:moveTo>
                  <a:pt x="345788" y="0"/>
                </a:moveTo>
                <a:cubicBezTo>
                  <a:pt x="359220" y="0"/>
                  <a:pt x="370108" y="10888"/>
                  <a:pt x="370108" y="24320"/>
                </a:cubicBezTo>
                <a:cubicBezTo>
                  <a:pt x="370108" y="37752"/>
                  <a:pt x="359220" y="48640"/>
                  <a:pt x="345788" y="48640"/>
                </a:cubicBezTo>
                <a:cubicBezTo>
                  <a:pt x="332356" y="48640"/>
                  <a:pt x="321468" y="37752"/>
                  <a:pt x="321468" y="24320"/>
                </a:cubicBezTo>
                <a:cubicBezTo>
                  <a:pt x="321468" y="10888"/>
                  <a:pt x="332356" y="0"/>
                  <a:pt x="345788" y="0"/>
                </a:cubicBezTo>
                <a:close/>
                <a:moveTo>
                  <a:pt x="238632" y="0"/>
                </a:moveTo>
                <a:cubicBezTo>
                  <a:pt x="252064" y="0"/>
                  <a:pt x="262952" y="10888"/>
                  <a:pt x="262952" y="24320"/>
                </a:cubicBezTo>
                <a:cubicBezTo>
                  <a:pt x="262952" y="37752"/>
                  <a:pt x="252064" y="48640"/>
                  <a:pt x="238632" y="48640"/>
                </a:cubicBezTo>
                <a:cubicBezTo>
                  <a:pt x="225200" y="48640"/>
                  <a:pt x="214312" y="37752"/>
                  <a:pt x="214312" y="24320"/>
                </a:cubicBezTo>
                <a:cubicBezTo>
                  <a:pt x="214312" y="10888"/>
                  <a:pt x="225200" y="0"/>
                  <a:pt x="238632" y="0"/>
                </a:cubicBezTo>
                <a:close/>
                <a:moveTo>
                  <a:pt x="131476" y="0"/>
                </a:moveTo>
                <a:cubicBezTo>
                  <a:pt x="144908" y="0"/>
                  <a:pt x="155796" y="10888"/>
                  <a:pt x="155796" y="24320"/>
                </a:cubicBezTo>
                <a:cubicBezTo>
                  <a:pt x="155796" y="37752"/>
                  <a:pt x="144908" y="48640"/>
                  <a:pt x="131476" y="48640"/>
                </a:cubicBezTo>
                <a:cubicBezTo>
                  <a:pt x="118044" y="48640"/>
                  <a:pt x="107156" y="37752"/>
                  <a:pt x="107156" y="24320"/>
                </a:cubicBezTo>
                <a:cubicBezTo>
                  <a:pt x="107156" y="10888"/>
                  <a:pt x="118044" y="0"/>
                  <a:pt x="131476" y="0"/>
                </a:cubicBezTo>
                <a:close/>
                <a:moveTo>
                  <a:pt x="24320" y="0"/>
                </a:moveTo>
                <a:cubicBezTo>
                  <a:pt x="37752" y="0"/>
                  <a:pt x="48640" y="10888"/>
                  <a:pt x="48640" y="24320"/>
                </a:cubicBezTo>
                <a:cubicBezTo>
                  <a:pt x="48640" y="37752"/>
                  <a:pt x="37752" y="48640"/>
                  <a:pt x="24320" y="48640"/>
                </a:cubicBezTo>
                <a:cubicBezTo>
                  <a:pt x="10888" y="48640"/>
                  <a:pt x="0" y="37752"/>
                  <a:pt x="0" y="24320"/>
                </a:cubicBezTo>
                <a:cubicBezTo>
                  <a:pt x="0" y="10888"/>
                  <a:pt x="10888" y="0"/>
                  <a:pt x="24320" y="0"/>
                </a:cubicBezTo>
                <a:close/>
              </a:path>
            </a:pathLst>
          </a:cu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sp>
        <p:nvSpPr>
          <p:cNvPr id="27" name="矩形 26"/>
          <p:cNvSpPr/>
          <p:nvPr/>
        </p:nvSpPr>
        <p:spPr>
          <a:xfrm>
            <a:off x="11933555" y="543560"/>
            <a:ext cx="258445" cy="111760"/>
          </a:xfrm>
          <a:prstGeom prst="rect">
            <a:avLst/>
          </a:prstGeom>
          <a:solidFill>
            <a:srgbClr val="62EFF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lumMod val="85000"/>
                  <a:lumOff val="15000"/>
                </a:schemeClr>
              </a:solidFill>
            </a:endParaRPr>
          </a:p>
        </p:txBody>
      </p:sp>
      <p:grpSp>
        <p:nvGrpSpPr>
          <p:cNvPr id="10" name="组合 9"/>
          <p:cNvGrpSpPr/>
          <p:nvPr/>
        </p:nvGrpSpPr>
        <p:grpSpPr>
          <a:xfrm>
            <a:off x="284882" y="241573"/>
            <a:ext cx="6998335" cy="626543"/>
            <a:chOff x="284882" y="285115"/>
            <a:chExt cx="6998335" cy="626543"/>
          </a:xfrm>
        </p:grpSpPr>
        <p:sp>
          <p:nvSpPr>
            <p:cNvPr id="21" name="文本框 20"/>
            <p:cNvSpPr txBox="1"/>
            <p:nvPr/>
          </p:nvSpPr>
          <p:spPr>
            <a:xfrm>
              <a:off x="831617" y="285115"/>
              <a:ext cx="6451600" cy="583565"/>
            </a:xfrm>
            <a:prstGeom prst="rect">
              <a:avLst/>
            </a:prstGeom>
            <a:noFill/>
          </p:spPr>
          <p:txBody>
            <a:bodyPr wrap="square" rtlCol="0">
              <a:spAutoFit/>
            </a:bodyPr>
            <a:lstStyle/>
            <a:p>
              <a:r>
                <a:rPr lang="zh-CN" altLang="en-US" sz="3200" dirty="0">
                  <a:solidFill>
                    <a:schemeClr val="tx1">
                      <a:lumMod val="85000"/>
                      <a:lumOff val="15000"/>
                    </a:schemeClr>
                  </a:solidFill>
                  <a:latin typeface="报隶-简" panose="02010600040101010101" charset="-122"/>
                  <a:ea typeface="报隶-简" panose="02010600040101010101" charset="-122"/>
                  <a:cs typeface="+mn-ea"/>
                  <a:sym typeface="+mn-lt"/>
                </a:rPr>
                <a:t>现状分析</a:t>
              </a:r>
              <a:r>
                <a:rPr lang="en-US" altLang="zh-CN" sz="3200" dirty="0">
                  <a:solidFill>
                    <a:schemeClr val="tx1">
                      <a:lumMod val="85000"/>
                      <a:lumOff val="15000"/>
                    </a:schemeClr>
                  </a:solidFill>
                  <a:latin typeface="报隶-简" panose="02010600040101010101" charset="-122"/>
                  <a:ea typeface="报隶-简" panose="02010600040101010101" charset="-122"/>
                  <a:cs typeface="+mn-ea"/>
                  <a:sym typeface="+mn-lt"/>
                </a:rPr>
                <a:t>-</a:t>
              </a:r>
              <a:r>
                <a:rPr lang="en-US" altLang="zh-CN" sz="3200" dirty="0">
                  <a:solidFill>
                    <a:schemeClr val="tx1">
                      <a:lumMod val="85000"/>
                      <a:lumOff val="15000"/>
                    </a:schemeClr>
                  </a:solidFill>
                  <a:latin typeface="报隶-简" panose="02010600040101010101" charset="-122"/>
                  <a:ea typeface="报隶-简" panose="02010600040101010101" charset="-122"/>
                  <a:cs typeface="+mn-ea"/>
                  <a:sym typeface="+mn-lt"/>
                </a:rPr>
                <a:t>Google Refine-</a:t>
              </a:r>
              <a:r>
                <a:rPr lang="zh-CN" altLang="en-US" sz="3200" dirty="0">
                  <a:solidFill>
                    <a:schemeClr val="tx1">
                      <a:lumMod val="85000"/>
                      <a:lumOff val="15000"/>
                    </a:schemeClr>
                  </a:solidFill>
                  <a:latin typeface="报隶-简" panose="02010600040101010101" charset="-122"/>
                  <a:ea typeface="报隶-简" panose="02010600040101010101" charset="-122"/>
                  <a:cs typeface="+mn-ea"/>
                  <a:sym typeface="+mn-lt"/>
                </a:rPr>
                <a:t>数据清</a:t>
              </a:r>
              <a:r>
                <a:rPr lang="zh-CN" altLang="en-US" sz="3200" dirty="0">
                  <a:solidFill>
                    <a:schemeClr val="tx1">
                      <a:lumMod val="85000"/>
                      <a:lumOff val="15000"/>
                    </a:schemeClr>
                  </a:solidFill>
                  <a:latin typeface="报隶-简" panose="02010600040101010101" charset="-122"/>
                  <a:ea typeface="报隶-简" panose="02010600040101010101" charset="-122"/>
                  <a:cs typeface="+mn-ea"/>
                  <a:sym typeface="+mn-lt"/>
                </a:rPr>
                <a:t>洗</a:t>
              </a:r>
              <a:endParaRPr lang="zh-CN" altLang="en-US" sz="3200" dirty="0">
                <a:solidFill>
                  <a:schemeClr val="tx1">
                    <a:lumMod val="85000"/>
                    <a:lumOff val="15000"/>
                  </a:schemeClr>
                </a:solidFill>
                <a:latin typeface="报隶-简" panose="02010600040101010101" charset="-122"/>
                <a:ea typeface="报隶-简" panose="02010600040101010101" charset="-122"/>
                <a:cs typeface="+mn-ea"/>
                <a:sym typeface="+mn-lt"/>
              </a:endParaRPr>
            </a:p>
          </p:txBody>
        </p:sp>
        <p:grpSp>
          <p:nvGrpSpPr>
            <p:cNvPr id="13" name="组合 12"/>
            <p:cNvGrpSpPr/>
            <p:nvPr/>
          </p:nvGrpSpPr>
          <p:grpSpPr>
            <a:xfrm>
              <a:off x="284882" y="369226"/>
              <a:ext cx="542432" cy="542432"/>
              <a:chOff x="4058577" y="4375150"/>
              <a:chExt cx="1384300" cy="1384300"/>
            </a:xfrm>
          </p:grpSpPr>
          <p:sp>
            <p:nvSpPr>
              <p:cNvPr id="9" name="椭圆 8"/>
              <p:cNvSpPr/>
              <p:nvPr/>
            </p:nvSpPr>
            <p:spPr>
              <a:xfrm>
                <a:off x="4058577" y="4375150"/>
                <a:ext cx="1384300" cy="1384300"/>
              </a:xfrm>
              <a:prstGeom prst="ellipse">
                <a:avLst/>
              </a:prstGeom>
              <a:gradFill flip="none" rotWithShape="1">
                <a:gsLst>
                  <a:gs pos="38000">
                    <a:srgbClr val="62EFFE"/>
                  </a:gs>
                  <a:gs pos="90000">
                    <a:srgbClr val="02ECFE"/>
                  </a:gs>
                </a:gsLst>
                <a:lin ang="54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a:solidFill>
                    <a:schemeClr val="tx1">
                      <a:lumMod val="85000"/>
                      <a:lumOff val="15000"/>
                    </a:schemeClr>
                  </a:solidFill>
                  <a:latin typeface="思源黑体 CN Bold" panose="020B0800000000000000" pitchFamily="34" charset="-122"/>
                  <a:ea typeface="思源黑体 CN Bold" panose="020B0800000000000000" pitchFamily="34" charset="-122"/>
                  <a:cs typeface="+mn-ea"/>
                </a:endParaRPr>
              </a:p>
            </p:txBody>
          </p:sp>
          <p:pic>
            <p:nvPicPr>
              <p:cNvPr id="11" name="图片 10"/>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4311650" y="4619625"/>
                <a:ext cx="889000" cy="889000"/>
              </a:xfrm>
              <a:prstGeom prst="rect">
                <a:avLst/>
              </a:prstGeom>
            </p:spPr>
          </p:pic>
        </p:grpSp>
      </p:grpSp>
      <p:sp>
        <p:nvSpPr>
          <p:cNvPr id="12" name="文本框 11"/>
          <p:cNvSpPr txBox="1"/>
          <p:nvPr/>
        </p:nvSpPr>
        <p:spPr>
          <a:xfrm>
            <a:off x="9031605" y="569557"/>
            <a:ext cx="2705562" cy="337185"/>
          </a:xfrm>
          <a:prstGeom prst="rect">
            <a:avLst/>
          </a:prstGeom>
          <a:noFill/>
        </p:spPr>
        <p:txBody>
          <a:bodyPr wrap="square" rtlCol="0">
            <a:spAutoFit/>
          </a:bodyPr>
          <a:p>
            <a:pPr algn="dist"/>
            <a:r>
              <a:rPr lang="zh-CN" altLang="en-US" sz="1600" b="1" dirty="0">
                <a:solidFill>
                  <a:schemeClr val="tx1"/>
                </a:solidFill>
                <a:latin typeface="思源黑体 CN Normal" panose="020B0400000000000000" pitchFamily="34" charset="-122"/>
                <a:ea typeface="思源黑体 CN Normal" panose="020B0400000000000000" pitchFamily="34" charset="-122"/>
                <a:cs typeface="+mn-ea"/>
                <a:sym typeface="+mn-lt"/>
              </a:rPr>
              <a:t>20</a:t>
            </a:r>
            <a:r>
              <a:rPr lang="en-US" altLang="zh-CN" sz="1600" b="1" dirty="0">
                <a:solidFill>
                  <a:schemeClr val="tx1"/>
                </a:solidFill>
                <a:latin typeface="思源黑体 CN Normal" panose="020B0400000000000000" pitchFamily="34" charset="-122"/>
                <a:ea typeface="思源黑体 CN Normal" panose="020B0400000000000000" pitchFamily="34" charset="-122"/>
                <a:cs typeface="+mn-ea"/>
                <a:sym typeface="+mn-lt"/>
              </a:rPr>
              <a:t>23Google</a:t>
            </a:r>
            <a:r>
              <a:rPr lang="zh-CN" altLang="en-US" sz="1600" b="1" dirty="0">
                <a:solidFill>
                  <a:schemeClr val="tx1"/>
                </a:solidFill>
                <a:latin typeface="思源黑体 CN Normal" panose="020B0400000000000000" pitchFamily="34" charset="-122"/>
                <a:ea typeface="思源黑体 CN Normal" panose="020B0400000000000000" pitchFamily="34" charset="-122"/>
                <a:cs typeface="+mn-ea"/>
                <a:sym typeface="+mn-lt"/>
              </a:rPr>
              <a:t>开发者大会</a:t>
            </a:r>
            <a:endParaRPr lang="zh-CN" altLang="en-US" sz="1600" b="1" dirty="0">
              <a:solidFill>
                <a:schemeClr val="tx1"/>
              </a:solidFill>
              <a:latin typeface="思源黑体 CN Normal" panose="020B0400000000000000" pitchFamily="34" charset="-122"/>
              <a:ea typeface="思源黑体 CN Normal" panose="020B0400000000000000" pitchFamily="34" charset="-122"/>
              <a:cs typeface="+mn-ea"/>
              <a:sym typeface="+mn-lt"/>
            </a:endParaRPr>
          </a:p>
        </p:txBody>
      </p:sp>
      <p:graphicFrame>
        <p:nvGraphicFramePr>
          <p:cNvPr id="75" name="表格 74"/>
          <p:cNvGraphicFramePr/>
          <p:nvPr>
            <p:custDataLst>
              <p:tags r:id="rId2"/>
            </p:custDataLst>
          </p:nvPr>
        </p:nvGraphicFramePr>
        <p:xfrm>
          <a:off x="5647690" y="1775460"/>
          <a:ext cx="1300480" cy="2108200"/>
        </p:xfrm>
        <a:graphic>
          <a:graphicData uri="http://schemas.openxmlformats.org/drawingml/2006/table">
            <a:tbl>
              <a:tblPr firstRow="1" bandRow="1">
                <a:tableStyleId>{5C22544A-7EE6-4342-B048-85BDC9FD1C3A}</a:tableStyleId>
              </a:tblPr>
              <a:tblGrid>
                <a:gridCol w="650240"/>
                <a:gridCol w="650240"/>
              </a:tblGrid>
              <a:tr h="515620">
                <a:tc>
                  <a:txBody>
                    <a:bodyPr/>
                    <a:p>
                      <a:pPr indent="0" algn="ctr">
                        <a:lnSpc>
                          <a:spcPct val="300000"/>
                        </a:lnSpc>
                        <a:buNone/>
                      </a:pPr>
                      <a:r>
                        <a:rPr lang="en-US" sz="1000" b="0">
                          <a:solidFill>
                            <a:srgbClr val="000000"/>
                          </a:solidFill>
                          <a:latin typeface="宋体" pitchFamily="2" charset="-122"/>
                        </a:rPr>
                        <a:t>&lt;0.10</a:t>
                      </a:r>
                      <a:endParaRPr lang="en-US" altLang="en-US" sz="1000" b="0">
                        <a:solidFill>
                          <a:srgbClr val="000000"/>
                        </a:solidFill>
                        <a:latin typeface="宋体" pitchFamily="2" charset="-122"/>
                      </a:endParaRPr>
                    </a:p>
                  </a:txBody>
                  <a:tcPr marL="12700" marR="12700" marT="12700" vert="horz" anchor="b"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chemeClr val="accent2"/>
                    </a:solidFill>
                  </a:tcPr>
                </a:tc>
                <a:tc>
                  <a:txBody>
                    <a:bodyPr/>
                    <a:p>
                      <a:pPr indent="0" algn="ctr">
                        <a:lnSpc>
                          <a:spcPct val="300000"/>
                        </a:lnSpc>
                        <a:buNone/>
                      </a:pPr>
                      <a:r>
                        <a:rPr lang="en-US" altLang="en-US" sz="1000" b="0">
                          <a:solidFill>
                            <a:srgbClr val="000000"/>
                          </a:solidFill>
                          <a:latin typeface="宋体" pitchFamily="2" charset="-122"/>
                        </a:rPr>
                        <a:t>0.10</a:t>
                      </a:r>
                      <a:endParaRPr lang="en-US" altLang="en-US" sz="1000" b="0">
                        <a:solidFill>
                          <a:srgbClr val="000000"/>
                        </a:solidFill>
                        <a:latin typeface="宋体" pitchFamily="2" charset="-122"/>
                      </a:endParaRPr>
                    </a:p>
                  </a:txBody>
                  <a:tcPr marL="12700" marR="12700" marT="12700" vert="horz" anchor="b"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chemeClr val="accent6"/>
                    </a:solidFill>
                  </a:tcPr>
                </a:tc>
              </a:tr>
              <a:tr h="0">
                <a:tc>
                  <a:txBody>
                    <a:bodyPr/>
                    <a:p>
                      <a:pPr indent="0" algn="ctr">
                        <a:lnSpc>
                          <a:spcPct val="300000"/>
                        </a:lnSpc>
                        <a:buNone/>
                      </a:pPr>
                      <a:r>
                        <a:rPr lang="en-US" altLang="en-US" sz="1000" b="0">
                          <a:solidFill>
                            <a:srgbClr val="000000"/>
                          </a:solidFill>
                          <a:latin typeface="宋体" pitchFamily="2" charset="-122"/>
                        </a:rPr>
                        <a:t>0.123 阴性</a:t>
                      </a:r>
                      <a:endParaRPr lang="en-US" altLang="en-US" sz="1000" b="0">
                        <a:solidFill>
                          <a:srgbClr val="000000"/>
                        </a:solidFill>
                        <a:latin typeface="宋体" pitchFamily="2" charset="-122"/>
                      </a:endParaRPr>
                    </a:p>
                  </a:txBody>
                  <a:tcPr marL="12700" marR="12700" marT="12700" vert="horz" anchor="b"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chemeClr val="accent2"/>
                    </a:solidFill>
                  </a:tcPr>
                </a:tc>
                <a:tc>
                  <a:txBody>
                    <a:bodyPr/>
                    <a:p>
                      <a:pPr indent="0" algn="ctr">
                        <a:lnSpc>
                          <a:spcPct val="300000"/>
                        </a:lnSpc>
                        <a:buNone/>
                      </a:pPr>
                      <a:r>
                        <a:rPr lang="en-US" altLang="en-US" sz="1000">
                          <a:solidFill>
                            <a:srgbClr val="000000"/>
                          </a:solidFill>
                          <a:latin typeface="宋体" pitchFamily="2" charset="-122"/>
                          <a:sym typeface="+mn-ea"/>
                        </a:rPr>
                        <a:t>0.123</a:t>
                      </a:r>
                      <a:endParaRPr lang="en-US" altLang="en-US" sz="1000" b="0">
                        <a:solidFill>
                          <a:srgbClr val="000000"/>
                        </a:solidFill>
                        <a:latin typeface="宋体" pitchFamily="2" charset="-122"/>
                        <a:sym typeface="+mn-ea"/>
                      </a:endParaRPr>
                    </a:p>
                  </a:txBody>
                  <a:tcPr marL="12700" marR="12700" marT="12700" vert="horz" anchor="b"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chemeClr val="accent6"/>
                    </a:solidFill>
                  </a:tcPr>
                </a:tc>
              </a:tr>
              <a:tr h="0">
                <a:tc>
                  <a:txBody>
                    <a:bodyPr/>
                    <a:p>
                      <a:pPr indent="0" algn="ctr">
                        <a:lnSpc>
                          <a:spcPct val="300000"/>
                        </a:lnSpc>
                        <a:buNone/>
                      </a:pPr>
                      <a:r>
                        <a:rPr lang="en-US" altLang="en-US" sz="1000" b="0">
                          <a:solidFill>
                            <a:srgbClr val="000000"/>
                          </a:solidFill>
                          <a:latin typeface="宋体" pitchFamily="2" charset="-122"/>
                        </a:rPr>
                        <a:t>65.kg</a:t>
                      </a:r>
                      <a:endParaRPr lang="en-US" altLang="en-US" sz="1000" b="0">
                        <a:solidFill>
                          <a:srgbClr val="000000"/>
                        </a:solidFill>
                        <a:latin typeface="宋体" pitchFamily="2" charset="-122"/>
                      </a:endParaRPr>
                    </a:p>
                  </a:txBody>
                  <a:tcPr marL="12700" marR="12700" marT="12700" vert="horz" anchor="b"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chemeClr val="accent2"/>
                    </a:solidFill>
                  </a:tcPr>
                </a:tc>
                <a:tc>
                  <a:txBody>
                    <a:bodyPr/>
                    <a:p>
                      <a:pPr indent="0" algn="ctr">
                        <a:lnSpc>
                          <a:spcPct val="300000"/>
                        </a:lnSpc>
                        <a:buNone/>
                      </a:pPr>
                      <a:r>
                        <a:rPr lang="en-US" altLang="en-US" sz="1000">
                          <a:solidFill>
                            <a:srgbClr val="000000"/>
                          </a:solidFill>
                          <a:latin typeface="宋体" pitchFamily="2" charset="-122"/>
                          <a:sym typeface="+mn-ea"/>
                        </a:rPr>
                        <a:t>65.0</a:t>
                      </a:r>
                      <a:endParaRPr lang="en-US" altLang="en-US" sz="1000" b="0">
                        <a:solidFill>
                          <a:srgbClr val="000000"/>
                        </a:solidFill>
                        <a:latin typeface="宋体" pitchFamily="2" charset="-122"/>
                        <a:sym typeface="+mn-ea"/>
                      </a:endParaRPr>
                    </a:p>
                  </a:txBody>
                  <a:tcPr marL="12700" marR="12700" marT="12700" vert="horz" anchor="b"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chemeClr val="accent6"/>
                    </a:solidFill>
                  </a:tcPr>
                </a:tc>
              </a:tr>
              <a:tr h="561340">
                <a:tc>
                  <a:txBody>
                    <a:bodyPr/>
                    <a:p>
                      <a:pPr indent="0" algn="ctr">
                        <a:lnSpc>
                          <a:spcPct val="300000"/>
                        </a:lnSpc>
                        <a:buNone/>
                      </a:pPr>
                      <a:r>
                        <a:rPr lang="en-US" altLang="en-US" sz="1000" b="0">
                          <a:solidFill>
                            <a:srgbClr val="000000"/>
                          </a:solidFill>
                          <a:latin typeface="宋体" pitchFamily="2" charset="-122"/>
                        </a:rPr>
                        <a:t>1032.0 HH</a:t>
                      </a:r>
                      <a:endParaRPr lang="en-US" altLang="en-US" sz="1000" b="0">
                        <a:solidFill>
                          <a:srgbClr val="000000"/>
                        </a:solidFill>
                        <a:latin typeface="宋体" pitchFamily="2" charset="-122"/>
                      </a:endParaRPr>
                    </a:p>
                  </a:txBody>
                  <a:tcPr marL="12700" marR="12700" marT="12700" vert="horz" anchor="b"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chemeClr val="accent2"/>
                    </a:solidFill>
                  </a:tcPr>
                </a:tc>
                <a:tc>
                  <a:txBody>
                    <a:bodyPr/>
                    <a:p>
                      <a:pPr indent="0" algn="ctr">
                        <a:lnSpc>
                          <a:spcPct val="300000"/>
                        </a:lnSpc>
                        <a:buNone/>
                      </a:pPr>
                      <a:r>
                        <a:rPr lang="en-US" altLang="en-US" sz="1000">
                          <a:solidFill>
                            <a:srgbClr val="000000"/>
                          </a:solidFill>
                          <a:latin typeface="宋体" pitchFamily="2" charset="-122"/>
                          <a:sym typeface="+mn-ea"/>
                        </a:rPr>
                        <a:t>1032.0</a:t>
                      </a:r>
                      <a:endParaRPr lang="en-US" altLang="en-US" sz="1000" b="0">
                        <a:solidFill>
                          <a:srgbClr val="000000"/>
                        </a:solidFill>
                        <a:latin typeface="宋体" pitchFamily="2" charset="-122"/>
                        <a:sym typeface="+mn-ea"/>
                      </a:endParaRPr>
                    </a:p>
                  </a:txBody>
                  <a:tcPr marL="12700" marR="12700" marT="12700" vert="horz" anchor="b"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chemeClr val="accent6"/>
                    </a:solidFill>
                  </a:tcPr>
                </a:tc>
              </a:tr>
            </a:tbl>
          </a:graphicData>
        </a:graphic>
      </p:graphicFrame>
      <p:pic>
        <p:nvPicPr>
          <p:cNvPr id="80" name="图片 79"/>
          <p:cNvPicPr>
            <a:picLocks noChangeAspect="1"/>
          </p:cNvPicPr>
          <p:nvPr>
            <p:custDataLst>
              <p:tags r:id="rId3"/>
            </p:custDataLst>
          </p:nvPr>
        </p:nvPicPr>
        <p:blipFill>
          <a:blip r:embed="rId4"/>
          <a:stretch>
            <a:fillRect/>
          </a:stretch>
        </p:blipFill>
        <p:spPr>
          <a:xfrm>
            <a:off x="7636510" y="1775460"/>
            <a:ext cx="2980055" cy="3575685"/>
          </a:xfrm>
          <a:prstGeom prst="rect">
            <a:avLst/>
          </a:prstGeom>
        </p:spPr>
      </p:pic>
      <p:pic>
        <p:nvPicPr>
          <p:cNvPr id="86" name="图片 85"/>
          <p:cNvPicPr>
            <a:picLocks noChangeAspect="1"/>
          </p:cNvPicPr>
          <p:nvPr/>
        </p:nvPicPr>
        <p:blipFill>
          <a:blip r:embed="rId5"/>
          <a:stretch>
            <a:fillRect/>
          </a:stretch>
        </p:blipFill>
        <p:spPr>
          <a:xfrm>
            <a:off x="991235" y="1170940"/>
            <a:ext cx="4294505" cy="4516120"/>
          </a:xfrm>
          <a:prstGeom prst="rect">
            <a:avLst/>
          </a:prstGeom>
        </p:spPr>
      </p:pic>
      <p:sp>
        <p:nvSpPr>
          <p:cNvPr id="87" name="文本框 86"/>
          <p:cNvSpPr txBox="1"/>
          <p:nvPr/>
        </p:nvSpPr>
        <p:spPr>
          <a:xfrm>
            <a:off x="5749290" y="1170940"/>
            <a:ext cx="1099820" cy="368300"/>
          </a:xfrm>
          <a:prstGeom prst="rect">
            <a:avLst/>
          </a:prstGeom>
          <a:noFill/>
        </p:spPr>
        <p:txBody>
          <a:bodyPr wrap="none" rtlCol="0" anchor="t">
            <a:spAutoFit/>
          </a:bodyPr>
          <a:p>
            <a:r>
              <a:rPr lang="zh-CN" altLang="en-US" b="1">
                <a:latin typeface="汉仪中宋简" panose="02010600000101010101" charset="-122"/>
                <a:ea typeface="汉仪中宋简" panose="02010600000101010101" charset="-122"/>
                <a:cs typeface="汉仪中宋简" panose="02010600000101010101" charset="-122"/>
                <a:sym typeface="+mn-ea"/>
              </a:rPr>
              <a:t>噪音数据</a:t>
            </a:r>
            <a:endParaRPr lang="zh-CN" altLang="en-US" b="1"/>
          </a:p>
        </p:txBody>
      </p:sp>
      <p:sp>
        <p:nvSpPr>
          <p:cNvPr id="88" name="文本框 87"/>
          <p:cNvSpPr txBox="1"/>
          <p:nvPr/>
        </p:nvSpPr>
        <p:spPr>
          <a:xfrm>
            <a:off x="7526020" y="1170940"/>
            <a:ext cx="1099820" cy="368300"/>
          </a:xfrm>
          <a:prstGeom prst="rect">
            <a:avLst/>
          </a:prstGeom>
          <a:noFill/>
        </p:spPr>
        <p:txBody>
          <a:bodyPr wrap="none" rtlCol="0" anchor="t">
            <a:spAutoFit/>
          </a:bodyPr>
          <a:p>
            <a:r>
              <a:rPr lang="zh-CN" b="1">
                <a:latin typeface="汉仪中宋简" panose="02010600000101010101" charset="-122"/>
                <a:ea typeface="汉仪中宋简" panose="02010600000101010101" charset="-122"/>
                <a:sym typeface="+mn-ea"/>
              </a:rPr>
              <a:t>参考范围</a:t>
            </a:r>
            <a:endParaRPr lang="zh-CN" altLang="en-US" b="1"/>
          </a:p>
        </p:txBody>
      </p:sp>
    </p:spTree>
  </p:cSld>
  <p:clrMapOvr>
    <a:masterClrMapping/>
  </p:clrMapOvr>
  <mc:AlternateContent xmlns:mc="http://schemas.openxmlformats.org/markup-compatibility/2006">
    <mc:Choice xmlns:p14="http://schemas.microsoft.com/office/powerpoint/2010/main" Requires="p14">
      <p:transition spd="slow" p14:dur="1600" advTm="5000">
        <p14:prism isInverted="1"/>
      </p:transition>
    </mc:Choice>
    <mc:Fallback>
      <p:transition spd="slow" advTm="5000">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8" name="组合 7"/>
          <p:cNvGrpSpPr/>
          <p:nvPr/>
        </p:nvGrpSpPr>
        <p:grpSpPr>
          <a:xfrm>
            <a:off x="-698500" y="-582990"/>
            <a:ext cx="13589000" cy="8023980"/>
            <a:chOff x="-863600" y="-584200"/>
            <a:chExt cx="13335000" cy="7874000"/>
          </a:xfrm>
          <a:solidFill>
            <a:srgbClr val="E6E6E6"/>
          </a:solidFill>
        </p:grpSpPr>
        <p:grpSp>
          <p:nvGrpSpPr>
            <p:cNvPr id="4" name="组合 3"/>
            <p:cNvGrpSpPr/>
            <p:nvPr/>
          </p:nvGrpSpPr>
          <p:grpSpPr>
            <a:xfrm>
              <a:off x="-863600" y="-584200"/>
              <a:ext cx="165100" cy="7874000"/>
              <a:chOff x="-863600" y="-584200"/>
              <a:chExt cx="165100" cy="7874000"/>
            </a:xfrm>
            <a:grpFill/>
          </p:grpSpPr>
          <p:sp>
            <p:nvSpPr>
              <p:cNvPr id="2" name="椭圆 1"/>
              <p:cNvSpPr/>
              <p:nvPr/>
            </p:nvSpPr>
            <p:spPr>
              <a:xfrm>
                <a:off x="-863600" y="-584200"/>
                <a:ext cx="165100" cy="165100"/>
              </a:xfrm>
              <a:prstGeom prst="ellipse">
                <a:avLst/>
              </a:prstGeom>
              <a:grp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椭圆 2"/>
              <p:cNvSpPr/>
              <p:nvPr/>
            </p:nvSpPr>
            <p:spPr>
              <a:xfrm>
                <a:off x="-863600" y="7124700"/>
                <a:ext cx="165100" cy="165100"/>
              </a:xfrm>
              <a:prstGeom prst="ellipse">
                <a:avLst/>
              </a:prstGeom>
              <a:grp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5" name="组合 4"/>
            <p:cNvGrpSpPr/>
            <p:nvPr/>
          </p:nvGrpSpPr>
          <p:grpSpPr>
            <a:xfrm>
              <a:off x="12306300" y="-584200"/>
              <a:ext cx="165100" cy="7874000"/>
              <a:chOff x="-863600" y="-584200"/>
              <a:chExt cx="165100" cy="7874000"/>
            </a:xfrm>
            <a:grpFill/>
          </p:grpSpPr>
          <p:sp>
            <p:nvSpPr>
              <p:cNvPr id="6" name="椭圆 5"/>
              <p:cNvSpPr/>
              <p:nvPr/>
            </p:nvSpPr>
            <p:spPr>
              <a:xfrm>
                <a:off x="-863600" y="-584200"/>
                <a:ext cx="165100" cy="165100"/>
              </a:xfrm>
              <a:prstGeom prst="ellipse">
                <a:avLst/>
              </a:prstGeom>
              <a:grp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椭圆 6"/>
              <p:cNvSpPr/>
              <p:nvPr/>
            </p:nvSpPr>
            <p:spPr>
              <a:xfrm>
                <a:off x="-863600" y="7124700"/>
                <a:ext cx="165100" cy="165100"/>
              </a:xfrm>
              <a:prstGeom prst="ellipse">
                <a:avLst/>
              </a:prstGeom>
              <a:grp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pic>
        <p:nvPicPr>
          <p:cNvPr id="12" name="图片 11"/>
          <p:cNvPicPr>
            <a:picLocks noChangeAspect="1"/>
          </p:cNvPicPr>
          <p:nvPr/>
        </p:nvPicPr>
        <p:blipFill>
          <a:blip r:embed="rId1">
            <a:extLst>
              <a:ext uri="{28A0092B-C50C-407E-A947-70E740481C1C}">
                <a14:useLocalDpi xmlns:a14="http://schemas.microsoft.com/office/drawing/2010/main" val="0"/>
              </a:ext>
            </a:extLst>
          </a:blip>
          <a:srcRect l="5923" t="413" r="5923" b="413"/>
          <a:stretch>
            <a:fillRect/>
          </a:stretch>
        </p:blipFill>
        <p:spPr>
          <a:xfrm>
            <a:off x="0" y="0"/>
            <a:ext cx="12192000" cy="6858000"/>
          </a:xfrm>
          <a:custGeom>
            <a:avLst/>
            <a:gdLst>
              <a:gd name="connsiteX0" fmla="*/ 0 w 12192000"/>
              <a:gd name="connsiteY0" fmla="*/ 0 h 6858000"/>
              <a:gd name="connsiteX1" fmla="*/ 12192000 w 12192000"/>
              <a:gd name="connsiteY1" fmla="*/ 0 h 6858000"/>
              <a:gd name="connsiteX2" fmla="*/ 12192000 w 12192000"/>
              <a:gd name="connsiteY2" fmla="*/ 6858000 h 6858000"/>
              <a:gd name="connsiteX3" fmla="*/ 0 w 12192000"/>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12192000" h="6858000">
                <a:moveTo>
                  <a:pt x="0" y="0"/>
                </a:moveTo>
                <a:lnTo>
                  <a:pt x="12192000" y="0"/>
                </a:lnTo>
                <a:lnTo>
                  <a:pt x="12192000" y="6858000"/>
                </a:lnTo>
                <a:lnTo>
                  <a:pt x="0" y="6858000"/>
                </a:lnTo>
                <a:close/>
              </a:path>
            </a:pathLst>
          </a:custGeom>
        </p:spPr>
      </p:pic>
      <p:pic>
        <p:nvPicPr>
          <p:cNvPr id="14" name="图片 1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64243" y="1001486"/>
            <a:ext cx="5127172" cy="4942114"/>
          </a:xfrm>
          <a:prstGeom prst="rect">
            <a:avLst/>
          </a:prstGeom>
        </p:spPr>
      </p:pic>
      <p:sp>
        <p:nvSpPr>
          <p:cNvPr id="20" name="文本框 19"/>
          <p:cNvSpPr txBox="1"/>
          <p:nvPr/>
        </p:nvSpPr>
        <p:spPr>
          <a:xfrm>
            <a:off x="6001221" y="2063349"/>
            <a:ext cx="5222404" cy="523220"/>
          </a:xfrm>
          <a:prstGeom prst="rect">
            <a:avLst/>
          </a:prstGeom>
          <a:noFill/>
        </p:spPr>
        <p:txBody>
          <a:bodyPr wrap="square" rtlCol="0">
            <a:spAutoFit/>
          </a:bodyPr>
          <a:lstStyle/>
          <a:p>
            <a:r>
              <a:rPr lang="en-US" altLang="zh-CN" sz="2800" dirty="0">
                <a:solidFill>
                  <a:schemeClr val="bg1"/>
                </a:solidFill>
                <a:latin typeface="三极正智黑简体" panose="00000500000000000000" pitchFamily="2" charset="-122"/>
                <a:ea typeface="三极正智黑简体" panose="00000500000000000000" pitchFamily="2" charset="-122"/>
                <a:cs typeface="+mn-ea"/>
                <a:sym typeface="+mn-lt"/>
              </a:rPr>
              <a:t>DATA  ANALYSIS  REPORT </a:t>
            </a:r>
            <a:endParaRPr lang="en-US" altLang="zh-CN" sz="2800" dirty="0">
              <a:solidFill>
                <a:schemeClr val="bg1"/>
              </a:solidFill>
              <a:latin typeface="三极正智黑简体" panose="00000500000000000000" pitchFamily="2" charset="-122"/>
              <a:ea typeface="三极正智黑简体" panose="00000500000000000000" pitchFamily="2" charset="-122"/>
              <a:cs typeface="+mn-ea"/>
              <a:sym typeface="+mn-lt"/>
            </a:endParaRPr>
          </a:p>
        </p:txBody>
      </p:sp>
      <p:sp>
        <p:nvSpPr>
          <p:cNvPr id="21" name="文本框 20"/>
          <p:cNvSpPr txBox="1"/>
          <p:nvPr/>
        </p:nvSpPr>
        <p:spPr>
          <a:xfrm>
            <a:off x="5922613" y="2644594"/>
            <a:ext cx="5644374" cy="2061210"/>
          </a:xfrm>
          <a:prstGeom prst="rect">
            <a:avLst/>
          </a:prstGeom>
          <a:noFill/>
        </p:spPr>
        <p:txBody>
          <a:bodyPr wrap="square" rtlCol="0">
            <a:spAutoFit/>
          </a:bodyPr>
          <a:lstStyle/>
          <a:p>
            <a:pPr algn="dist"/>
            <a:r>
              <a:rPr lang="zh-CN" altLang="en-US" sz="6400" b="1" dirty="0">
                <a:solidFill>
                  <a:schemeClr val="bg1"/>
                </a:solidFill>
                <a:latin typeface="华文楷体" panose="02010600040101010101" charset="-122"/>
                <a:ea typeface="华文楷体" panose="02010600040101010101" charset="-122"/>
                <a:cs typeface="+mn-ea"/>
                <a:sym typeface="+mn-lt"/>
              </a:rPr>
              <a:t>解决方案</a:t>
            </a:r>
            <a:endParaRPr lang="zh-CN" altLang="en-US" sz="6400" b="1" dirty="0">
              <a:solidFill>
                <a:schemeClr val="bg1"/>
              </a:solidFill>
              <a:latin typeface="华文楷体" panose="02010600040101010101" charset="-122"/>
              <a:ea typeface="华文楷体" panose="02010600040101010101" charset="-122"/>
              <a:cs typeface="+mn-ea"/>
              <a:sym typeface="+mn-lt"/>
            </a:endParaRPr>
          </a:p>
          <a:p>
            <a:pPr algn="dist"/>
            <a:endParaRPr lang="zh-CN" altLang="en-US" sz="6400" dirty="0">
              <a:solidFill>
                <a:schemeClr val="bg1"/>
              </a:solidFill>
              <a:latin typeface="三极正智黑简体" panose="00000500000000000000" pitchFamily="2" charset="-122"/>
              <a:ea typeface="三极正智黑简体" panose="00000500000000000000" pitchFamily="2" charset="-122"/>
              <a:cs typeface="+mn-ea"/>
              <a:sym typeface="+mn-lt"/>
            </a:endParaRPr>
          </a:p>
        </p:txBody>
      </p:sp>
      <p:sp>
        <p:nvSpPr>
          <p:cNvPr id="23" name="PA-文本框 88"/>
          <p:cNvSpPr txBox="1"/>
          <p:nvPr>
            <p:custDataLst>
              <p:tags r:id="rId3"/>
            </p:custDataLst>
          </p:nvPr>
        </p:nvSpPr>
        <p:spPr>
          <a:xfrm>
            <a:off x="6079692" y="3925277"/>
            <a:ext cx="4049919" cy="802848"/>
          </a:xfrm>
          <a:prstGeom prst="rect">
            <a:avLst/>
          </a:prstGeom>
          <a:noFill/>
        </p:spPr>
        <p:txBody>
          <a:bodyPr wrap="square" lIns="0" tIns="0" rIns="0" bIns="0" rtlCol="0">
            <a:spAutoFit/>
          </a:bodyPr>
          <a:lstStyle/>
          <a:p>
            <a:pPr hangingPunct="0">
              <a:lnSpc>
                <a:spcPct val="150000"/>
              </a:lnSpc>
            </a:pPr>
            <a:r>
              <a:rPr lang="en-US" altLang="zh-CN" sz="1200" dirty="0">
                <a:solidFill>
                  <a:schemeClr val="bg1">
                    <a:alpha val="80000"/>
                  </a:schemeClr>
                </a:solidFill>
                <a:cs typeface="+mn-ea"/>
                <a:sym typeface="+mn-lt"/>
              </a:rPr>
              <a:t>Click here to enter your text, change the color or size of the text. You can also format the appropriate text and adjust the line spacing of the text. </a:t>
            </a:r>
            <a:endParaRPr lang="en-US" altLang="zh-CN" sz="1200" dirty="0">
              <a:solidFill>
                <a:schemeClr val="bg1">
                  <a:alpha val="80000"/>
                </a:schemeClr>
              </a:solidFill>
              <a:cs typeface="+mn-ea"/>
              <a:sym typeface="+mn-lt"/>
            </a:endParaRPr>
          </a:p>
        </p:txBody>
      </p:sp>
      <p:sp>
        <p:nvSpPr>
          <p:cNvPr id="25" name="任意多边形: 形状 24"/>
          <p:cNvSpPr/>
          <p:nvPr/>
        </p:nvSpPr>
        <p:spPr>
          <a:xfrm>
            <a:off x="11328401" y="4965700"/>
            <a:ext cx="396593" cy="816428"/>
          </a:xfrm>
          <a:custGeom>
            <a:avLst/>
            <a:gdLst>
              <a:gd name="connsiteX0" fmla="*/ 452944 w 477264"/>
              <a:gd name="connsiteY0" fmla="*/ 933858 h 982498"/>
              <a:gd name="connsiteX1" fmla="*/ 477264 w 477264"/>
              <a:gd name="connsiteY1" fmla="*/ 958178 h 982498"/>
              <a:gd name="connsiteX2" fmla="*/ 452944 w 477264"/>
              <a:gd name="connsiteY2" fmla="*/ 982498 h 982498"/>
              <a:gd name="connsiteX3" fmla="*/ 428624 w 477264"/>
              <a:gd name="connsiteY3" fmla="*/ 958178 h 982498"/>
              <a:gd name="connsiteX4" fmla="*/ 452944 w 477264"/>
              <a:gd name="connsiteY4" fmla="*/ 933858 h 982498"/>
              <a:gd name="connsiteX5" fmla="*/ 345788 w 477264"/>
              <a:gd name="connsiteY5" fmla="*/ 933858 h 982498"/>
              <a:gd name="connsiteX6" fmla="*/ 370108 w 477264"/>
              <a:gd name="connsiteY6" fmla="*/ 958178 h 982498"/>
              <a:gd name="connsiteX7" fmla="*/ 345788 w 477264"/>
              <a:gd name="connsiteY7" fmla="*/ 982498 h 982498"/>
              <a:gd name="connsiteX8" fmla="*/ 321468 w 477264"/>
              <a:gd name="connsiteY8" fmla="*/ 958178 h 982498"/>
              <a:gd name="connsiteX9" fmla="*/ 345788 w 477264"/>
              <a:gd name="connsiteY9" fmla="*/ 933858 h 982498"/>
              <a:gd name="connsiteX10" fmla="*/ 238632 w 477264"/>
              <a:gd name="connsiteY10" fmla="*/ 933858 h 982498"/>
              <a:gd name="connsiteX11" fmla="*/ 262952 w 477264"/>
              <a:gd name="connsiteY11" fmla="*/ 958178 h 982498"/>
              <a:gd name="connsiteX12" fmla="*/ 238632 w 477264"/>
              <a:gd name="connsiteY12" fmla="*/ 982498 h 982498"/>
              <a:gd name="connsiteX13" fmla="*/ 214312 w 477264"/>
              <a:gd name="connsiteY13" fmla="*/ 958178 h 982498"/>
              <a:gd name="connsiteX14" fmla="*/ 238632 w 477264"/>
              <a:gd name="connsiteY14" fmla="*/ 933858 h 982498"/>
              <a:gd name="connsiteX15" fmla="*/ 131476 w 477264"/>
              <a:gd name="connsiteY15" fmla="*/ 933858 h 982498"/>
              <a:gd name="connsiteX16" fmla="*/ 155796 w 477264"/>
              <a:gd name="connsiteY16" fmla="*/ 958178 h 982498"/>
              <a:gd name="connsiteX17" fmla="*/ 131476 w 477264"/>
              <a:gd name="connsiteY17" fmla="*/ 982498 h 982498"/>
              <a:gd name="connsiteX18" fmla="*/ 107156 w 477264"/>
              <a:gd name="connsiteY18" fmla="*/ 958178 h 982498"/>
              <a:gd name="connsiteX19" fmla="*/ 131476 w 477264"/>
              <a:gd name="connsiteY19" fmla="*/ 933858 h 982498"/>
              <a:gd name="connsiteX20" fmla="*/ 24320 w 477264"/>
              <a:gd name="connsiteY20" fmla="*/ 933858 h 982498"/>
              <a:gd name="connsiteX21" fmla="*/ 48640 w 477264"/>
              <a:gd name="connsiteY21" fmla="*/ 958178 h 982498"/>
              <a:gd name="connsiteX22" fmla="*/ 24320 w 477264"/>
              <a:gd name="connsiteY22" fmla="*/ 982498 h 982498"/>
              <a:gd name="connsiteX23" fmla="*/ 0 w 477264"/>
              <a:gd name="connsiteY23" fmla="*/ 958178 h 982498"/>
              <a:gd name="connsiteX24" fmla="*/ 24320 w 477264"/>
              <a:gd name="connsiteY24" fmla="*/ 933858 h 982498"/>
              <a:gd name="connsiteX25" fmla="*/ 452944 w 477264"/>
              <a:gd name="connsiteY25" fmla="*/ 778215 h 982498"/>
              <a:gd name="connsiteX26" fmla="*/ 477264 w 477264"/>
              <a:gd name="connsiteY26" fmla="*/ 802535 h 982498"/>
              <a:gd name="connsiteX27" fmla="*/ 452944 w 477264"/>
              <a:gd name="connsiteY27" fmla="*/ 826855 h 982498"/>
              <a:gd name="connsiteX28" fmla="*/ 428624 w 477264"/>
              <a:gd name="connsiteY28" fmla="*/ 802535 h 982498"/>
              <a:gd name="connsiteX29" fmla="*/ 452944 w 477264"/>
              <a:gd name="connsiteY29" fmla="*/ 778215 h 982498"/>
              <a:gd name="connsiteX30" fmla="*/ 345788 w 477264"/>
              <a:gd name="connsiteY30" fmla="*/ 778215 h 982498"/>
              <a:gd name="connsiteX31" fmla="*/ 370108 w 477264"/>
              <a:gd name="connsiteY31" fmla="*/ 802535 h 982498"/>
              <a:gd name="connsiteX32" fmla="*/ 345788 w 477264"/>
              <a:gd name="connsiteY32" fmla="*/ 826855 h 982498"/>
              <a:gd name="connsiteX33" fmla="*/ 321468 w 477264"/>
              <a:gd name="connsiteY33" fmla="*/ 802535 h 982498"/>
              <a:gd name="connsiteX34" fmla="*/ 345788 w 477264"/>
              <a:gd name="connsiteY34" fmla="*/ 778215 h 982498"/>
              <a:gd name="connsiteX35" fmla="*/ 238632 w 477264"/>
              <a:gd name="connsiteY35" fmla="*/ 778215 h 982498"/>
              <a:gd name="connsiteX36" fmla="*/ 262952 w 477264"/>
              <a:gd name="connsiteY36" fmla="*/ 802535 h 982498"/>
              <a:gd name="connsiteX37" fmla="*/ 238632 w 477264"/>
              <a:gd name="connsiteY37" fmla="*/ 826855 h 982498"/>
              <a:gd name="connsiteX38" fmla="*/ 214312 w 477264"/>
              <a:gd name="connsiteY38" fmla="*/ 802535 h 982498"/>
              <a:gd name="connsiteX39" fmla="*/ 238632 w 477264"/>
              <a:gd name="connsiteY39" fmla="*/ 778215 h 982498"/>
              <a:gd name="connsiteX40" fmla="*/ 131476 w 477264"/>
              <a:gd name="connsiteY40" fmla="*/ 778215 h 982498"/>
              <a:gd name="connsiteX41" fmla="*/ 155796 w 477264"/>
              <a:gd name="connsiteY41" fmla="*/ 802535 h 982498"/>
              <a:gd name="connsiteX42" fmla="*/ 131476 w 477264"/>
              <a:gd name="connsiteY42" fmla="*/ 826855 h 982498"/>
              <a:gd name="connsiteX43" fmla="*/ 107156 w 477264"/>
              <a:gd name="connsiteY43" fmla="*/ 802535 h 982498"/>
              <a:gd name="connsiteX44" fmla="*/ 131476 w 477264"/>
              <a:gd name="connsiteY44" fmla="*/ 778215 h 982498"/>
              <a:gd name="connsiteX45" fmla="*/ 24320 w 477264"/>
              <a:gd name="connsiteY45" fmla="*/ 778215 h 982498"/>
              <a:gd name="connsiteX46" fmla="*/ 48640 w 477264"/>
              <a:gd name="connsiteY46" fmla="*/ 802535 h 982498"/>
              <a:gd name="connsiteX47" fmla="*/ 24320 w 477264"/>
              <a:gd name="connsiteY47" fmla="*/ 826855 h 982498"/>
              <a:gd name="connsiteX48" fmla="*/ 0 w 477264"/>
              <a:gd name="connsiteY48" fmla="*/ 802535 h 982498"/>
              <a:gd name="connsiteX49" fmla="*/ 24320 w 477264"/>
              <a:gd name="connsiteY49" fmla="*/ 778215 h 982498"/>
              <a:gd name="connsiteX50" fmla="*/ 452944 w 477264"/>
              <a:gd name="connsiteY50" fmla="*/ 622572 h 982498"/>
              <a:gd name="connsiteX51" fmla="*/ 477264 w 477264"/>
              <a:gd name="connsiteY51" fmla="*/ 646892 h 982498"/>
              <a:gd name="connsiteX52" fmla="*/ 452944 w 477264"/>
              <a:gd name="connsiteY52" fmla="*/ 671212 h 982498"/>
              <a:gd name="connsiteX53" fmla="*/ 428624 w 477264"/>
              <a:gd name="connsiteY53" fmla="*/ 646892 h 982498"/>
              <a:gd name="connsiteX54" fmla="*/ 452944 w 477264"/>
              <a:gd name="connsiteY54" fmla="*/ 622572 h 982498"/>
              <a:gd name="connsiteX55" fmla="*/ 345788 w 477264"/>
              <a:gd name="connsiteY55" fmla="*/ 622572 h 982498"/>
              <a:gd name="connsiteX56" fmla="*/ 370108 w 477264"/>
              <a:gd name="connsiteY56" fmla="*/ 646892 h 982498"/>
              <a:gd name="connsiteX57" fmla="*/ 345788 w 477264"/>
              <a:gd name="connsiteY57" fmla="*/ 671212 h 982498"/>
              <a:gd name="connsiteX58" fmla="*/ 321468 w 477264"/>
              <a:gd name="connsiteY58" fmla="*/ 646892 h 982498"/>
              <a:gd name="connsiteX59" fmla="*/ 345788 w 477264"/>
              <a:gd name="connsiteY59" fmla="*/ 622572 h 982498"/>
              <a:gd name="connsiteX60" fmla="*/ 238632 w 477264"/>
              <a:gd name="connsiteY60" fmla="*/ 622572 h 982498"/>
              <a:gd name="connsiteX61" fmla="*/ 262952 w 477264"/>
              <a:gd name="connsiteY61" fmla="*/ 646892 h 982498"/>
              <a:gd name="connsiteX62" fmla="*/ 238632 w 477264"/>
              <a:gd name="connsiteY62" fmla="*/ 671212 h 982498"/>
              <a:gd name="connsiteX63" fmla="*/ 214312 w 477264"/>
              <a:gd name="connsiteY63" fmla="*/ 646892 h 982498"/>
              <a:gd name="connsiteX64" fmla="*/ 238632 w 477264"/>
              <a:gd name="connsiteY64" fmla="*/ 622572 h 982498"/>
              <a:gd name="connsiteX65" fmla="*/ 131476 w 477264"/>
              <a:gd name="connsiteY65" fmla="*/ 622572 h 982498"/>
              <a:gd name="connsiteX66" fmla="*/ 155796 w 477264"/>
              <a:gd name="connsiteY66" fmla="*/ 646892 h 982498"/>
              <a:gd name="connsiteX67" fmla="*/ 131476 w 477264"/>
              <a:gd name="connsiteY67" fmla="*/ 671212 h 982498"/>
              <a:gd name="connsiteX68" fmla="*/ 107156 w 477264"/>
              <a:gd name="connsiteY68" fmla="*/ 646892 h 982498"/>
              <a:gd name="connsiteX69" fmla="*/ 131476 w 477264"/>
              <a:gd name="connsiteY69" fmla="*/ 622572 h 982498"/>
              <a:gd name="connsiteX70" fmla="*/ 24320 w 477264"/>
              <a:gd name="connsiteY70" fmla="*/ 622572 h 982498"/>
              <a:gd name="connsiteX71" fmla="*/ 48640 w 477264"/>
              <a:gd name="connsiteY71" fmla="*/ 646892 h 982498"/>
              <a:gd name="connsiteX72" fmla="*/ 24320 w 477264"/>
              <a:gd name="connsiteY72" fmla="*/ 671212 h 982498"/>
              <a:gd name="connsiteX73" fmla="*/ 0 w 477264"/>
              <a:gd name="connsiteY73" fmla="*/ 646892 h 982498"/>
              <a:gd name="connsiteX74" fmla="*/ 24320 w 477264"/>
              <a:gd name="connsiteY74" fmla="*/ 622572 h 982498"/>
              <a:gd name="connsiteX75" fmla="*/ 24320 w 477264"/>
              <a:gd name="connsiteY75" fmla="*/ 466929 h 982498"/>
              <a:gd name="connsiteX76" fmla="*/ 48640 w 477264"/>
              <a:gd name="connsiteY76" fmla="*/ 491249 h 982498"/>
              <a:gd name="connsiteX77" fmla="*/ 24320 w 477264"/>
              <a:gd name="connsiteY77" fmla="*/ 515569 h 982498"/>
              <a:gd name="connsiteX78" fmla="*/ 0 w 477264"/>
              <a:gd name="connsiteY78" fmla="*/ 491249 h 982498"/>
              <a:gd name="connsiteX79" fmla="*/ 24320 w 477264"/>
              <a:gd name="connsiteY79" fmla="*/ 466929 h 982498"/>
              <a:gd name="connsiteX80" fmla="*/ 131476 w 477264"/>
              <a:gd name="connsiteY80" fmla="*/ 466929 h 982498"/>
              <a:gd name="connsiteX81" fmla="*/ 155796 w 477264"/>
              <a:gd name="connsiteY81" fmla="*/ 491249 h 982498"/>
              <a:gd name="connsiteX82" fmla="*/ 131476 w 477264"/>
              <a:gd name="connsiteY82" fmla="*/ 515569 h 982498"/>
              <a:gd name="connsiteX83" fmla="*/ 107156 w 477264"/>
              <a:gd name="connsiteY83" fmla="*/ 491249 h 982498"/>
              <a:gd name="connsiteX84" fmla="*/ 131476 w 477264"/>
              <a:gd name="connsiteY84" fmla="*/ 466929 h 982498"/>
              <a:gd name="connsiteX85" fmla="*/ 238632 w 477264"/>
              <a:gd name="connsiteY85" fmla="*/ 466929 h 982498"/>
              <a:gd name="connsiteX86" fmla="*/ 262952 w 477264"/>
              <a:gd name="connsiteY86" fmla="*/ 491249 h 982498"/>
              <a:gd name="connsiteX87" fmla="*/ 238632 w 477264"/>
              <a:gd name="connsiteY87" fmla="*/ 515569 h 982498"/>
              <a:gd name="connsiteX88" fmla="*/ 214312 w 477264"/>
              <a:gd name="connsiteY88" fmla="*/ 491249 h 982498"/>
              <a:gd name="connsiteX89" fmla="*/ 238632 w 477264"/>
              <a:gd name="connsiteY89" fmla="*/ 466929 h 982498"/>
              <a:gd name="connsiteX90" fmla="*/ 345788 w 477264"/>
              <a:gd name="connsiteY90" fmla="*/ 466929 h 982498"/>
              <a:gd name="connsiteX91" fmla="*/ 370108 w 477264"/>
              <a:gd name="connsiteY91" fmla="*/ 491249 h 982498"/>
              <a:gd name="connsiteX92" fmla="*/ 345788 w 477264"/>
              <a:gd name="connsiteY92" fmla="*/ 515569 h 982498"/>
              <a:gd name="connsiteX93" fmla="*/ 321468 w 477264"/>
              <a:gd name="connsiteY93" fmla="*/ 491249 h 982498"/>
              <a:gd name="connsiteX94" fmla="*/ 345788 w 477264"/>
              <a:gd name="connsiteY94" fmla="*/ 466929 h 982498"/>
              <a:gd name="connsiteX95" fmla="*/ 452944 w 477264"/>
              <a:gd name="connsiteY95" fmla="*/ 466929 h 982498"/>
              <a:gd name="connsiteX96" fmla="*/ 477264 w 477264"/>
              <a:gd name="connsiteY96" fmla="*/ 491249 h 982498"/>
              <a:gd name="connsiteX97" fmla="*/ 452944 w 477264"/>
              <a:gd name="connsiteY97" fmla="*/ 515569 h 982498"/>
              <a:gd name="connsiteX98" fmla="*/ 428624 w 477264"/>
              <a:gd name="connsiteY98" fmla="*/ 491249 h 982498"/>
              <a:gd name="connsiteX99" fmla="*/ 452944 w 477264"/>
              <a:gd name="connsiteY99" fmla="*/ 466929 h 982498"/>
              <a:gd name="connsiteX100" fmla="*/ 24320 w 477264"/>
              <a:gd name="connsiteY100" fmla="*/ 311287 h 982498"/>
              <a:gd name="connsiteX101" fmla="*/ 48640 w 477264"/>
              <a:gd name="connsiteY101" fmla="*/ 335607 h 982498"/>
              <a:gd name="connsiteX102" fmla="*/ 24320 w 477264"/>
              <a:gd name="connsiteY102" fmla="*/ 359926 h 982498"/>
              <a:gd name="connsiteX103" fmla="*/ 0 w 477264"/>
              <a:gd name="connsiteY103" fmla="*/ 335607 h 982498"/>
              <a:gd name="connsiteX104" fmla="*/ 24320 w 477264"/>
              <a:gd name="connsiteY104" fmla="*/ 311287 h 982498"/>
              <a:gd name="connsiteX105" fmla="*/ 131476 w 477264"/>
              <a:gd name="connsiteY105" fmla="*/ 311286 h 982498"/>
              <a:gd name="connsiteX106" fmla="*/ 155796 w 477264"/>
              <a:gd name="connsiteY106" fmla="*/ 335606 h 982498"/>
              <a:gd name="connsiteX107" fmla="*/ 131476 w 477264"/>
              <a:gd name="connsiteY107" fmla="*/ 359926 h 982498"/>
              <a:gd name="connsiteX108" fmla="*/ 107156 w 477264"/>
              <a:gd name="connsiteY108" fmla="*/ 335606 h 982498"/>
              <a:gd name="connsiteX109" fmla="*/ 131476 w 477264"/>
              <a:gd name="connsiteY109" fmla="*/ 311286 h 982498"/>
              <a:gd name="connsiteX110" fmla="*/ 238632 w 477264"/>
              <a:gd name="connsiteY110" fmla="*/ 311286 h 982498"/>
              <a:gd name="connsiteX111" fmla="*/ 262952 w 477264"/>
              <a:gd name="connsiteY111" fmla="*/ 335606 h 982498"/>
              <a:gd name="connsiteX112" fmla="*/ 238632 w 477264"/>
              <a:gd name="connsiteY112" fmla="*/ 359926 h 982498"/>
              <a:gd name="connsiteX113" fmla="*/ 214312 w 477264"/>
              <a:gd name="connsiteY113" fmla="*/ 335606 h 982498"/>
              <a:gd name="connsiteX114" fmla="*/ 238632 w 477264"/>
              <a:gd name="connsiteY114" fmla="*/ 311286 h 982498"/>
              <a:gd name="connsiteX115" fmla="*/ 345788 w 477264"/>
              <a:gd name="connsiteY115" fmla="*/ 311286 h 982498"/>
              <a:gd name="connsiteX116" fmla="*/ 370108 w 477264"/>
              <a:gd name="connsiteY116" fmla="*/ 335606 h 982498"/>
              <a:gd name="connsiteX117" fmla="*/ 345788 w 477264"/>
              <a:gd name="connsiteY117" fmla="*/ 359926 h 982498"/>
              <a:gd name="connsiteX118" fmla="*/ 321468 w 477264"/>
              <a:gd name="connsiteY118" fmla="*/ 335606 h 982498"/>
              <a:gd name="connsiteX119" fmla="*/ 345788 w 477264"/>
              <a:gd name="connsiteY119" fmla="*/ 311286 h 982498"/>
              <a:gd name="connsiteX120" fmla="*/ 452944 w 477264"/>
              <a:gd name="connsiteY120" fmla="*/ 311286 h 982498"/>
              <a:gd name="connsiteX121" fmla="*/ 477264 w 477264"/>
              <a:gd name="connsiteY121" fmla="*/ 335606 h 982498"/>
              <a:gd name="connsiteX122" fmla="*/ 452944 w 477264"/>
              <a:gd name="connsiteY122" fmla="*/ 359926 h 982498"/>
              <a:gd name="connsiteX123" fmla="*/ 428624 w 477264"/>
              <a:gd name="connsiteY123" fmla="*/ 335606 h 982498"/>
              <a:gd name="connsiteX124" fmla="*/ 452944 w 477264"/>
              <a:gd name="connsiteY124" fmla="*/ 311286 h 982498"/>
              <a:gd name="connsiteX125" fmla="*/ 24320 w 477264"/>
              <a:gd name="connsiteY125" fmla="*/ 155643 h 982498"/>
              <a:gd name="connsiteX126" fmla="*/ 48640 w 477264"/>
              <a:gd name="connsiteY126" fmla="*/ 179963 h 982498"/>
              <a:gd name="connsiteX127" fmla="*/ 24320 w 477264"/>
              <a:gd name="connsiteY127" fmla="*/ 204283 h 982498"/>
              <a:gd name="connsiteX128" fmla="*/ 0 w 477264"/>
              <a:gd name="connsiteY128" fmla="*/ 179963 h 982498"/>
              <a:gd name="connsiteX129" fmla="*/ 24320 w 477264"/>
              <a:gd name="connsiteY129" fmla="*/ 155643 h 982498"/>
              <a:gd name="connsiteX130" fmla="*/ 131476 w 477264"/>
              <a:gd name="connsiteY130" fmla="*/ 155643 h 982498"/>
              <a:gd name="connsiteX131" fmla="*/ 155796 w 477264"/>
              <a:gd name="connsiteY131" fmla="*/ 179963 h 982498"/>
              <a:gd name="connsiteX132" fmla="*/ 131476 w 477264"/>
              <a:gd name="connsiteY132" fmla="*/ 204283 h 982498"/>
              <a:gd name="connsiteX133" fmla="*/ 107156 w 477264"/>
              <a:gd name="connsiteY133" fmla="*/ 179963 h 982498"/>
              <a:gd name="connsiteX134" fmla="*/ 131476 w 477264"/>
              <a:gd name="connsiteY134" fmla="*/ 155643 h 982498"/>
              <a:gd name="connsiteX135" fmla="*/ 238632 w 477264"/>
              <a:gd name="connsiteY135" fmla="*/ 155643 h 982498"/>
              <a:gd name="connsiteX136" fmla="*/ 262952 w 477264"/>
              <a:gd name="connsiteY136" fmla="*/ 179963 h 982498"/>
              <a:gd name="connsiteX137" fmla="*/ 238632 w 477264"/>
              <a:gd name="connsiteY137" fmla="*/ 204283 h 982498"/>
              <a:gd name="connsiteX138" fmla="*/ 214312 w 477264"/>
              <a:gd name="connsiteY138" fmla="*/ 179963 h 982498"/>
              <a:gd name="connsiteX139" fmla="*/ 238632 w 477264"/>
              <a:gd name="connsiteY139" fmla="*/ 155643 h 982498"/>
              <a:gd name="connsiteX140" fmla="*/ 345788 w 477264"/>
              <a:gd name="connsiteY140" fmla="*/ 155643 h 982498"/>
              <a:gd name="connsiteX141" fmla="*/ 370108 w 477264"/>
              <a:gd name="connsiteY141" fmla="*/ 179963 h 982498"/>
              <a:gd name="connsiteX142" fmla="*/ 345788 w 477264"/>
              <a:gd name="connsiteY142" fmla="*/ 204283 h 982498"/>
              <a:gd name="connsiteX143" fmla="*/ 321468 w 477264"/>
              <a:gd name="connsiteY143" fmla="*/ 179963 h 982498"/>
              <a:gd name="connsiteX144" fmla="*/ 345788 w 477264"/>
              <a:gd name="connsiteY144" fmla="*/ 155643 h 982498"/>
              <a:gd name="connsiteX145" fmla="*/ 452944 w 477264"/>
              <a:gd name="connsiteY145" fmla="*/ 155643 h 982498"/>
              <a:gd name="connsiteX146" fmla="*/ 477264 w 477264"/>
              <a:gd name="connsiteY146" fmla="*/ 179963 h 982498"/>
              <a:gd name="connsiteX147" fmla="*/ 452944 w 477264"/>
              <a:gd name="connsiteY147" fmla="*/ 204283 h 982498"/>
              <a:gd name="connsiteX148" fmla="*/ 428624 w 477264"/>
              <a:gd name="connsiteY148" fmla="*/ 179963 h 982498"/>
              <a:gd name="connsiteX149" fmla="*/ 452944 w 477264"/>
              <a:gd name="connsiteY149" fmla="*/ 155643 h 982498"/>
              <a:gd name="connsiteX150" fmla="*/ 452944 w 477264"/>
              <a:gd name="connsiteY150" fmla="*/ 0 h 982498"/>
              <a:gd name="connsiteX151" fmla="*/ 477264 w 477264"/>
              <a:gd name="connsiteY151" fmla="*/ 24320 h 982498"/>
              <a:gd name="connsiteX152" fmla="*/ 452944 w 477264"/>
              <a:gd name="connsiteY152" fmla="*/ 48640 h 982498"/>
              <a:gd name="connsiteX153" fmla="*/ 428624 w 477264"/>
              <a:gd name="connsiteY153" fmla="*/ 24320 h 982498"/>
              <a:gd name="connsiteX154" fmla="*/ 452944 w 477264"/>
              <a:gd name="connsiteY154" fmla="*/ 0 h 982498"/>
              <a:gd name="connsiteX155" fmla="*/ 345788 w 477264"/>
              <a:gd name="connsiteY155" fmla="*/ 0 h 982498"/>
              <a:gd name="connsiteX156" fmla="*/ 370108 w 477264"/>
              <a:gd name="connsiteY156" fmla="*/ 24320 h 982498"/>
              <a:gd name="connsiteX157" fmla="*/ 345788 w 477264"/>
              <a:gd name="connsiteY157" fmla="*/ 48640 h 982498"/>
              <a:gd name="connsiteX158" fmla="*/ 321468 w 477264"/>
              <a:gd name="connsiteY158" fmla="*/ 24320 h 982498"/>
              <a:gd name="connsiteX159" fmla="*/ 345788 w 477264"/>
              <a:gd name="connsiteY159" fmla="*/ 0 h 982498"/>
              <a:gd name="connsiteX160" fmla="*/ 238632 w 477264"/>
              <a:gd name="connsiteY160" fmla="*/ 0 h 982498"/>
              <a:gd name="connsiteX161" fmla="*/ 262952 w 477264"/>
              <a:gd name="connsiteY161" fmla="*/ 24320 h 982498"/>
              <a:gd name="connsiteX162" fmla="*/ 238632 w 477264"/>
              <a:gd name="connsiteY162" fmla="*/ 48640 h 982498"/>
              <a:gd name="connsiteX163" fmla="*/ 214312 w 477264"/>
              <a:gd name="connsiteY163" fmla="*/ 24320 h 982498"/>
              <a:gd name="connsiteX164" fmla="*/ 238632 w 477264"/>
              <a:gd name="connsiteY164" fmla="*/ 0 h 982498"/>
              <a:gd name="connsiteX165" fmla="*/ 131476 w 477264"/>
              <a:gd name="connsiteY165" fmla="*/ 0 h 982498"/>
              <a:gd name="connsiteX166" fmla="*/ 155796 w 477264"/>
              <a:gd name="connsiteY166" fmla="*/ 24320 h 982498"/>
              <a:gd name="connsiteX167" fmla="*/ 131476 w 477264"/>
              <a:gd name="connsiteY167" fmla="*/ 48640 h 982498"/>
              <a:gd name="connsiteX168" fmla="*/ 107156 w 477264"/>
              <a:gd name="connsiteY168" fmla="*/ 24320 h 982498"/>
              <a:gd name="connsiteX169" fmla="*/ 131476 w 477264"/>
              <a:gd name="connsiteY169" fmla="*/ 0 h 982498"/>
              <a:gd name="connsiteX170" fmla="*/ 24320 w 477264"/>
              <a:gd name="connsiteY170" fmla="*/ 0 h 982498"/>
              <a:gd name="connsiteX171" fmla="*/ 48640 w 477264"/>
              <a:gd name="connsiteY171" fmla="*/ 24320 h 982498"/>
              <a:gd name="connsiteX172" fmla="*/ 24320 w 477264"/>
              <a:gd name="connsiteY172" fmla="*/ 48640 h 982498"/>
              <a:gd name="connsiteX173" fmla="*/ 0 w 477264"/>
              <a:gd name="connsiteY173" fmla="*/ 24320 h 982498"/>
              <a:gd name="connsiteX174" fmla="*/ 24320 w 477264"/>
              <a:gd name="connsiteY174" fmla="*/ 0 h 9824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Lst>
            <a:rect l="l" t="t" r="r" b="b"/>
            <a:pathLst>
              <a:path w="477264" h="982498">
                <a:moveTo>
                  <a:pt x="452944" y="933858"/>
                </a:moveTo>
                <a:cubicBezTo>
                  <a:pt x="466376" y="933858"/>
                  <a:pt x="477264" y="944746"/>
                  <a:pt x="477264" y="958178"/>
                </a:cubicBezTo>
                <a:cubicBezTo>
                  <a:pt x="477264" y="971610"/>
                  <a:pt x="466376" y="982498"/>
                  <a:pt x="452944" y="982498"/>
                </a:cubicBezTo>
                <a:cubicBezTo>
                  <a:pt x="439512" y="982498"/>
                  <a:pt x="428624" y="971610"/>
                  <a:pt x="428624" y="958178"/>
                </a:cubicBezTo>
                <a:cubicBezTo>
                  <a:pt x="428624" y="944746"/>
                  <a:pt x="439512" y="933858"/>
                  <a:pt x="452944" y="933858"/>
                </a:cubicBezTo>
                <a:close/>
                <a:moveTo>
                  <a:pt x="345788" y="933858"/>
                </a:moveTo>
                <a:cubicBezTo>
                  <a:pt x="359220" y="933858"/>
                  <a:pt x="370108" y="944746"/>
                  <a:pt x="370108" y="958178"/>
                </a:cubicBezTo>
                <a:cubicBezTo>
                  <a:pt x="370108" y="971610"/>
                  <a:pt x="359220" y="982498"/>
                  <a:pt x="345788" y="982498"/>
                </a:cubicBezTo>
                <a:cubicBezTo>
                  <a:pt x="332356" y="982498"/>
                  <a:pt x="321468" y="971610"/>
                  <a:pt x="321468" y="958178"/>
                </a:cubicBezTo>
                <a:cubicBezTo>
                  <a:pt x="321468" y="944746"/>
                  <a:pt x="332356" y="933858"/>
                  <a:pt x="345788" y="933858"/>
                </a:cubicBezTo>
                <a:close/>
                <a:moveTo>
                  <a:pt x="238632" y="933858"/>
                </a:moveTo>
                <a:cubicBezTo>
                  <a:pt x="252064" y="933858"/>
                  <a:pt x="262952" y="944746"/>
                  <a:pt x="262952" y="958178"/>
                </a:cubicBezTo>
                <a:cubicBezTo>
                  <a:pt x="262952" y="971610"/>
                  <a:pt x="252064" y="982498"/>
                  <a:pt x="238632" y="982498"/>
                </a:cubicBezTo>
                <a:cubicBezTo>
                  <a:pt x="225200" y="982498"/>
                  <a:pt x="214312" y="971610"/>
                  <a:pt x="214312" y="958178"/>
                </a:cubicBezTo>
                <a:cubicBezTo>
                  <a:pt x="214312" y="944746"/>
                  <a:pt x="225200" y="933858"/>
                  <a:pt x="238632" y="933858"/>
                </a:cubicBezTo>
                <a:close/>
                <a:moveTo>
                  <a:pt x="131476" y="933858"/>
                </a:moveTo>
                <a:cubicBezTo>
                  <a:pt x="144908" y="933858"/>
                  <a:pt x="155796" y="944746"/>
                  <a:pt x="155796" y="958178"/>
                </a:cubicBezTo>
                <a:cubicBezTo>
                  <a:pt x="155796" y="971610"/>
                  <a:pt x="144908" y="982498"/>
                  <a:pt x="131476" y="982498"/>
                </a:cubicBezTo>
                <a:cubicBezTo>
                  <a:pt x="118044" y="982498"/>
                  <a:pt x="107156" y="971610"/>
                  <a:pt x="107156" y="958178"/>
                </a:cubicBezTo>
                <a:cubicBezTo>
                  <a:pt x="107156" y="944746"/>
                  <a:pt x="118044" y="933858"/>
                  <a:pt x="131476" y="933858"/>
                </a:cubicBezTo>
                <a:close/>
                <a:moveTo>
                  <a:pt x="24320" y="933858"/>
                </a:moveTo>
                <a:cubicBezTo>
                  <a:pt x="37752" y="933858"/>
                  <a:pt x="48640" y="944746"/>
                  <a:pt x="48640" y="958178"/>
                </a:cubicBezTo>
                <a:cubicBezTo>
                  <a:pt x="48640" y="971610"/>
                  <a:pt x="37752" y="982498"/>
                  <a:pt x="24320" y="982498"/>
                </a:cubicBezTo>
                <a:cubicBezTo>
                  <a:pt x="10888" y="982498"/>
                  <a:pt x="0" y="971610"/>
                  <a:pt x="0" y="958178"/>
                </a:cubicBezTo>
                <a:cubicBezTo>
                  <a:pt x="0" y="944746"/>
                  <a:pt x="10888" y="933858"/>
                  <a:pt x="24320" y="933858"/>
                </a:cubicBezTo>
                <a:close/>
                <a:moveTo>
                  <a:pt x="452944" y="778215"/>
                </a:moveTo>
                <a:cubicBezTo>
                  <a:pt x="466376" y="778215"/>
                  <a:pt x="477264" y="789103"/>
                  <a:pt x="477264" y="802535"/>
                </a:cubicBezTo>
                <a:cubicBezTo>
                  <a:pt x="477264" y="815967"/>
                  <a:pt x="466376" y="826855"/>
                  <a:pt x="452944" y="826855"/>
                </a:cubicBezTo>
                <a:cubicBezTo>
                  <a:pt x="439512" y="826855"/>
                  <a:pt x="428624" y="815967"/>
                  <a:pt x="428624" y="802535"/>
                </a:cubicBezTo>
                <a:cubicBezTo>
                  <a:pt x="428624" y="789103"/>
                  <a:pt x="439512" y="778215"/>
                  <a:pt x="452944" y="778215"/>
                </a:cubicBezTo>
                <a:close/>
                <a:moveTo>
                  <a:pt x="345788" y="778215"/>
                </a:moveTo>
                <a:cubicBezTo>
                  <a:pt x="359220" y="778215"/>
                  <a:pt x="370108" y="789103"/>
                  <a:pt x="370108" y="802535"/>
                </a:cubicBezTo>
                <a:cubicBezTo>
                  <a:pt x="370108" y="815967"/>
                  <a:pt x="359220" y="826855"/>
                  <a:pt x="345788" y="826855"/>
                </a:cubicBezTo>
                <a:cubicBezTo>
                  <a:pt x="332356" y="826855"/>
                  <a:pt x="321468" y="815967"/>
                  <a:pt x="321468" y="802535"/>
                </a:cubicBezTo>
                <a:cubicBezTo>
                  <a:pt x="321468" y="789103"/>
                  <a:pt x="332356" y="778215"/>
                  <a:pt x="345788" y="778215"/>
                </a:cubicBezTo>
                <a:close/>
                <a:moveTo>
                  <a:pt x="238632" y="778215"/>
                </a:moveTo>
                <a:cubicBezTo>
                  <a:pt x="252064" y="778215"/>
                  <a:pt x="262952" y="789103"/>
                  <a:pt x="262952" y="802535"/>
                </a:cubicBezTo>
                <a:cubicBezTo>
                  <a:pt x="262952" y="815967"/>
                  <a:pt x="252064" y="826855"/>
                  <a:pt x="238632" y="826855"/>
                </a:cubicBezTo>
                <a:cubicBezTo>
                  <a:pt x="225200" y="826855"/>
                  <a:pt x="214312" y="815967"/>
                  <a:pt x="214312" y="802535"/>
                </a:cubicBezTo>
                <a:cubicBezTo>
                  <a:pt x="214312" y="789103"/>
                  <a:pt x="225200" y="778215"/>
                  <a:pt x="238632" y="778215"/>
                </a:cubicBezTo>
                <a:close/>
                <a:moveTo>
                  <a:pt x="131476" y="778215"/>
                </a:moveTo>
                <a:cubicBezTo>
                  <a:pt x="144908" y="778215"/>
                  <a:pt x="155796" y="789103"/>
                  <a:pt x="155796" y="802535"/>
                </a:cubicBezTo>
                <a:cubicBezTo>
                  <a:pt x="155796" y="815967"/>
                  <a:pt x="144908" y="826855"/>
                  <a:pt x="131476" y="826855"/>
                </a:cubicBezTo>
                <a:cubicBezTo>
                  <a:pt x="118044" y="826855"/>
                  <a:pt x="107156" y="815967"/>
                  <a:pt x="107156" y="802535"/>
                </a:cubicBezTo>
                <a:cubicBezTo>
                  <a:pt x="107156" y="789103"/>
                  <a:pt x="118044" y="778215"/>
                  <a:pt x="131476" y="778215"/>
                </a:cubicBezTo>
                <a:close/>
                <a:moveTo>
                  <a:pt x="24320" y="778215"/>
                </a:moveTo>
                <a:cubicBezTo>
                  <a:pt x="37752" y="778215"/>
                  <a:pt x="48640" y="789103"/>
                  <a:pt x="48640" y="802535"/>
                </a:cubicBezTo>
                <a:cubicBezTo>
                  <a:pt x="48640" y="815967"/>
                  <a:pt x="37752" y="826855"/>
                  <a:pt x="24320" y="826855"/>
                </a:cubicBezTo>
                <a:cubicBezTo>
                  <a:pt x="10888" y="826855"/>
                  <a:pt x="0" y="815967"/>
                  <a:pt x="0" y="802535"/>
                </a:cubicBezTo>
                <a:cubicBezTo>
                  <a:pt x="0" y="789103"/>
                  <a:pt x="10888" y="778215"/>
                  <a:pt x="24320" y="778215"/>
                </a:cubicBezTo>
                <a:close/>
                <a:moveTo>
                  <a:pt x="452944" y="622572"/>
                </a:moveTo>
                <a:cubicBezTo>
                  <a:pt x="466376" y="622572"/>
                  <a:pt x="477264" y="633460"/>
                  <a:pt x="477264" y="646892"/>
                </a:cubicBezTo>
                <a:cubicBezTo>
                  <a:pt x="477264" y="660324"/>
                  <a:pt x="466376" y="671212"/>
                  <a:pt x="452944" y="671212"/>
                </a:cubicBezTo>
                <a:cubicBezTo>
                  <a:pt x="439512" y="671212"/>
                  <a:pt x="428624" y="660324"/>
                  <a:pt x="428624" y="646892"/>
                </a:cubicBezTo>
                <a:cubicBezTo>
                  <a:pt x="428624" y="633460"/>
                  <a:pt x="439512" y="622572"/>
                  <a:pt x="452944" y="622572"/>
                </a:cubicBezTo>
                <a:close/>
                <a:moveTo>
                  <a:pt x="345788" y="622572"/>
                </a:moveTo>
                <a:cubicBezTo>
                  <a:pt x="359220" y="622572"/>
                  <a:pt x="370108" y="633460"/>
                  <a:pt x="370108" y="646892"/>
                </a:cubicBezTo>
                <a:cubicBezTo>
                  <a:pt x="370108" y="660324"/>
                  <a:pt x="359220" y="671212"/>
                  <a:pt x="345788" y="671212"/>
                </a:cubicBezTo>
                <a:cubicBezTo>
                  <a:pt x="332356" y="671212"/>
                  <a:pt x="321468" y="660324"/>
                  <a:pt x="321468" y="646892"/>
                </a:cubicBezTo>
                <a:cubicBezTo>
                  <a:pt x="321468" y="633460"/>
                  <a:pt x="332356" y="622572"/>
                  <a:pt x="345788" y="622572"/>
                </a:cubicBezTo>
                <a:close/>
                <a:moveTo>
                  <a:pt x="238632" y="622572"/>
                </a:moveTo>
                <a:cubicBezTo>
                  <a:pt x="252064" y="622572"/>
                  <a:pt x="262952" y="633460"/>
                  <a:pt x="262952" y="646892"/>
                </a:cubicBezTo>
                <a:cubicBezTo>
                  <a:pt x="262952" y="660324"/>
                  <a:pt x="252064" y="671212"/>
                  <a:pt x="238632" y="671212"/>
                </a:cubicBezTo>
                <a:cubicBezTo>
                  <a:pt x="225200" y="671212"/>
                  <a:pt x="214312" y="660324"/>
                  <a:pt x="214312" y="646892"/>
                </a:cubicBezTo>
                <a:cubicBezTo>
                  <a:pt x="214312" y="633460"/>
                  <a:pt x="225200" y="622572"/>
                  <a:pt x="238632" y="622572"/>
                </a:cubicBezTo>
                <a:close/>
                <a:moveTo>
                  <a:pt x="131476" y="622572"/>
                </a:moveTo>
                <a:cubicBezTo>
                  <a:pt x="144908" y="622572"/>
                  <a:pt x="155796" y="633460"/>
                  <a:pt x="155796" y="646892"/>
                </a:cubicBezTo>
                <a:cubicBezTo>
                  <a:pt x="155796" y="660324"/>
                  <a:pt x="144908" y="671212"/>
                  <a:pt x="131476" y="671212"/>
                </a:cubicBezTo>
                <a:cubicBezTo>
                  <a:pt x="118044" y="671212"/>
                  <a:pt x="107156" y="660324"/>
                  <a:pt x="107156" y="646892"/>
                </a:cubicBezTo>
                <a:cubicBezTo>
                  <a:pt x="107156" y="633460"/>
                  <a:pt x="118044" y="622572"/>
                  <a:pt x="131476" y="622572"/>
                </a:cubicBezTo>
                <a:close/>
                <a:moveTo>
                  <a:pt x="24320" y="622572"/>
                </a:moveTo>
                <a:cubicBezTo>
                  <a:pt x="37752" y="622572"/>
                  <a:pt x="48640" y="633460"/>
                  <a:pt x="48640" y="646892"/>
                </a:cubicBezTo>
                <a:cubicBezTo>
                  <a:pt x="48640" y="660324"/>
                  <a:pt x="37752" y="671212"/>
                  <a:pt x="24320" y="671212"/>
                </a:cubicBezTo>
                <a:cubicBezTo>
                  <a:pt x="10888" y="671212"/>
                  <a:pt x="0" y="660324"/>
                  <a:pt x="0" y="646892"/>
                </a:cubicBezTo>
                <a:cubicBezTo>
                  <a:pt x="0" y="633460"/>
                  <a:pt x="10888" y="622572"/>
                  <a:pt x="24320" y="622572"/>
                </a:cubicBezTo>
                <a:close/>
                <a:moveTo>
                  <a:pt x="24320" y="466929"/>
                </a:moveTo>
                <a:cubicBezTo>
                  <a:pt x="37752" y="466929"/>
                  <a:pt x="48640" y="477817"/>
                  <a:pt x="48640" y="491249"/>
                </a:cubicBezTo>
                <a:cubicBezTo>
                  <a:pt x="48640" y="504681"/>
                  <a:pt x="37752" y="515569"/>
                  <a:pt x="24320" y="515569"/>
                </a:cubicBezTo>
                <a:cubicBezTo>
                  <a:pt x="10888" y="515569"/>
                  <a:pt x="0" y="504681"/>
                  <a:pt x="0" y="491249"/>
                </a:cubicBezTo>
                <a:cubicBezTo>
                  <a:pt x="0" y="477817"/>
                  <a:pt x="10888" y="466929"/>
                  <a:pt x="24320" y="466929"/>
                </a:cubicBezTo>
                <a:close/>
                <a:moveTo>
                  <a:pt x="131476" y="466929"/>
                </a:moveTo>
                <a:cubicBezTo>
                  <a:pt x="144908" y="466929"/>
                  <a:pt x="155796" y="477817"/>
                  <a:pt x="155796" y="491249"/>
                </a:cubicBezTo>
                <a:cubicBezTo>
                  <a:pt x="155796" y="504681"/>
                  <a:pt x="144908" y="515569"/>
                  <a:pt x="131476" y="515569"/>
                </a:cubicBezTo>
                <a:cubicBezTo>
                  <a:pt x="118044" y="515569"/>
                  <a:pt x="107156" y="504681"/>
                  <a:pt x="107156" y="491249"/>
                </a:cubicBezTo>
                <a:cubicBezTo>
                  <a:pt x="107156" y="477817"/>
                  <a:pt x="118044" y="466929"/>
                  <a:pt x="131476" y="466929"/>
                </a:cubicBezTo>
                <a:close/>
                <a:moveTo>
                  <a:pt x="238632" y="466929"/>
                </a:moveTo>
                <a:cubicBezTo>
                  <a:pt x="252064" y="466929"/>
                  <a:pt x="262952" y="477817"/>
                  <a:pt x="262952" y="491249"/>
                </a:cubicBezTo>
                <a:cubicBezTo>
                  <a:pt x="262952" y="504681"/>
                  <a:pt x="252064" y="515569"/>
                  <a:pt x="238632" y="515569"/>
                </a:cubicBezTo>
                <a:cubicBezTo>
                  <a:pt x="225200" y="515569"/>
                  <a:pt x="214312" y="504681"/>
                  <a:pt x="214312" y="491249"/>
                </a:cubicBezTo>
                <a:cubicBezTo>
                  <a:pt x="214312" y="477817"/>
                  <a:pt x="225200" y="466929"/>
                  <a:pt x="238632" y="466929"/>
                </a:cubicBezTo>
                <a:close/>
                <a:moveTo>
                  <a:pt x="345788" y="466929"/>
                </a:moveTo>
                <a:cubicBezTo>
                  <a:pt x="359220" y="466929"/>
                  <a:pt x="370108" y="477817"/>
                  <a:pt x="370108" y="491249"/>
                </a:cubicBezTo>
                <a:cubicBezTo>
                  <a:pt x="370108" y="504681"/>
                  <a:pt x="359220" y="515569"/>
                  <a:pt x="345788" y="515569"/>
                </a:cubicBezTo>
                <a:cubicBezTo>
                  <a:pt x="332356" y="515569"/>
                  <a:pt x="321468" y="504681"/>
                  <a:pt x="321468" y="491249"/>
                </a:cubicBezTo>
                <a:cubicBezTo>
                  <a:pt x="321468" y="477817"/>
                  <a:pt x="332356" y="466929"/>
                  <a:pt x="345788" y="466929"/>
                </a:cubicBezTo>
                <a:close/>
                <a:moveTo>
                  <a:pt x="452944" y="466929"/>
                </a:moveTo>
                <a:cubicBezTo>
                  <a:pt x="466376" y="466929"/>
                  <a:pt x="477264" y="477817"/>
                  <a:pt x="477264" y="491249"/>
                </a:cubicBezTo>
                <a:cubicBezTo>
                  <a:pt x="477264" y="504681"/>
                  <a:pt x="466376" y="515569"/>
                  <a:pt x="452944" y="515569"/>
                </a:cubicBezTo>
                <a:cubicBezTo>
                  <a:pt x="439512" y="515569"/>
                  <a:pt x="428624" y="504681"/>
                  <a:pt x="428624" y="491249"/>
                </a:cubicBezTo>
                <a:cubicBezTo>
                  <a:pt x="428624" y="477817"/>
                  <a:pt x="439512" y="466929"/>
                  <a:pt x="452944" y="466929"/>
                </a:cubicBezTo>
                <a:close/>
                <a:moveTo>
                  <a:pt x="24320" y="311287"/>
                </a:moveTo>
                <a:cubicBezTo>
                  <a:pt x="37752" y="311287"/>
                  <a:pt x="48640" y="322175"/>
                  <a:pt x="48640" y="335607"/>
                </a:cubicBezTo>
                <a:cubicBezTo>
                  <a:pt x="48640" y="349038"/>
                  <a:pt x="37752" y="359926"/>
                  <a:pt x="24320" y="359926"/>
                </a:cubicBezTo>
                <a:cubicBezTo>
                  <a:pt x="10888" y="359926"/>
                  <a:pt x="0" y="349038"/>
                  <a:pt x="0" y="335607"/>
                </a:cubicBezTo>
                <a:cubicBezTo>
                  <a:pt x="0" y="322175"/>
                  <a:pt x="10888" y="311287"/>
                  <a:pt x="24320" y="311287"/>
                </a:cubicBezTo>
                <a:close/>
                <a:moveTo>
                  <a:pt x="131476" y="311286"/>
                </a:moveTo>
                <a:cubicBezTo>
                  <a:pt x="144908" y="311286"/>
                  <a:pt x="155796" y="322174"/>
                  <a:pt x="155796" y="335606"/>
                </a:cubicBezTo>
                <a:cubicBezTo>
                  <a:pt x="155796" y="349038"/>
                  <a:pt x="144908" y="359926"/>
                  <a:pt x="131476" y="359926"/>
                </a:cubicBezTo>
                <a:cubicBezTo>
                  <a:pt x="118044" y="359926"/>
                  <a:pt x="107156" y="349038"/>
                  <a:pt x="107156" y="335606"/>
                </a:cubicBezTo>
                <a:cubicBezTo>
                  <a:pt x="107156" y="322174"/>
                  <a:pt x="118044" y="311286"/>
                  <a:pt x="131476" y="311286"/>
                </a:cubicBezTo>
                <a:close/>
                <a:moveTo>
                  <a:pt x="238632" y="311286"/>
                </a:moveTo>
                <a:cubicBezTo>
                  <a:pt x="252064" y="311286"/>
                  <a:pt x="262952" y="322174"/>
                  <a:pt x="262952" y="335606"/>
                </a:cubicBezTo>
                <a:cubicBezTo>
                  <a:pt x="262952" y="349038"/>
                  <a:pt x="252064" y="359926"/>
                  <a:pt x="238632" y="359926"/>
                </a:cubicBezTo>
                <a:cubicBezTo>
                  <a:pt x="225200" y="359926"/>
                  <a:pt x="214312" y="349038"/>
                  <a:pt x="214312" y="335606"/>
                </a:cubicBezTo>
                <a:cubicBezTo>
                  <a:pt x="214312" y="322174"/>
                  <a:pt x="225200" y="311286"/>
                  <a:pt x="238632" y="311286"/>
                </a:cubicBezTo>
                <a:close/>
                <a:moveTo>
                  <a:pt x="345788" y="311286"/>
                </a:moveTo>
                <a:cubicBezTo>
                  <a:pt x="359220" y="311286"/>
                  <a:pt x="370108" y="322174"/>
                  <a:pt x="370108" y="335606"/>
                </a:cubicBezTo>
                <a:cubicBezTo>
                  <a:pt x="370108" y="349038"/>
                  <a:pt x="359220" y="359926"/>
                  <a:pt x="345788" y="359926"/>
                </a:cubicBezTo>
                <a:cubicBezTo>
                  <a:pt x="332356" y="359926"/>
                  <a:pt x="321468" y="349038"/>
                  <a:pt x="321468" y="335606"/>
                </a:cubicBezTo>
                <a:cubicBezTo>
                  <a:pt x="321468" y="322174"/>
                  <a:pt x="332356" y="311286"/>
                  <a:pt x="345788" y="311286"/>
                </a:cubicBezTo>
                <a:close/>
                <a:moveTo>
                  <a:pt x="452944" y="311286"/>
                </a:moveTo>
                <a:cubicBezTo>
                  <a:pt x="466376" y="311286"/>
                  <a:pt x="477264" y="322174"/>
                  <a:pt x="477264" y="335606"/>
                </a:cubicBezTo>
                <a:cubicBezTo>
                  <a:pt x="477264" y="349038"/>
                  <a:pt x="466376" y="359926"/>
                  <a:pt x="452944" y="359926"/>
                </a:cubicBezTo>
                <a:cubicBezTo>
                  <a:pt x="439512" y="359926"/>
                  <a:pt x="428624" y="349038"/>
                  <a:pt x="428624" y="335606"/>
                </a:cubicBezTo>
                <a:cubicBezTo>
                  <a:pt x="428624" y="322174"/>
                  <a:pt x="439512" y="311286"/>
                  <a:pt x="452944" y="311286"/>
                </a:cubicBezTo>
                <a:close/>
                <a:moveTo>
                  <a:pt x="24320" y="155643"/>
                </a:moveTo>
                <a:cubicBezTo>
                  <a:pt x="37752" y="155643"/>
                  <a:pt x="48640" y="166531"/>
                  <a:pt x="48640" y="179963"/>
                </a:cubicBezTo>
                <a:cubicBezTo>
                  <a:pt x="48640" y="193395"/>
                  <a:pt x="37752" y="204283"/>
                  <a:pt x="24320" y="204283"/>
                </a:cubicBezTo>
                <a:cubicBezTo>
                  <a:pt x="10888" y="204283"/>
                  <a:pt x="0" y="193395"/>
                  <a:pt x="0" y="179963"/>
                </a:cubicBezTo>
                <a:cubicBezTo>
                  <a:pt x="0" y="166531"/>
                  <a:pt x="10888" y="155643"/>
                  <a:pt x="24320" y="155643"/>
                </a:cubicBezTo>
                <a:close/>
                <a:moveTo>
                  <a:pt x="131476" y="155643"/>
                </a:moveTo>
                <a:cubicBezTo>
                  <a:pt x="144908" y="155643"/>
                  <a:pt x="155796" y="166531"/>
                  <a:pt x="155796" y="179963"/>
                </a:cubicBezTo>
                <a:cubicBezTo>
                  <a:pt x="155796" y="193395"/>
                  <a:pt x="144908" y="204283"/>
                  <a:pt x="131476" y="204283"/>
                </a:cubicBezTo>
                <a:cubicBezTo>
                  <a:pt x="118044" y="204283"/>
                  <a:pt x="107156" y="193395"/>
                  <a:pt x="107156" y="179963"/>
                </a:cubicBezTo>
                <a:cubicBezTo>
                  <a:pt x="107156" y="166531"/>
                  <a:pt x="118044" y="155643"/>
                  <a:pt x="131476" y="155643"/>
                </a:cubicBezTo>
                <a:close/>
                <a:moveTo>
                  <a:pt x="238632" y="155643"/>
                </a:moveTo>
                <a:cubicBezTo>
                  <a:pt x="252064" y="155643"/>
                  <a:pt x="262952" y="166531"/>
                  <a:pt x="262952" y="179963"/>
                </a:cubicBezTo>
                <a:cubicBezTo>
                  <a:pt x="262952" y="193395"/>
                  <a:pt x="252064" y="204283"/>
                  <a:pt x="238632" y="204283"/>
                </a:cubicBezTo>
                <a:cubicBezTo>
                  <a:pt x="225200" y="204283"/>
                  <a:pt x="214312" y="193395"/>
                  <a:pt x="214312" y="179963"/>
                </a:cubicBezTo>
                <a:cubicBezTo>
                  <a:pt x="214312" y="166531"/>
                  <a:pt x="225200" y="155643"/>
                  <a:pt x="238632" y="155643"/>
                </a:cubicBezTo>
                <a:close/>
                <a:moveTo>
                  <a:pt x="345788" y="155643"/>
                </a:moveTo>
                <a:cubicBezTo>
                  <a:pt x="359220" y="155643"/>
                  <a:pt x="370108" y="166531"/>
                  <a:pt x="370108" y="179963"/>
                </a:cubicBezTo>
                <a:cubicBezTo>
                  <a:pt x="370108" y="193395"/>
                  <a:pt x="359220" y="204283"/>
                  <a:pt x="345788" y="204283"/>
                </a:cubicBezTo>
                <a:cubicBezTo>
                  <a:pt x="332356" y="204283"/>
                  <a:pt x="321468" y="193395"/>
                  <a:pt x="321468" y="179963"/>
                </a:cubicBezTo>
                <a:cubicBezTo>
                  <a:pt x="321468" y="166531"/>
                  <a:pt x="332356" y="155643"/>
                  <a:pt x="345788" y="155643"/>
                </a:cubicBezTo>
                <a:close/>
                <a:moveTo>
                  <a:pt x="452944" y="155643"/>
                </a:moveTo>
                <a:cubicBezTo>
                  <a:pt x="466376" y="155643"/>
                  <a:pt x="477264" y="166531"/>
                  <a:pt x="477264" y="179963"/>
                </a:cubicBezTo>
                <a:cubicBezTo>
                  <a:pt x="477264" y="193395"/>
                  <a:pt x="466376" y="204283"/>
                  <a:pt x="452944" y="204283"/>
                </a:cubicBezTo>
                <a:cubicBezTo>
                  <a:pt x="439512" y="204283"/>
                  <a:pt x="428624" y="193395"/>
                  <a:pt x="428624" y="179963"/>
                </a:cubicBezTo>
                <a:cubicBezTo>
                  <a:pt x="428624" y="166531"/>
                  <a:pt x="439512" y="155643"/>
                  <a:pt x="452944" y="155643"/>
                </a:cubicBezTo>
                <a:close/>
                <a:moveTo>
                  <a:pt x="452944" y="0"/>
                </a:moveTo>
                <a:cubicBezTo>
                  <a:pt x="466376" y="0"/>
                  <a:pt x="477264" y="10888"/>
                  <a:pt x="477264" y="24320"/>
                </a:cubicBezTo>
                <a:cubicBezTo>
                  <a:pt x="477264" y="37752"/>
                  <a:pt x="466376" y="48640"/>
                  <a:pt x="452944" y="48640"/>
                </a:cubicBezTo>
                <a:cubicBezTo>
                  <a:pt x="439512" y="48640"/>
                  <a:pt x="428624" y="37752"/>
                  <a:pt x="428624" y="24320"/>
                </a:cubicBezTo>
                <a:cubicBezTo>
                  <a:pt x="428624" y="10888"/>
                  <a:pt x="439512" y="0"/>
                  <a:pt x="452944" y="0"/>
                </a:cubicBezTo>
                <a:close/>
                <a:moveTo>
                  <a:pt x="345788" y="0"/>
                </a:moveTo>
                <a:cubicBezTo>
                  <a:pt x="359220" y="0"/>
                  <a:pt x="370108" y="10888"/>
                  <a:pt x="370108" y="24320"/>
                </a:cubicBezTo>
                <a:cubicBezTo>
                  <a:pt x="370108" y="37752"/>
                  <a:pt x="359220" y="48640"/>
                  <a:pt x="345788" y="48640"/>
                </a:cubicBezTo>
                <a:cubicBezTo>
                  <a:pt x="332356" y="48640"/>
                  <a:pt x="321468" y="37752"/>
                  <a:pt x="321468" y="24320"/>
                </a:cubicBezTo>
                <a:cubicBezTo>
                  <a:pt x="321468" y="10888"/>
                  <a:pt x="332356" y="0"/>
                  <a:pt x="345788" y="0"/>
                </a:cubicBezTo>
                <a:close/>
                <a:moveTo>
                  <a:pt x="238632" y="0"/>
                </a:moveTo>
                <a:cubicBezTo>
                  <a:pt x="252064" y="0"/>
                  <a:pt x="262952" y="10888"/>
                  <a:pt x="262952" y="24320"/>
                </a:cubicBezTo>
                <a:cubicBezTo>
                  <a:pt x="262952" y="37752"/>
                  <a:pt x="252064" y="48640"/>
                  <a:pt x="238632" y="48640"/>
                </a:cubicBezTo>
                <a:cubicBezTo>
                  <a:pt x="225200" y="48640"/>
                  <a:pt x="214312" y="37752"/>
                  <a:pt x="214312" y="24320"/>
                </a:cubicBezTo>
                <a:cubicBezTo>
                  <a:pt x="214312" y="10888"/>
                  <a:pt x="225200" y="0"/>
                  <a:pt x="238632" y="0"/>
                </a:cubicBezTo>
                <a:close/>
                <a:moveTo>
                  <a:pt x="131476" y="0"/>
                </a:moveTo>
                <a:cubicBezTo>
                  <a:pt x="144908" y="0"/>
                  <a:pt x="155796" y="10888"/>
                  <a:pt x="155796" y="24320"/>
                </a:cubicBezTo>
                <a:cubicBezTo>
                  <a:pt x="155796" y="37752"/>
                  <a:pt x="144908" y="48640"/>
                  <a:pt x="131476" y="48640"/>
                </a:cubicBezTo>
                <a:cubicBezTo>
                  <a:pt x="118044" y="48640"/>
                  <a:pt x="107156" y="37752"/>
                  <a:pt x="107156" y="24320"/>
                </a:cubicBezTo>
                <a:cubicBezTo>
                  <a:pt x="107156" y="10888"/>
                  <a:pt x="118044" y="0"/>
                  <a:pt x="131476" y="0"/>
                </a:cubicBezTo>
                <a:close/>
                <a:moveTo>
                  <a:pt x="24320" y="0"/>
                </a:moveTo>
                <a:cubicBezTo>
                  <a:pt x="37752" y="0"/>
                  <a:pt x="48640" y="10888"/>
                  <a:pt x="48640" y="24320"/>
                </a:cubicBezTo>
                <a:cubicBezTo>
                  <a:pt x="48640" y="37752"/>
                  <a:pt x="37752" y="48640"/>
                  <a:pt x="24320" y="48640"/>
                </a:cubicBezTo>
                <a:cubicBezTo>
                  <a:pt x="10888" y="48640"/>
                  <a:pt x="0" y="37752"/>
                  <a:pt x="0" y="24320"/>
                </a:cubicBezTo>
                <a:cubicBezTo>
                  <a:pt x="0" y="10888"/>
                  <a:pt x="10888" y="0"/>
                  <a:pt x="24320" y="0"/>
                </a:cubicBezTo>
                <a:close/>
              </a:path>
            </a:pathLst>
          </a:custGeom>
          <a:gradFill flip="none" rotWithShape="1">
            <a:gsLst>
              <a:gs pos="0">
                <a:srgbClr val="FFFFFF"/>
              </a:gs>
              <a:gs pos="100000">
                <a:srgbClr val="FFFFFF">
                  <a:alpha val="0"/>
                </a:srgbClr>
              </a:gs>
            </a:gsLst>
            <a:lin ang="54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sp>
        <p:nvSpPr>
          <p:cNvPr id="26" name="任意多边形: 形状 25"/>
          <p:cNvSpPr/>
          <p:nvPr/>
        </p:nvSpPr>
        <p:spPr>
          <a:xfrm rot="16200000">
            <a:off x="761999" y="275919"/>
            <a:ext cx="344335" cy="708849"/>
          </a:xfrm>
          <a:custGeom>
            <a:avLst/>
            <a:gdLst>
              <a:gd name="connsiteX0" fmla="*/ 452944 w 477264"/>
              <a:gd name="connsiteY0" fmla="*/ 933858 h 982498"/>
              <a:gd name="connsiteX1" fmla="*/ 477264 w 477264"/>
              <a:gd name="connsiteY1" fmla="*/ 958178 h 982498"/>
              <a:gd name="connsiteX2" fmla="*/ 452944 w 477264"/>
              <a:gd name="connsiteY2" fmla="*/ 982498 h 982498"/>
              <a:gd name="connsiteX3" fmla="*/ 428624 w 477264"/>
              <a:gd name="connsiteY3" fmla="*/ 958178 h 982498"/>
              <a:gd name="connsiteX4" fmla="*/ 452944 w 477264"/>
              <a:gd name="connsiteY4" fmla="*/ 933858 h 982498"/>
              <a:gd name="connsiteX5" fmla="*/ 345788 w 477264"/>
              <a:gd name="connsiteY5" fmla="*/ 933858 h 982498"/>
              <a:gd name="connsiteX6" fmla="*/ 370108 w 477264"/>
              <a:gd name="connsiteY6" fmla="*/ 958178 h 982498"/>
              <a:gd name="connsiteX7" fmla="*/ 345788 w 477264"/>
              <a:gd name="connsiteY7" fmla="*/ 982498 h 982498"/>
              <a:gd name="connsiteX8" fmla="*/ 321468 w 477264"/>
              <a:gd name="connsiteY8" fmla="*/ 958178 h 982498"/>
              <a:gd name="connsiteX9" fmla="*/ 345788 w 477264"/>
              <a:gd name="connsiteY9" fmla="*/ 933858 h 982498"/>
              <a:gd name="connsiteX10" fmla="*/ 238632 w 477264"/>
              <a:gd name="connsiteY10" fmla="*/ 933858 h 982498"/>
              <a:gd name="connsiteX11" fmla="*/ 262952 w 477264"/>
              <a:gd name="connsiteY11" fmla="*/ 958178 h 982498"/>
              <a:gd name="connsiteX12" fmla="*/ 238632 w 477264"/>
              <a:gd name="connsiteY12" fmla="*/ 982498 h 982498"/>
              <a:gd name="connsiteX13" fmla="*/ 214312 w 477264"/>
              <a:gd name="connsiteY13" fmla="*/ 958178 h 982498"/>
              <a:gd name="connsiteX14" fmla="*/ 238632 w 477264"/>
              <a:gd name="connsiteY14" fmla="*/ 933858 h 982498"/>
              <a:gd name="connsiteX15" fmla="*/ 131476 w 477264"/>
              <a:gd name="connsiteY15" fmla="*/ 933858 h 982498"/>
              <a:gd name="connsiteX16" fmla="*/ 155796 w 477264"/>
              <a:gd name="connsiteY16" fmla="*/ 958178 h 982498"/>
              <a:gd name="connsiteX17" fmla="*/ 131476 w 477264"/>
              <a:gd name="connsiteY17" fmla="*/ 982498 h 982498"/>
              <a:gd name="connsiteX18" fmla="*/ 107156 w 477264"/>
              <a:gd name="connsiteY18" fmla="*/ 958178 h 982498"/>
              <a:gd name="connsiteX19" fmla="*/ 131476 w 477264"/>
              <a:gd name="connsiteY19" fmla="*/ 933858 h 982498"/>
              <a:gd name="connsiteX20" fmla="*/ 24320 w 477264"/>
              <a:gd name="connsiteY20" fmla="*/ 933858 h 982498"/>
              <a:gd name="connsiteX21" fmla="*/ 48640 w 477264"/>
              <a:gd name="connsiteY21" fmla="*/ 958178 h 982498"/>
              <a:gd name="connsiteX22" fmla="*/ 24320 w 477264"/>
              <a:gd name="connsiteY22" fmla="*/ 982498 h 982498"/>
              <a:gd name="connsiteX23" fmla="*/ 0 w 477264"/>
              <a:gd name="connsiteY23" fmla="*/ 958178 h 982498"/>
              <a:gd name="connsiteX24" fmla="*/ 24320 w 477264"/>
              <a:gd name="connsiteY24" fmla="*/ 933858 h 982498"/>
              <a:gd name="connsiteX25" fmla="*/ 452944 w 477264"/>
              <a:gd name="connsiteY25" fmla="*/ 778215 h 982498"/>
              <a:gd name="connsiteX26" fmla="*/ 477264 w 477264"/>
              <a:gd name="connsiteY26" fmla="*/ 802535 h 982498"/>
              <a:gd name="connsiteX27" fmla="*/ 452944 w 477264"/>
              <a:gd name="connsiteY27" fmla="*/ 826855 h 982498"/>
              <a:gd name="connsiteX28" fmla="*/ 428624 w 477264"/>
              <a:gd name="connsiteY28" fmla="*/ 802535 h 982498"/>
              <a:gd name="connsiteX29" fmla="*/ 452944 w 477264"/>
              <a:gd name="connsiteY29" fmla="*/ 778215 h 982498"/>
              <a:gd name="connsiteX30" fmla="*/ 345788 w 477264"/>
              <a:gd name="connsiteY30" fmla="*/ 778215 h 982498"/>
              <a:gd name="connsiteX31" fmla="*/ 370108 w 477264"/>
              <a:gd name="connsiteY31" fmla="*/ 802535 h 982498"/>
              <a:gd name="connsiteX32" fmla="*/ 345788 w 477264"/>
              <a:gd name="connsiteY32" fmla="*/ 826855 h 982498"/>
              <a:gd name="connsiteX33" fmla="*/ 321468 w 477264"/>
              <a:gd name="connsiteY33" fmla="*/ 802535 h 982498"/>
              <a:gd name="connsiteX34" fmla="*/ 345788 w 477264"/>
              <a:gd name="connsiteY34" fmla="*/ 778215 h 982498"/>
              <a:gd name="connsiteX35" fmla="*/ 238632 w 477264"/>
              <a:gd name="connsiteY35" fmla="*/ 778215 h 982498"/>
              <a:gd name="connsiteX36" fmla="*/ 262952 w 477264"/>
              <a:gd name="connsiteY36" fmla="*/ 802535 h 982498"/>
              <a:gd name="connsiteX37" fmla="*/ 238632 w 477264"/>
              <a:gd name="connsiteY37" fmla="*/ 826855 h 982498"/>
              <a:gd name="connsiteX38" fmla="*/ 214312 w 477264"/>
              <a:gd name="connsiteY38" fmla="*/ 802535 h 982498"/>
              <a:gd name="connsiteX39" fmla="*/ 238632 w 477264"/>
              <a:gd name="connsiteY39" fmla="*/ 778215 h 982498"/>
              <a:gd name="connsiteX40" fmla="*/ 131476 w 477264"/>
              <a:gd name="connsiteY40" fmla="*/ 778215 h 982498"/>
              <a:gd name="connsiteX41" fmla="*/ 155796 w 477264"/>
              <a:gd name="connsiteY41" fmla="*/ 802535 h 982498"/>
              <a:gd name="connsiteX42" fmla="*/ 131476 w 477264"/>
              <a:gd name="connsiteY42" fmla="*/ 826855 h 982498"/>
              <a:gd name="connsiteX43" fmla="*/ 107156 w 477264"/>
              <a:gd name="connsiteY43" fmla="*/ 802535 h 982498"/>
              <a:gd name="connsiteX44" fmla="*/ 131476 w 477264"/>
              <a:gd name="connsiteY44" fmla="*/ 778215 h 982498"/>
              <a:gd name="connsiteX45" fmla="*/ 24320 w 477264"/>
              <a:gd name="connsiteY45" fmla="*/ 778215 h 982498"/>
              <a:gd name="connsiteX46" fmla="*/ 48640 w 477264"/>
              <a:gd name="connsiteY46" fmla="*/ 802535 h 982498"/>
              <a:gd name="connsiteX47" fmla="*/ 24320 w 477264"/>
              <a:gd name="connsiteY47" fmla="*/ 826855 h 982498"/>
              <a:gd name="connsiteX48" fmla="*/ 0 w 477264"/>
              <a:gd name="connsiteY48" fmla="*/ 802535 h 982498"/>
              <a:gd name="connsiteX49" fmla="*/ 24320 w 477264"/>
              <a:gd name="connsiteY49" fmla="*/ 778215 h 982498"/>
              <a:gd name="connsiteX50" fmla="*/ 452944 w 477264"/>
              <a:gd name="connsiteY50" fmla="*/ 622572 h 982498"/>
              <a:gd name="connsiteX51" fmla="*/ 477264 w 477264"/>
              <a:gd name="connsiteY51" fmla="*/ 646892 h 982498"/>
              <a:gd name="connsiteX52" fmla="*/ 452944 w 477264"/>
              <a:gd name="connsiteY52" fmla="*/ 671212 h 982498"/>
              <a:gd name="connsiteX53" fmla="*/ 428624 w 477264"/>
              <a:gd name="connsiteY53" fmla="*/ 646892 h 982498"/>
              <a:gd name="connsiteX54" fmla="*/ 452944 w 477264"/>
              <a:gd name="connsiteY54" fmla="*/ 622572 h 982498"/>
              <a:gd name="connsiteX55" fmla="*/ 345788 w 477264"/>
              <a:gd name="connsiteY55" fmla="*/ 622572 h 982498"/>
              <a:gd name="connsiteX56" fmla="*/ 370108 w 477264"/>
              <a:gd name="connsiteY56" fmla="*/ 646892 h 982498"/>
              <a:gd name="connsiteX57" fmla="*/ 345788 w 477264"/>
              <a:gd name="connsiteY57" fmla="*/ 671212 h 982498"/>
              <a:gd name="connsiteX58" fmla="*/ 321468 w 477264"/>
              <a:gd name="connsiteY58" fmla="*/ 646892 h 982498"/>
              <a:gd name="connsiteX59" fmla="*/ 345788 w 477264"/>
              <a:gd name="connsiteY59" fmla="*/ 622572 h 982498"/>
              <a:gd name="connsiteX60" fmla="*/ 238632 w 477264"/>
              <a:gd name="connsiteY60" fmla="*/ 622572 h 982498"/>
              <a:gd name="connsiteX61" fmla="*/ 262952 w 477264"/>
              <a:gd name="connsiteY61" fmla="*/ 646892 h 982498"/>
              <a:gd name="connsiteX62" fmla="*/ 238632 w 477264"/>
              <a:gd name="connsiteY62" fmla="*/ 671212 h 982498"/>
              <a:gd name="connsiteX63" fmla="*/ 214312 w 477264"/>
              <a:gd name="connsiteY63" fmla="*/ 646892 h 982498"/>
              <a:gd name="connsiteX64" fmla="*/ 238632 w 477264"/>
              <a:gd name="connsiteY64" fmla="*/ 622572 h 982498"/>
              <a:gd name="connsiteX65" fmla="*/ 131476 w 477264"/>
              <a:gd name="connsiteY65" fmla="*/ 622572 h 982498"/>
              <a:gd name="connsiteX66" fmla="*/ 155796 w 477264"/>
              <a:gd name="connsiteY66" fmla="*/ 646892 h 982498"/>
              <a:gd name="connsiteX67" fmla="*/ 131476 w 477264"/>
              <a:gd name="connsiteY67" fmla="*/ 671212 h 982498"/>
              <a:gd name="connsiteX68" fmla="*/ 107156 w 477264"/>
              <a:gd name="connsiteY68" fmla="*/ 646892 h 982498"/>
              <a:gd name="connsiteX69" fmla="*/ 131476 w 477264"/>
              <a:gd name="connsiteY69" fmla="*/ 622572 h 982498"/>
              <a:gd name="connsiteX70" fmla="*/ 24320 w 477264"/>
              <a:gd name="connsiteY70" fmla="*/ 622572 h 982498"/>
              <a:gd name="connsiteX71" fmla="*/ 48640 w 477264"/>
              <a:gd name="connsiteY71" fmla="*/ 646892 h 982498"/>
              <a:gd name="connsiteX72" fmla="*/ 24320 w 477264"/>
              <a:gd name="connsiteY72" fmla="*/ 671212 h 982498"/>
              <a:gd name="connsiteX73" fmla="*/ 0 w 477264"/>
              <a:gd name="connsiteY73" fmla="*/ 646892 h 982498"/>
              <a:gd name="connsiteX74" fmla="*/ 24320 w 477264"/>
              <a:gd name="connsiteY74" fmla="*/ 622572 h 982498"/>
              <a:gd name="connsiteX75" fmla="*/ 24320 w 477264"/>
              <a:gd name="connsiteY75" fmla="*/ 466929 h 982498"/>
              <a:gd name="connsiteX76" fmla="*/ 48640 w 477264"/>
              <a:gd name="connsiteY76" fmla="*/ 491249 h 982498"/>
              <a:gd name="connsiteX77" fmla="*/ 24320 w 477264"/>
              <a:gd name="connsiteY77" fmla="*/ 515569 h 982498"/>
              <a:gd name="connsiteX78" fmla="*/ 0 w 477264"/>
              <a:gd name="connsiteY78" fmla="*/ 491249 h 982498"/>
              <a:gd name="connsiteX79" fmla="*/ 24320 w 477264"/>
              <a:gd name="connsiteY79" fmla="*/ 466929 h 982498"/>
              <a:gd name="connsiteX80" fmla="*/ 131476 w 477264"/>
              <a:gd name="connsiteY80" fmla="*/ 466929 h 982498"/>
              <a:gd name="connsiteX81" fmla="*/ 155796 w 477264"/>
              <a:gd name="connsiteY81" fmla="*/ 491249 h 982498"/>
              <a:gd name="connsiteX82" fmla="*/ 131476 w 477264"/>
              <a:gd name="connsiteY82" fmla="*/ 515569 h 982498"/>
              <a:gd name="connsiteX83" fmla="*/ 107156 w 477264"/>
              <a:gd name="connsiteY83" fmla="*/ 491249 h 982498"/>
              <a:gd name="connsiteX84" fmla="*/ 131476 w 477264"/>
              <a:gd name="connsiteY84" fmla="*/ 466929 h 982498"/>
              <a:gd name="connsiteX85" fmla="*/ 238632 w 477264"/>
              <a:gd name="connsiteY85" fmla="*/ 466929 h 982498"/>
              <a:gd name="connsiteX86" fmla="*/ 262952 w 477264"/>
              <a:gd name="connsiteY86" fmla="*/ 491249 h 982498"/>
              <a:gd name="connsiteX87" fmla="*/ 238632 w 477264"/>
              <a:gd name="connsiteY87" fmla="*/ 515569 h 982498"/>
              <a:gd name="connsiteX88" fmla="*/ 214312 w 477264"/>
              <a:gd name="connsiteY88" fmla="*/ 491249 h 982498"/>
              <a:gd name="connsiteX89" fmla="*/ 238632 w 477264"/>
              <a:gd name="connsiteY89" fmla="*/ 466929 h 982498"/>
              <a:gd name="connsiteX90" fmla="*/ 345788 w 477264"/>
              <a:gd name="connsiteY90" fmla="*/ 466929 h 982498"/>
              <a:gd name="connsiteX91" fmla="*/ 370108 w 477264"/>
              <a:gd name="connsiteY91" fmla="*/ 491249 h 982498"/>
              <a:gd name="connsiteX92" fmla="*/ 345788 w 477264"/>
              <a:gd name="connsiteY92" fmla="*/ 515569 h 982498"/>
              <a:gd name="connsiteX93" fmla="*/ 321468 w 477264"/>
              <a:gd name="connsiteY93" fmla="*/ 491249 h 982498"/>
              <a:gd name="connsiteX94" fmla="*/ 345788 w 477264"/>
              <a:gd name="connsiteY94" fmla="*/ 466929 h 982498"/>
              <a:gd name="connsiteX95" fmla="*/ 452944 w 477264"/>
              <a:gd name="connsiteY95" fmla="*/ 466929 h 982498"/>
              <a:gd name="connsiteX96" fmla="*/ 477264 w 477264"/>
              <a:gd name="connsiteY96" fmla="*/ 491249 h 982498"/>
              <a:gd name="connsiteX97" fmla="*/ 452944 w 477264"/>
              <a:gd name="connsiteY97" fmla="*/ 515569 h 982498"/>
              <a:gd name="connsiteX98" fmla="*/ 428624 w 477264"/>
              <a:gd name="connsiteY98" fmla="*/ 491249 h 982498"/>
              <a:gd name="connsiteX99" fmla="*/ 452944 w 477264"/>
              <a:gd name="connsiteY99" fmla="*/ 466929 h 982498"/>
              <a:gd name="connsiteX100" fmla="*/ 24320 w 477264"/>
              <a:gd name="connsiteY100" fmla="*/ 311287 h 982498"/>
              <a:gd name="connsiteX101" fmla="*/ 48640 w 477264"/>
              <a:gd name="connsiteY101" fmla="*/ 335607 h 982498"/>
              <a:gd name="connsiteX102" fmla="*/ 24320 w 477264"/>
              <a:gd name="connsiteY102" fmla="*/ 359926 h 982498"/>
              <a:gd name="connsiteX103" fmla="*/ 0 w 477264"/>
              <a:gd name="connsiteY103" fmla="*/ 335607 h 982498"/>
              <a:gd name="connsiteX104" fmla="*/ 24320 w 477264"/>
              <a:gd name="connsiteY104" fmla="*/ 311287 h 982498"/>
              <a:gd name="connsiteX105" fmla="*/ 131476 w 477264"/>
              <a:gd name="connsiteY105" fmla="*/ 311286 h 982498"/>
              <a:gd name="connsiteX106" fmla="*/ 155796 w 477264"/>
              <a:gd name="connsiteY106" fmla="*/ 335606 h 982498"/>
              <a:gd name="connsiteX107" fmla="*/ 131476 w 477264"/>
              <a:gd name="connsiteY107" fmla="*/ 359926 h 982498"/>
              <a:gd name="connsiteX108" fmla="*/ 107156 w 477264"/>
              <a:gd name="connsiteY108" fmla="*/ 335606 h 982498"/>
              <a:gd name="connsiteX109" fmla="*/ 131476 w 477264"/>
              <a:gd name="connsiteY109" fmla="*/ 311286 h 982498"/>
              <a:gd name="connsiteX110" fmla="*/ 238632 w 477264"/>
              <a:gd name="connsiteY110" fmla="*/ 311286 h 982498"/>
              <a:gd name="connsiteX111" fmla="*/ 262952 w 477264"/>
              <a:gd name="connsiteY111" fmla="*/ 335606 h 982498"/>
              <a:gd name="connsiteX112" fmla="*/ 238632 w 477264"/>
              <a:gd name="connsiteY112" fmla="*/ 359926 h 982498"/>
              <a:gd name="connsiteX113" fmla="*/ 214312 w 477264"/>
              <a:gd name="connsiteY113" fmla="*/ 335606 h 982498"/>
              <a:gd name="connsiteX114" fmla="*/ 238632 w 477264"/>
              <a:gd name="connsiteY114" fmla="*/ 311286 h 982498"/>
              <a:gd name="connsiteX115" fmla="*/ 345788 w 477264"/>
              <a:gd name="connsiteY115" fmla="*/ 311286 h 982498"/>
              <a:gd name="connsiteX116" fmla="*/ 370108 w 477264"/>
              <a:gd name="connsiteY116" fmla="*/ 335606 h 982498"/>
              <a:gd name="connsiteX117" fmla="*/ 345788 w 477264"/>
              <a:gd name="connsiteY117" fmla="*/ 359926 h 982498"/>
              <a:gd name="connsiteX118" fmla="*/ 321468 w 477264"/>
              <a:gd name="connsiteY118" fmla="*/ 335606 h 982498"/>
              <a:gd name="connsiteX119" fmla="*/ 345788 w 477264"/>
              <a:gd name="connsiteY119" fmla="*/ 311286 h 982498"/>
              <a:gd name="connsiteX120" fmla="*/ 452944 w 477264"/>
              <a:gd name="connsiteY120" fmla="*/ 311286 h 982498"/>
              <a:gd name="connsiteX121" fmla="*/ 477264 w 477264"/>
              <a:gd name="connsiteY121" fmla="*/ 335606 h 982498"/>
              <a:gd name="connsiteX122" fmla="*/ 452944 w 477264"/>
              <a:gd name="connsiteY122" fmla="*/ 359926 h 982498"/>
              <a:gd name="connsiteX123" fmla="*/ 428624 w 477264"/>
              <a:gd name="connsiteY123" fmla="*/ 335606 h 982498"/>
              <a:gd name="connsiteX124" fmla="*/ 452944 w 477264"/>
              <a:gd name="connsiteY124" fmla="*/ 311286 h 982498"/>
              <a:gd name="connsiteX125" fmla="*/ 24320 w 477264"/>
              <a:gd name="connsiteY125" fmla="*/ 155643 h 982498"/>
              <a:gd name="connsiteX126" fmla="*/ 48640 w 477264"/>
              <a:gd name="connsiteY126" fmla="*/ 179963 h 982498"/>
              <a:gd name="connsiteX127" fmla="*/ 24320 w 477264"/>
              <a:gd name="connsiteY127" fmla="*/ 204283 h 982498"/>
              <a:gd name="connsiteX128" fmla="*/ 0 w 477264"/>
              <a:gd name="connsiteY128" fmla="*/ 179963 h 982498"/>
              <a:gd name="connsiteX129" fmla="*/ 24320 w 477264"/>
              <a:gd name="connsiteY129" fmla="*/ 155643 h 982498"/>
              <a:gd name="connsiteX130" fmla="*/ 131476 w 477264"/>
              <a:gd name="connsiteY130" fmla="*/ 155643 h 982498"/>
              <a:gd name="connsiteX131" fmla="*/ 155796 w 477264"/>
              <a:gd name="connsiteY131" fmla="*/ 179963 h 982498"/>
              <a:gd name="connsiteX132" fmla="*/ 131476 w 477264"/>
              <a:gd name="connsiteY132" fmla="*/ 204283 h 982498"/>
              <a:gd name="connsiteX133" fmla="*/ 107156 w 477264"/>
              <a:gd name="connsiteY133" fmla="*/ 179963 h 982498"/>
              <a:gd name="connsiteX134" fmla="*/ 131476 w 477264"/>
              <a:gd name="connsiteY134" fmla="*/ 155643 h 982498"/>
              <a:gd name="connsiteX135" fmla="*/ 238632 w 477264"/>
              <a:gd name="connsiteY135" fmla="*/ 155643 h 982498"/>
              <a:gd name="connsiteX136" fmla="*/ 262952 w 477264"/>
              <a:gd name="connsiteY136" fmla="*/ 179963 h 982498"/>
              <a:gd name="connsiteX137" fmla="*/ 238632 w 477264"/>
              <a:gd name="connsiteY137" fmla="*/ 204283 h 982498"/>
              <a:gd name="connsiteX138" fmla="*/ 214312 w 477264"/>
              <a:gd name="connsiteY138" fmla="*/ 179963 h 982498"/>
              <a:gd name="connsiteX139" fmla="*/ 238632 w 477264"/>
              <a:gd name="connsiteY139" fmla="*/ 155643 h 982498"/>
              <a:gd name="connsiteX140" fmla="*/ 345788 w 477264"/>
              <a:gd name="connsiteY140" fmla="*/ 155643 h 982498"/>
              <a:gd name="connsiteX141" fmla="*/ 370108 w 477264"/>
              <a:gd name="connsiteY141" fmla="*/ 179963 h 982498"/>
              <a:gd name="connsiteX142" fmla="*/ 345788 w 477264"/>
              <a:gd name="connsiteY142" fmla="*/ 204283 h 982498"/>
              <a:gd name="connsiteX143" fmla="*/ 321468 w 477264"/>
              <a:gd name="connsiteY143" fmla="*/ 179963 h 982498"/>
              <a:gd name="connsiteX144" fmla="*/ 345788 w 477264"/>
              <a:gd name="connsiteY144" fmla="*/ 155643 h 982498"/>
              <a:gd name="connsiteX145" fmla="*/ 452944 w 477264"/>
              <a:gd name="connsiteY145" fmla="*/ 155643 h 982498"/>
              <a:gd name="connsiteX146" fmla="*/ 477264 w 477264"/>
              <a:gd name="connsiteY146" fmla="*/ 179963 h 982498"/>
              <a:gd name="connsiteX147" fmla="*/ 452944 w 477264"/>
              <a:gd name="connsiteY147" fmla="*/ 204283 h 982498"/>
              <a:gd name="connsiteX148" fmla="*/ 428624 w 477264"/>
              <a:gd name="connsiteY148" fmla="*/ 179963 h 982498"/>
              <a:gd name="connsiteX149" fmla="*/ 452944 w 477264"/>
              <a:gd name="connsiteY149" fmla="*/ 155643 h 982498"/>
              <a:gd name="connsiteX150" fmla="*/ 452944 w 477264"/>
              <a:gd name="connsiteY150" fmla="*/ 0 h 982498"/>
              <a:gd name="connsiteX151" fmla="*/ 477264 w 477264"/>
              <a:gd name="connsiteY151" fmla="*/ 24320 h 982498"/>
              <a:gd name="connsiteX152" fmla="*/ 452944 w 477264"/>
              <a:gd name="connsiteY152" fmla="*/ 48640 h 982498"/>
              <a:gd name="connsiteX153" fmla="*/ 428624 w 477264"/>
              <a:gd name="connsiteY153" fmla="*/ 24320 h 982498"/>
              <a:gd name="connsiteX154" fmla="*/ 452944 w 477264"/>
              <a:gd name="connsiteY154" fmla="*/ 0 h 982498"/>
              <a:gd name="connsiteX155" fmla="*/ 345788 w 477264"/>
              <a:gd name="connsiteY155" fmla="*/ 0 h 982498"/>
              <a:gd name="connsiteX156" fmla="*/ 370108 w 477264"/>
              <a:gd name="connsiteY156" fmla="*/ 24320 h 982498"/>
              <a:gd name="connsiteX157" fmla="*/ 345788 w 477264"/>
              <a:gd name="connsiteY157" fmla="*/ 48640 h 982498"/>
              <a:gd name="connsiteX158" fmla="*/ 321468 w 477264"/>
              <a:gd name="connsiteY158" fmla="*/ 24320 h 982498"/>
              <a:gd name="connsiteX159" fmla="*/ 345788 w 477264"/>
              <a:gd name="connsiteY159" fmla="*/ 0 h 982498"/>
              <a:gd name="connsiteX160" fmla="*/ 238632 w 477264"/>
              <a:gd name="connsiteY160" fmla="*/ 0 h 982498"/>
              <a:gd name="connsiteX161" fmla="*/ 262952 w 477264"/>
              <a:gd name="connsiteY161" fmla="*/ 24320 h 982498"/>
              <a:gd name="connsiteX162" fmla="*/ 238632 w 477264"/>
              <a:gd name="connsiteY162" fmla="*/ 48640 h 982498"/>
              <a:gd name="connsiteX163" fmla="*/ 214312 w 477264"/>
              <a:gd name="connsiteY163" fmla="*/ 24320 h 982498"/>
              <a:gd name="connsiteX164" fmla="*/ 238632 w 477264"/>
              <a:gd name="connsiteY164" fmla="*/ 0 h 982498"/>
              <a:gd name="connsiteX165" fmla="*/ 131476 w 477264"/>
              <a:gd name="connsiteY165" fmla="*/ 0 h 982498"/>
              <a:gd name="connsiteX166" fmla="*/ 155796 w 477264"/>
              <a:gd name="connsiteY166" fmla="*/ 24320 h 982498"/>
              <a:gd name="connsiteX167" fmla="*/ 131476 w 477264"/>
              <a:gd name="connsiteY167" fmla="*/ 48640 h 982498"/>
              <a:gd name="connsiteX168" fmla="*/ 107156 w 477264"/>
              <a:gd name="connsiteY168" fmla="*/ 24320 h 982498"/>
              <a:gd name="connsiteX169" fmla="*/ 131476 w 477264"/>
              <a:gd name="connsiteY169" fmla="*/ 0 h 982498"/>
              <a:gd name="connsiteX170" fmla="*/ 24320 w 477264"/>
              <a:gd name="connsiteY170" fmla="*/ 0 h 982498"/>
              <a:gd name="connsiteX171" fmla="*/ 48640 w 477264"/>
              <a:gd name="connsiteY171" fmla="*/ 24320 h 982498"/>
              <a:gd name="connsiteX172" fmla="*/ 24320 w 477264"/>
              <a:gd name="connsiteY172" fmla="*/ 48640 h 982498"/>
              <a:gd name="connsiteX173" fmla="*/ 0 w 477264"/>
              <a:gd name="connsiteY173" fmla="*/ 24320 h 982498"/>
              <a:gd name="connsiteX174" fmla="*/ 24320 w 477264"/>
              <a:gd name="connsiteY174" fmla="*/ 0 h 9824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Lst>
            <a:rect l="l" t="t" r="r" b="b"/>
            <a:pathLst>
              <a:path w="477264" h="982498">
                <a:moveTo>
                  <a:pt x="452944" y="933858"/>
                </a:moveTo>
                <a:cubicBezTo>
                  <a:pt x="466376" y="933858"/>
                  <a:pt x="477264" y="944746"/>
                  <a:pt x="477264" y="958178"/>
                </a:cubicBezTo>
                <a:cubicBezTo>
                  <a:pt x="477264" y="971610"/>
                  <a:pt x="466376" y="982498"/>
                  <a:pt x="452944" y="982498"/>
                </a:cubicBezTo>
                <a:cubicBezTo>
                  <a:pt x="439512" y="982498"/>
                  <a:pt x="428624" y="971610"/>
                  <a:pt x="428624" y="958178"/>
                </a:cubicBezTo>
                <a:cubicBezTo>
                  <a:pt x="428624" y="944746"/>
                  <a:pt x="439512" y="933858"/>
                  <a:pt x="452944" y="933858"/>
                </a:cubicBezTo>
                <a:close/>
                <a:moveTo>
                  <a:pt x="345788" y="933858"/>
                </a:moveTo>
                <a:cubicBezTo>
                  <a:pt x="359220" y="933858"/>
                  <a:pt x="370108" y="944746"/>
                  <a:pt x="370108" y="958178"/>
                </a:cubicBezTo>
                <a:cubicBezTo>
                  <a:pt x="370108" y="971610"/>
                  <a:pt x="359220" y="982498"/>
                  <a:pt x="345788" y="982498"/>
                </a:cubicBezTo>
                <a:cubicBezTo>
                  <a:pt x="332356" y="982498"/>
                  <a:pt x="321468" y="971610"/>
                  <a:pt x="321468" y="958178"/>
                </a:cubicBezTo>
                <a:cubicBezTo>
                  <a:pt x="321468" y="944746"/>
                  <a:pt x="332356" y="933858"/>
                  <a:pt x="345788" y="933858"/>
                </a:cubicBezTo>
                <a:close/>
                <a:moveTo>
                  <a:pt x="238632" y="933858"/>
                </a:moveTo>
                <a:cubicBezTo>
                  <a:pt x="252064" y="933858"/>
                  <a:pt x="262952" y="944746"/>
                  <a:pt x="262952" y="958178"/>
                </a:cubicBezTo>
                <a:cubicBezTo>
                  <a:pt x="262952" y="971610"/>
                  <a:pt x="252064" y="982498"/>
                  <a:pt x="238632" y="982498"/>
                </a:cubicBezTo>
                <a:cubicBezTo>
                  <a:pt x="225200" y="982498"/>
                  <a:pt x="214312" y="971610"/>
                  <a:pt x="214312" y="958178"/>
                </a:cubicBezTo>
                <a:cubicBezTo>
                  <a:pt x="214312" y="944746"/>
                  <a:pt x="225200" y="933858"/>
                  <a:pt x="238632" y="933858"/>
                </a:cubicBezTo>
                <a:close/>
                <a:moveTo>
                  <a:pt x="131476" y="933858"/>
                </a:moveTo>
                <a:cubicBezTo>
                  <a:pt x="144908" y="933858"/>
                  <a:pt x="155796" y="944746"/>
                  <a:pt x="155796" y="958178"/>
                </a:cubicBezTo>
                <a:cubicBezTo>
                  <a:pt x="155796" y="971610"/>
                  <a:pt x="144908" y="982498"/>
                  <a:pt x="131476" y="982498"/>
                </a:cubicBezTo>
                <a:cubicBezTo>
                  <a:pt x="118044" y="982498"/>
                  <a:pt x="107156" y="971610"/>
                  <a:pt x="107156" y="958178"/>
                </a:cubicBezTo>
                <a:cubicBezTo>
                  <a:pt x="107156" y="944746"/>
                  <a:pt x="118044" y="933858"/>
                  <a:pt x="131476" y="933858"/>
                </a:cubicBezTo>
                <a:close/>
                <a:moveTo>
                  <a:pt x="24320" y="933858"/>
                </a:moveTo>
                <a:cubicBezTo>
                  <a:pt x="37752" y="933858"/>
                  <a:pt x="48640" y="944746"/>
                  <a:pt x="48640" y="958178"/>
                </a:cubicBezTo>
                <a:cubicBezTo>
                  <a:pt x="48640" y="971610"/>
                  <a:pt x="37752" y="982498"/>
                  <a:pt x="24320" y="982498"/>
                </a:cubicBezTo>
                <a:cubicBezTo>
                  <a:pt x="10888" y="982498"/>
                  <a:pt x="0" y="971610"/>
                  <a:pt x="0" y="958178"/>
                </a:cubicBezTo>
                <a:cubicBezTo>
                  <a:pt x="0" y="944746"/>
                  <a:pt x="10888" y="933858"/>
                  <a:pt x="24320" y="933858"/>
                </a:cubicBezTo>
                <a:close/>
                <a:moveTo>
                  <a:pt x="452944" y="778215"/>
                </a:moveTo>
                <a:cubicBezTo>
                  <a:pt x="466376" y="778215"/>
                  <a:pt x="477264" y="789103"/>
                  <a:pt x="477264" y="802535"/>
                </a:cubicBezTo>
                <a:cubicBezTo>
                  <a:pt x="477264" y="815967"/>
                  <a:pt x="466376" y="826855"/>
                  <a:pt x="452944" y="826855"/>
                </a:cubicBezTo>
                <a:cubicBezTo>
                  <a:pt x="439512" y="826855"/>
                  <a:pt x="428624" y="815967"/>
                  <a:pt x="428624" y="802535"/>
                </a:cubicBezTo>
                <a:cubicBezTo>
                  <a:pt x="428624" y="789103"/>
                  <a:pt x="439512" y="778215"/>
                  <a:pt x="452944" y="778215"/>
                </a:cubicBezTo>
                <a:close/>
                <a:moveTo>
                  <a:pt x="345788" y="778215"/>
                </a:moveTo>
                <a:cubicBezTo>
                  <a:pt x="359220" y="778215"/>
                  <a:pt x="370108" y="789103"/>
                  <a:pt x="370108" y="802535"/>
                </a:cubicBezTo>
                <a:cubicBezTo>
                  <a:pt x="370108" y="815967"/>
                  <a:pt x="359220" y="826855"/>
                  <a:pt x="345788" y="826855"/>
                </a:cubicBezTo>
                <a:cubicBezTo>
                  <a:pt x="332356" y="826855"/>
                  <a:pt x="321468" y="815967"/>
                  <a:pt x="321468" y="802535"/>
                </a:cubicBezTo>
                <a:cubicBezTo>
                  <a:pt x="321468" y="789103"/>
                  <a:pt x="332356" y="778215"/>
                  <a:pt x="345788" y="778215"/>
                </a:cubicBezTo>
                <a:close/>
                <a:moveTo>
                  <a:pt x="238632" y="778215"/>
                </a:moveTo>
                <a:cubicBezTo>
                  <a:pt x="252064" y="778215"/>
                  <a:pt x="262952" y="789103"/>
                  <a:pt x="262952" y="802535"/>
                </a:cubicBezTo>
                <a:cubicBezTo>
                  <a:pt x="262952" y="815967"/>
                  <a:pt x="252064" y="826855"/>
                  <a:pt x="238632" y="826855"/>
                </a:cubicBezTo>
                <a:cubicBezTo>
                  <a:pt x="225200" y="826855"/>
                  <a:pt x="214312" y="815967"/>
                  <a:pt x="214312" y="802535"/>
                </a:cubicBezTo>
                <a:cubicBezTo>
                  <a:pt x="214312" y="789103"/>
                  <a:pt x="225200" y="778215"/>
                  <a:pt x="238632" y="778215"/>
                </a:cubicBezTo>
                <a:close/>
                <a:moveTo>
                  <a:pt x="131476" y="778215"/>
                </a:moveTo>
                <a:cubicBezTo>
                  <a:pt x="144908" y="778215"/>
                  <a:pt x="155796" y="789103"/>
                  <a:pt x="155796" y="802535"/>
                </a:cubicBezTo>
                <a:cubicBezTo>
                  <a:pt x="155796" y="815967"/>
                  <a:pt x="144908" y="826855"/>
                  <a:pt x="131476" y="826855"/>
                </a:cubicBezTo>
                <a:cubicBezTo>
                  <a:pt x="118044" y="826855"/>
                  <a:pt x="107156" y="815967"/>
                  <a:pt x="107156" y="802535"/>
                </a:cubicBezTo>
                <a:cubicBezTo>
                  <a:pt x="107156" y="789103"/>
                  <a:pt x="118044" y="778215"/>
                  <a:pt x="131476" y="778215"/>
                </a:cubicBezTo>
                <a:close/>
                <a:moveTo>
                  <a:pt x="24320" y="778215"/>
                </a:moveTo>
                <a:cubicBezTo>
                  <a:pt x="37752" y="778215"/>
                  <a:pt x="48640" y="789103"/>
                  <a:pt x="48640" y="802535"/>
                </a:cubicBezTo>
                <a:cubicBezTo>
                  <a:pt x="48640" y="815967"/>
                  <a:pt x="37752" y="826855"/>
                  <a:pt x="24320" y="826855"/>
                </a:cubicBezTo>
                <a:cubicBezTo>
                  <a:pt x="10888" y="826855"/>
                  <a:pt x="0" y="815967"/>
                  <a:pt x="0" y="802535"/>
                </a:cubicBezTo>
                <a:cubicBezTo>
                  <a:pt x="0" y="789103"/>
                  <a:pt x="10888" y="778215"/>
                  <a:pt x="24320" y="778215"/>
                </a:cubicBezTo>
                <a:close/>
                <a:moveTo>
                  <a:pt x="452944" y="622572"/>
                </a:moveTo>
                <a:cubicBezTo>
                  <a:pt x="466376" y="622572"/>
                  <a:pt x="477264" y="633460"/>
                  <a:pt x="477264" y="646892"/>
                </a:cubicBezTo>
                <a:cubicBezTo>
                  <a:pt x="477264" y="660324"/>
                  <a:pt x="466376" y="671212"/>
                  <a:pt x="452944" y="671212"/>
                </a:cubicBezTo>
                <a:cubicBezTo>
                  <a:pt x="439512" y="671212"/>
                  <a:pt x="428624" y="660324"/>
                  <a:pt x="428624" y="646892"/>
                </a:cubicBezTo>
                <a:cubicBezTo>
                  <a:pt x="428624" y="633460"/>
                  <a:pt x="439512" y="622572"/>
                  <a:pt x="452944" y="622572"/>
                </a:cubicBezTo>
                <a:close/>
                <a:moveTo>
                  <a:pt x="345788" y="622572"/>
                </a:moveTo>
                <a:cubicBezTo>
                  <a:pt x="359220" y="622572"/>
                  <a:pt x="370108" y="633460"/>
                  <a:pt x="370108" y="646892"/>
                </a:cubicBezTo>
                <a:cubicBezTo>
                  <a:pt x="370108" y="660324"/>
                  <a:pt x="359220" y="671212"/>
                  <a:pt x="345788" y="671212"/>
                </a:cubicBezTo>
                <a:cubicBezTo>
                  <a:pt x="332356" y="671212"/>
                  <a:pt x="321468" y="660324"/>
                  <a:pt x="321468" y="646892"/>
                </a:cubicBezTo>
                <a:cubicBezTo>
                  <a:pt x="321468" y="633460"/>
                  <a:pt x="332356" y="622572"/>
                  <a:pt x="345788" y="622572"/>
                </a:cubicBezTo>
                <a:close/>
                <a:moveTo>
                  <a:pt x="238632" y="622572"/>
                </a:moveTo>
                <a:cubicBezTo>
                  <a:pt x="252064" y="622572"/>
                  <a:pt x="262952" y="633460"/>
                  <a:pt x="262952" y="646892"/>
                </a:cubicBezTo>
                <a:cubicBezTo>
                  <a:pt x="262952" y="660324"/>
                  <a:pt x="252064" y="671212"/>
                  <a:pt x="238632" y="671212"/>
                </a:cubicBezTo>
                <a:cubicBezTo>
                  <a:pt x="225200" y="671212"/>
                  <a:pt x="214312" y="660324"/>
                  <a:pt x="214312" y="646892"/>
                </a:cubicBezTo>
                <a:cubicBezTo>
                  <a:pt x="214312" y="633460"/>
                  <a:pt x="225200" y="622572"/>
                  <a:pt x="238632" y="622572"/>
                </a:cubicBezTo>
                <a:close/>
                <a:moveTo>
                  <a:pt x="131476" y="622572"/>
                </a:moveTo>
                <a:cubicBezTo>
                  <a:pt x="144908" y="622572"/>
                  <a:pt x="155796" y="633460"/>
                  <a:pt x="155796" y="646892"/>
                </a:cubicBezTo>
                <a:cubicBezTo>
                  <a:pt x="155796" y="660324"/>
                  <a:pt x="144908" y="671212"/>
                  <a:pt x="131476" y="671212"/>
                </a:cubicBezTo>
                <a:cubicBezTo>
                  <a:pt x="118044" y="671212"/>
                  <a:pt x="107156" y="660324"/>
                  <a:pt x="107156" y="646892"/>
                </a:cubicBezTo>
                <a:cubicBezTo>
                  <a:pt x="107156" y="633460"/>
                  <a:pt x="118044" y="622572"/>
                  <a:pt x="131476" y="622572"/>
                </a:cubicBezTo>
                <a:close/>
                <a:moveTo>
                  <a:pt x="24320" y="622572"/>
                </a:moveTo>
                <a:cubicBezTo>
                  <a:pt x="37752" y="622572"/>
                  <a:pt x="48640" y="633460"/>
                  <a:pt x="48640" y="646892"/>
                </a:cubicBezTo>
                <a:cubicBezTo>
                  <a:pt x="48640" y="660324"/>
                  <a:pt x="37752" y="671212"/>
                  <a:pt x="24320" y="671212"/>
                </a:cubicBezTo>
                <a:cubicBezTo>
                  <a:pt x="10888" y="671212"/>
                  <a:pt x="0" y="660324"/>
                  <a:pt x="0" y="646892"/>
                </a:cubicBezTo>
                <a:cubicBezTo>
                  <a:pt x="0" y="633460"/>
                  <a:pt x="10888" y="622572"/>
                  <a:pt x="24320" y="622572"/>
                </a:cubicBezTo>
                <a:close/>
                <a:moveTo>
                  <a:pt x="24320" y="466929"/>
                </a:moveTo>
                <a:cubicBezTo>
                  <a:pt x="37752" y="466929"/>
                  <a:pt x="48640" y="477817"/>
                  <a:pt x="48640" y="491249"/>
                </a:cubicBezTo>
                <a:cubicBezTo>
                  <a:pt x="48640" y="504681"/>
                  <a:pt x="37752" y="515569"/>
                  <a:pt x="24320" y="515569"/>
                </a:cubicBezTo>
                <a:cubicBezTo>
                  <a:pt x="10888" y="515569"/>
                  <a:pt x="0" y="504681"/>
                  <a:pt x="0" y="491249"/>
                </a:cubicBezTo>
                <a:cubicBezTo>
                  <a:pt x="0" y="477817"/>
                  <a:pt x="10888" y="466929"/>
                  <a:pt x="24320" y="466929"/>
                </a:cubicBezTo>
                <a:close/>
                <a:moveTo>
                  <a:pt x="131476" y="466929"/>
                </a:moveTo>
                <a:cubicBezTo>
                  <a:pt x="144908" y="466929"/>
                  <a:pt x="155796" y="477817"/>
                  <a:pt x="155796" y="491249"/>
                </a:cubicBezTo>
                <a:cubicBezTo>
                  <a:pt x="155796" y="504681"/>
                  <a:pt x="144908" y="515569"/>
                  <a:pt x="131476" y="515569"/>
                </a:cubicBezTo>
                <a:cubicBezTo>
                  <a:pt x="118044" y="515569"/>
                  <a:pt x="107156" y="504681"/>
                  <a:pt x="107156" y="491249"/>
                </a:cubicBezTo>
                <a:cubicBezTo>
                  <a:pt x="107156" y="477817"/>
                  <a:pt x="118044" y="466929"/>
                  <a:pt x="131476" y="466929"/>
                </a:cubicBezTo>
                <a:close/>
                <a:moveTo>
                  <a:pt x="238632" y="466929"/>
                </a:moveTo>
                <a:cubicBezTo>
                  <a:pt x="252064" y="466929"/>
                  <a:pt x="262952" y="477817"/>
                  <a:pt x="262952" y="491249"/>
                </a:cubicBezTo>
                <a:cubicBezTo>
                  <a:pt x="262952" y="504681"/>
                  <a:pt x="252064" y="515569"/>
                  <a:pt x="238632" y="515569"/>
                </a:cubicBezTo>
                <a:cubicBezTo>
                  <a:pt x="225200" y="515569"/>
                  <a:pt x="214312" y="504681"/>
                  <a:pt x="214312" y="491249"/>
                </a:cubicBezTo>
                <a:cubicBezTo>
                  <a:pt x="214312" y="477817"/>
                  <a:pt x="225200" y="466929"/>
                  <a:pt x="238632" y="466929"/>
                </a:cubicBezTo>
                <a:close/>
                <a:moveTo>
                  <a:pt x="345788" y="466929"/>
                </a:moveTo>
                <a:cubicBezTo>
                  <a:pt x="359220" y="466929"/>
                  <a:pt x="370108" y="477817"/>
                  <a:pt x="370108" y="491249"/>
                </a:cubicBezTo>
                <a:cubicBezTo>
                  <a:pt x="370108" y="504681"/>
                  <a:pt x="359220" y="515569"/>
                  <a:pt x="345788" y="515569"/>
                </a:cubicBezTo>
                <a:cubicBezTo>
                  <a:pt x="332356" y="515569"/>
                  <a:pt x="321468" y="504681"/>
                  <a:pt x="321468" y="491249"/>
                </a:cubicBezTo>
                <a:cubicBezTo>
                  <a:pt x="321468" y="477817"/>
                  <a:pt x="332356" y="466929"/>
                  <a:pt x="345788" y="466929"/>
                </a:cubicBezTo>
                <a:close/>
                <a:moveTo>
                  <a:pt x="452944" y="466929"/>
                </a:moveTo>
                <a:cubicBezTo>
                  <a:pt x="466376" y="466929"/>
                  <a:pt x="477264" y="477817"/>
                  <a:pt x="477264" y="491249"/>
                </a:cubicBezTo>
                <a:cubicBezTo>
                  <a:pt x="477264" y="504681"/>
                  <a:pt x="466376" y="515569"/>
                  <a:pt x="452944" y="515569"/>
                </a:cubicBezTo>
                <a:cubicBezTo>
                  <a:pt x="439512" y="515569"/>
                  <a:pt x="428624" y="504681"/>
                  <a:pt x="428624" y="491249"/>
                </a:cubicBezTo>
                <a:cubicBezTo>
                  <a:pt x="428624" y="477817"/>
                  <a:pt x="439512" y="466929"/>
                  <a:pt x="452944" y="466929"/>
                </a:cubicBezTo>
                <a:close/>
                <a:moveTo>
                  <a:pt x="24320" y="311287"/>
                </a:moveTo>
                <a:cubicBezTo>
                  <a:pt x="37752" y="311287"/>
                  <a:pt x="48640" y="322175"/>
                  <a:pt x="48640" y="335607"/>
                </a:cubicBezTo>
                <a:cubicBezTo>
                  <a:pt x="48640" y="349038"/>
                  <a:pt x="37752" y="359926"/>
                  <a:pt x="24320" y="359926"/>
                </a:cubicBezTo>
                <a:cubicBezTo>
                  <a:pt x="10888" y="359926"/>
                  <a:pt x="0" y="349038"/>
                  <a:pt x="0" y="335607"/>
                </a:cubicBezTo>
                <a:cubicBezTo>
                  <a:pt x="0" y="322175"/>
                  <a:pt x="10888" y="311287"/>
                  <a:pt x="24320" y="311287"/>
                </a:cubicBezTo>
                <a:close/>
                <a:moveTo>
                  <a:pt x="131476" y="311286"/>
                </a:moveTo>
                <a:cubicBezTo>
                  <a:pt x="144908" y="311286"/>
                  <a:pt x="155796" y="322174"/>
                  <a:pt x="155796" y="335606"/>
                </a:cubicBezTo>
                <a:cubicBezTo>
                  <a:pt x="155796" y="349038"/>
                  <a:pt x="144908" y="359926"/>
                  <a:pt x="131476" y="359926"/>
                </a:cubicBezTo>
                <a:cubicBezTo>
                  <a:pt x="118044" y="359926"/>
                  <a:pt x="107156" y="349038"/>
                  <a:pt x="107156" y="335606"/>
                </a:cubicBezTo>
                <a:cubicBezTo>
                  <a:pt x="107156" y="322174"/>
                  <a:pt x="118044" y="311286"/>
                  <a:pt x="131476" y="311286"/>
                </a:cubicBezTo>
                <a:close/>
                <a:moveTo>
                  <a:pt x="238632" y="311286"/>
                </a:moveTo>
                <a:cubicBezTo>
                  <a:pt x="252064" y="311286"/>
                  <a:pt x="262952" y="322174"/>
                  <a:pt x="262952" y="335606"/>
                </a:cubicBezTo>
                <a:cubicBezTo>
                  <a:pt x="262952" y="349038"/>
                  <a:pt x="252064" y="359926"/>
                  <a:pt x="238632" y="359926"/>
                </a:cubicBezTo>
                <a:cubicBezTo>
                  <a:pt x="225200" y="359926"/>
                  <a:pt x="214312" y="349038"/>
                  <a:pt x="214312" y="335606"/>
                </a:cubicBezTo>
                <a:cubicBezTo>
                  <a:pt x="214312" y="322174"/>
                  <a:pt x="225200" y="311286"/>
                  <a:pt x="238632" y="311286"/>
                </a:cubicBezTo>
                <a:close/>
                <a:moveTo>
                  <a:pt x="345788" y="311286"/>
                </a:moveTo>
                <a:cubicBezTo>
                  <a:pt x="359220" y="311286"/>
                  <a:pt x="370108" y="322174"/>
                  <a:pt x="370108" y="335606"/>
                </a:cubicBezTo>
                <a:cubicBezTo>
                  <a:pt x="370108" y="349038"/>
                  <a:pt x="359220" y="359926"/>
                  <a:pt x="345788" y="359926"/>
                </a:cubicBezTo>
                <a:cubicBezTo>
                  <a:pt x="332356" y="359926"/>
                  <a:pt x="321468" y="349038"/>
                  <a:pt x="321468" y="335606"/>
                </a:cubicBezTo>
                <a:cubicBezTo>
                  <a:pt x="321468" y="322174"/>
                  <a:pt x="332356" y="311286"/>
                  <a:pt x="345788" y="311286"/>
                </a:cubicBezTo>
                <a:close/>
                <a:moveTo>
                  <a:pt x="452944" y="311286"/>
                </a:moveTo>
                <a:cubicBezTo>
                  <a:pt x="466376" y="311286"/>
                  <a:pt x="477264" y="322174"/>
                  <a:pt x="477264" y="335606"/>
                </a:cubicBezTo>
                <a:cubicBezTo>
                  <a:pt x="477264" y="349038"/>
                  <a:pt x="466376" y="359926"/>
                  <a:pt x="452944" y="359926"/>
                </a:cubicBezTo>
                <a:cubicBezTo>
                  <a:pt x="439512" y="359926"/>
                  <a:pt x="428624" y="349038"/>
                  <a:pt x="428624" y="335606"/>
                </a:cubicBezTo>
                <a:cubicBezTo>
                  <a:pt x="428624" y="322174"/>
                  <a:pt x="439512" y="311286"/>
                  <a:pt x="452944" y="311286"/>
                </a:cubicBezTo>
                <a:close/>
                <a:moveTo>
                  <a:pt x="24320" y="155643"/>
                </a:moveTo>
                <a:cubicBezTo>
                  <a:pt x="37752" y="155643"/>
                  <a:pt x="48640" y="166531"/>
                  <a:pt x="48640" y="179963"/>
                </a:cubicBezTo>
                <a:cubicBezTo>
                  <a:pt x="48640" y="193395"/>
                  <a:pt x="37752" y="204283"/>
                  <a:pt x="24320" y="204283"/>
                </a:cubicBezTo>
                <a:cubicBezTo>
                  <a:pt x="10888" y="204283"/>
                  <a:pt x="0" y="193395"/>
                  <a:pt x="0" y="179963"/>
                </a:cubicBezTo>
                <a:cubicBezTo>
                  <a:pt x="0" y="166531"/>
                  <a:pt x="10888" y="155643"/>
                  <a:pt x="24320" y="155643"/>
                </a:cubicBezTo>
                <a:close/>
                <a:moveTo>
                  <a:pt x="131476" y="155643"/>
                </a:moveTo>
                <a:cubicBezTo>
                  <a:pt x="144908" y="155643"/>
                  <a:pt x="155796" y="166531"/>
                  <a:pt x="155796" y="179963"/>
                </a:cubicBezTo>
                <a:cubicBezTo>
                  <a:pt x="155796" y="193395"/>
                  <a:pt x="144908" y="204283"/>
                  <a:pt x="131476" y="204283"/>
                </a:cubicBezTo>
                <a:cubicBezTo>
                  <a:pt x="118044" y="204283"/>
                  <a:pt x="107156" y="193395"/>
                  <a:pt x="107156" y="179963"/>
                </a:cubicBezTo>
                <a:cubicBezTo>
                  <a:pt x="107156" y="166531"/>
                  <a:pt x="118044" y="155643"/>
                  <a:pt x="131476" y="155643"/>
                </a:cubicBezTo>
                <a:close/>
                <a:moveTo>
                  <a:pt x="238632" y="155643"/>
                </a:moveTo>
                <a:cubicBezTo>
                  <a:pt x="252064" y="155643"/>
                  <a:pt x="262952" y="166531"/>
                  <a:pt x="262952" y="179963"/>
                </a:cubicBezTo>
                <a:cubicBezTo>
                  <a:pt x="262952" y="193395"/>
                  <a:pt x="252064" y="204283"/>
                  <a:pt x="238632" y="204283"/>
                </a:cubicBezTo>
                <a:cubicBezTo>
                  <a:pt x="225200" y="204283"/>
                  <a:pt x="214312" y="193395"/>
                  <a:pt x="214312" y="179963"/>
                </a:cubicBezTo>
                <a:cubicBezTo>
                  <a:pt x="214312" y="166531"/>
                  <a:pt x="225200" y="155643"/>
                  <a:pt x="238632" y="155643"/>
                </a:cubicBezTo>
                <a:close/>
                <a:moveTo>
                  <a:pt x="345788" y="155643"/>
                </a:moveTo>
                <a:cubicBezTo>
                  <a:pt x="359220" y="155643"/>
                  <a:pt x="370108" y="166531"/>
                  <a:pt x="370108" y="179963"/>
                </a:cubicBezTo>
                <a:cubicBezTo>
                  <a:pt x="370108" y="193395"/>
                  <a:pt x="359220" y="204283"/>
                  <a:pt x="345788" y="204283"/>
                </a:cubicBezTo>
                <a:cubicBezTo>
                  <a:pt x="332356" y="204283"/>
                  <a:pt x="321468" y="193395"/>
                  <a:pt x="321468" y="179963"/>
                </a:cubicBezTo>
                <a:cubicBezTo>
                  <a:pt x="321468" y="166531"/>
                  <a:pt x="332356" y="155643"/>
                  <a:pt x="345788" y="155643"/>
                </a:cubicBezTo>
                <a:close/>
                <a:moveTo>
                  <a:pt x="452944" y="155643"/>
                </a:moveTo>
                <a:cubicBezTo>
                  <a:pt x="466376" y="155643"/>
                  <a:pt x="477264" y="166531"/>
                  <a:pt x="477264" y="179963"/>
                </a:cubicBezTo>
                <a:cubicBezTo>
                  <a:pt x="477264" y="193395"/>
                  <a:pt x="466376" y="204283"/>
                  <a:pt x="452944" y="204283"/>
                </a:cubicBezTo>
                <a:cubicBezTo>
                  <a:pt x="439512" y="204283"/>
                  <a:pt x="428624" y="193395"/>
                  <a:pt x="428624" y="179963"/>
                </a:cubicBezTo>
                <a:cubicBezTo>
                  <a:pt x="428624" y="166531"/>
                  <a:pt x="439512" y="155643"/>
                  <a:pt x="452944" y="155643"/>
                </a:cubicBezTo>
                <a:close/>
                <a:moveTo>
                  <a:pt x="452944" y="0"/>
                </a:moveTo>
                <a:cubicBezTo>
                  <a:pt x="466376" y="0"/>
                  <a:pt x="477264" y="10888"/>
                  <a:pt x="477264" y="24320"/>
                </a:cubicBezTo>
                <a:cubicBezTo>
                  <a:pt x="477264" y="37752"/>
                  <a:pt x="466376" y="48640"/>
                  <a:pt x="452944" y="48640"/>
                </a:cubicBezTo>
                <a:cubicBezTo>
                  <a:pt x="439512" y="48640"/>
                  <a:pt x="428624" y="37752"/>
                  <a:pt x="428624" y="24320"/>
                </a:cubicBezTo>
                <a:cubicBezTo>
                  <a:pt x="428624" y="10888"/>
                  <a:pt x="439512" y="0"/>
                  <a:pt x="452944" y="0"/>
                </a:cubicBezTo>
                <a:close/>
                <a:moveTo>
                  <a:pt x="345788" y="0"/>
                </a:moveTo>
                <a:cubicBezTo>
                  <a:pt x="359220" y="0"/>
                  <a:pt x="370108" y="10888"/>
                  <a:pt x="370108" y="24320"/>
                </a:cubicBezTo>
                <a:cubicBezTo>
                  <a:pt x="370108" y="37752"/>
                  <a:pt x="359220" y="48640"/>
                  <a:pt x="345788" y="48640"/>
                </a:cubicBezTo>
                <a:cubicBezTo>
                  <a:pt x="332356" y="48640"/>
                  <a:pt x="321468" y="37752"/>
                  <a:pt x="321468" y="24320"/>
                </a:cubicBezTo>
                <a:cubicBezTo>
                  <a:pt x="321468" y="10888"/>
                  <a:pt x="332356" y="0"/>
                  <a:pt x="345788" y="0"/>
                </a:cubicBezTo>
                <a:close/>
                <a:moveTo>
                  <a:pt x="238632" y="0"/>
                </a:moveTo>
                <a:cubicBezTo>
                  <a:pt x="252064" y="0"/>
                  <a:pt x="262952" y="10888"/>
                  <a:pt x="262952" y="24320"/>
                </a:cubicBezTo>
                <a:cubicBezTo>
                  <a:pt x="262952" y="37752"/>
                  <a:pt x="252064" y="48640"/>
                  <a:pt x="238632" y="48640"/>
                </a:cubicBezTo>
                <a:cubicBezTo>
                  <a:pt x="225200" y="48640"/>
                  <a:pt x="214312" y="37752"/>
                  <a:pt x="214312" y="24320"/>
                </a:cubicBezTo>
                <a:cubicBezTo>
                  <a:pt x="214312" y="10888"/>
                  <a:pt x="225200" y="0"/>
                  <a:pt x="238632" y="0"/>
                </a:cubicBezTo>
                <a:close/>
                <a:moveTo>
                  <a:pt x="131476" y="0"/>
                </a:moveTo>
                <a:cubicBezTo>
                  <a:pt x="144908" y="0"/>
                  <a:pt x="155796" y="10888"/>
                  <a:pt x="155796" y="24320"/>
                </a:cubicBezTo>
                <a:cubicBezTo>
                  <a:pt x="155796" y="37752"/>
                  <a:pt x="144908" y="48640"/>
                  <a:pt x="131476" y="48640"/>
                </a:cubicBezTo>
                <a:cubicBezTo>
                  <a:pt x="118044" y="48640"/>
                  <a:pt x="107156" y="37752"/>
                  <a:pt x="107156" y="24320"/>
                </a:cubicBezTo>
                <a:cubicBezTo>
                  <a:pt x="107156" y="10888"/>
                  <a:pt x="118044" y="0"/>
                  <a:pt x="131476" y="0"/>
                </a:cubicBezTo>
                <a:close/>
                <a:moveTo>
                  <a:pt x="24320" y="0"/>
                </a:moveTo>
                <a:cubicBezTo>
                  <a:pt x="37752" y="0"/>
                  <a:pt x="48640" y="10888"/>
                  <a:pt x="48640" y="24320"/>
                </a:cubicBezTo>
                <a:cubicBezTo>
                  <a:pt x="48640" y="37752"/>
                  <a:pt x="37752" y="48640"/>
                  <a:pt x="24320" y="48640"/>
                </a:cubicBezTo>
                <a:cubicBezTo>
                  <a:pt x="10888" y="48640"/>
                  <a:pt x="0" y="37752"/>
                  <a:pt x="0" y="24320"/>
                </a:cubicBezTo>
                <a:cubicBezTo>
                  <a:pt x="0" y="10888"/>
                  <a:pt x="10888" y="0"/>
                  <a:pt x="24320" y="0"/>
                </a:cubicBezTo>
                <a:close/>
              </a:path>
            </a:pathLst>
          </a:custGeom>
          <a:gradFill flip="none" rotWithShape="1">
            <a:gsLst>
              <a:gs pos="0">
                <a:srgbClr val="FFFFFF"/>
              </a:gs>
              <a:gs pos="100000">
                <a:srgbClr val="FFFFFF">
                  <a:alpha val="0"/>
                </a:srgbClr>
              </a:gs>
            </a:gsLst>
            <a:lin ang="54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sp>
        <p:nvSpPr>
          <p:cNvPr id="27" name="矩形 26"/>
          <p:cNvSpPr/>
          <p:nvPr/>
        </p:nvSpPr>
        <p:spPr>
          <a:xfrm>
            <a:off x="11933555" y="543560"/>
            <a:ext cx="258445" cy="11176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0" name="椭圆 29"/>
          <p:cNvSpPr/>
          <p:nvPr/>
        </p:nvSpPr>
        <p:spPr>
          <a:xfrm>
            <a:off x="5627534" y="1216230"/>
            <a:ext cx="520700" cy="520700"/>
          </a:xfrm>
          <a:prstGeom prst="ellipse">
            <a:avLst/>
          </a:prstGeom>
          <a:gradFill flip="none" rotWithShape="1">
            <a:gsLst>
              <a:gs pos="0">
                <a:srgbClr val="41EEFE"/>
              </a:gs>
              <a:gs pos="70000">
                <a:srgbClr val="41EEFE">
                  <a:alpha val="0"/>
                </a:srgbClr>
              </a:gs>
            </a:gsLst>
            <a:lin ang="54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200">
              <a:solidFill>
                <a:schemeClr val="tx1">
                  <a:lumMod val="85000"/>
                  <a:lumOff val="15000"/>
                </a:schemeClr>
              </a:solidFill>
              <a:latin typeface="思源黑体 CN Bold" panose="020B0800000000000000" pitchFamily="34" charset="-122"/>
              <a:ea typeface="思源黑体 CN Bold" panose="020B0800000000000000" pitchFamily="34" charset="-122"/>
              <a:cs typeface="+mn-ea"/>
            </a:endParaRPr>
          </a:p>
        </p:txBody>
      </p:sp>
      <p:grpSp>
        <p:nvGrpSpPr>
          <p:cNvPr id="38" name="组合 37"/>
          <p:cNvGrpSpPr/>
          <p:nvPr/>
        </p:nvGrpSpPr>
        <p:grpSpPr>
          <a:xfrm>
            <a:off x="688974" y="6040437"/>
            <a:ext cx="434976" cy="63500"/>
            <a:chOff x="688974" y="6040437"/>
            <a:chExt cx="434976" cy="63500"/>
          </a:xfrm>
        </p:grpSpPr>
        <p:sp>
          <p:nvSpPr>
            <p:cNvPr id="31" name="椭圆 30"/>
            <p:cNvSpPr/>
            <p:nvPr/>
          </p:nvSpPr>
          <p:spPr>
            <a:xfrm>
              <a:off x="688974" y="6040437"/>
              <a:ext cx="63500" cy="63500"/>
            </a:xfrm>
            <a:prstGeom prst="ellipse">
              <a:avLst/>
            </a:prstGeom>
            <a:gradFill flip="none" rotWithShape="1">
              <a:gsLst>
                <a:gs pos="0">
                  <a:srgbClr val="41EEFE"/>
                </a:gs>
                <a:gs pos="70000">
                  <a:srgbClr val="41EEFE">
                    <a:alpha val="0"/>
                  </a:srgbClr>
                </a:gs>
              </a:gsLst>
              <a:lin ang="54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200">
                <a:solidFill>
                  <a:schemeClr val="tx1">
                    <a:lumMod val="85000"/>
                    <a:lumOff val="15000"/>
                  </a:schemeClr>
                </a:solidFill>
                <a:latin typeface="思源黑体 CN Bold" panose="020B0800000000000000" pitchFamily="34" charset="-122"/>
                <a:ea typeface="思源黑体 CN Bold" panose="020B0800000000000000" pitchFamily="34" charset="-122"/>
                <a:cs typeface="+mn-ea"/>
              </a:endParaRPr>
            </a:p>
          </p:txBody>
        </p:sp>
        <p:sp>
          <p:nvSpPr>
            <p:cNvPr id="33" name="椭圆 32"/>
            <p:cNvSpPr/>
            <p:nvPr/>
          </p:nvSpPr>
          <p:spPr>
            <a:xfrm>
              <a:off x="781843" y="6040437"/>
              <a:ext cx="63500" cy="63500"/>
            </a:xfrm>
            <a:prstGeom prst="ellipse">
              <a:avLst/>
            </a:prstGeom>
            <a:gradFill flip="none" rotWithShape="1">
              <a:gsLst>
                <a:gs pos="0">
                  <a:srgbClr val="41EEFE"/>
                </a:gs>
                <a:gs pos="70000">
                  <a:srgbClr val="41EEFE">
                    <a:alpha val="0"/>
                  </a:srgbClr>
                </a:gs>
              </a:gsLst>
              <a:lin ang="54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200">
                <a:solidFill>
                  <a:schemeClr val="tx1">
                    <a:lumMod val="85000"/>
                    <a:lumOff val="15000"/>
                  </a:schemeClr>
                </a:solidFill>
                <a:latin typeface="思源黑体 CN Bold" panose="020B0800000000000000" pitchFamily="34" charset="-122"/>
                <a:ea typeface="思源黑体 CN Bold" panose="020B0800000000000000" pitchFamily="34" charset="-122"/>
                <a:cs typeface="+mn-ea"/>
              </a:endParaRPr>
            </a:p>
          </p:txBody>
        </p:sp>
        <p:sp>
          <p:nvSpPr>
            <p:cNvPr id="34" name="椭圆 33"/>
            <p:cNvSpPr/>
            <p:nvPr/>
          </p:nvSpPr>
          <p:spPr>
            <a:xfrm>
              <a:off x="874712" y="6040437"/>
              <a:ext cx="63500" cy="63500"/>
            </a:xfrm>
            <a:prstGeom prst="ellipse">
              <a:avLst/>
            </a:prstGeom>
            <a:gradFill flip="none" rotWithShape="1">
              <a:gsLst>
                <a:gs pos="0">
                  <a:srgbClr val="41EEFE"/>
                </a:gs>
                <a:gs pos="70000">
                  <a:srgbClr val="41EEFE">
                    <a:alpha val="0"/>
                  </a:srgbClr>
                </a:gs>
              </a:gsLst>
              <a:lin ang="54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200">
                <a:solidFill>
                  <a:schemeClr val="tx1">
                    <a:lumMod val="85000"/>
                    <a:lumOff val="15000"/>
                  </a:schemeClr>
                </a:solidFill>
                <a:latin typeface="思源黑体 CN Bold" panose="020B0800000000000000" pitchFamily="34" charset="-122"/>
                <a:ea typeface="思源黑体 CN Bold" panose="020B0800000000000000" pitchFamily="34" charset="-122"/>
                <a:cs typeface="+mn-ea"/>
              </a:endParaRPr>
            </a:p>
          </p:txBody>
        </p:sp>
        <p:sp>
          <p:nvSpPr>
            <p:cNvPr id="35" name="椭圆 34"/>
            <p:cNvSpPr/>
            <p:nvPr/>
          </p:nvSpPr>
          <p:spPr>
            <a:xfrm>
              <a:off x="967581" y="6040437"/>
              <a:ext cx="63500" cy="63500"/>
            </a:xfrm>
            <a:prstGeom prst="ellipse">
              <a:avLst/>
            </a:prstGeom>
            <a:gradFill flip="none" rotWithShape="1">
              <a:gsLst>
                <a:gs pos="0">
                  <a:srgbClr val="41EEFE"/>
                </a:gs>
                <a:gs pos="70000">
                  <a:srgbClr val="41EEFE">
                    <a:alpha val="0"/>
                  </a:srgbClr>
                </a:gs>
              </a:gsLst>
              <a:lin ang="54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200">
                <a:solidFill>
                  <a:schemeClr val="tx1">
                    <a:lumMod val="85000"/>
                    <a:lumOff val="15000"/>
                  </a:schemeClr>
                </a:solidFill>
                <a:latin typeface="思源黑体 CN Bold" panose="020B0800000000000000" pitchFamily="34" charset="-122"/>
                <a:ea typeface="思源黑体 CN Bold" panose="020B0800000000000000" pitchFamily="34" charset="-122"/>
                <a:cs typeface="+mn-ea"/>
              </a:endParaRPr>
            </a:p>
          </p:txBody>
        </p:sp>
        <p:sp>
          <p:nvSpPr>
            <p:cNvPr id="36" name="椭圆 35"/>
            <p:cNvSpPr/>
            <p:nvPr/>
          </p:nvSpPr>
          <p:spPr>
            <a:xfrm>
              <a:off x="1060450" y="6040437"/>
              <a:ext cx="63500" cy="63500"/>
            </a:xfrm>
            <a:prstGeom prst="ellipse">
              <a:avLst/>
            </a:prstGeom>
            <a:gradFill flip="none" rotWithShape="1">
              <a:gsLst>
                <a:gs pos="0">
                  <a:srgbClr val="41EEFE"/>
                </a:gs>
                <a:gs pos="70000">
                  <a:srgbClr val="41EEFE">
                    <a:alpha val="0"/>
                  </a:srgbClr>
                </a:gs>
              </a:gsLst>
              <a:lin ang="54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200">
                <a:solidFill>
                  <a:schemeClr val="tx1">
                    <a:lumMod val="85000"/>
                    <a:lumOff val="15000"/>
                  </a:schemeClr>
                </a:solidFill>
                <a:latin typeface="思源黑体 CN Bold" panose="020B0800000000000000" pitchFamily="34" charset="-122"/>
                <a:ea typeface="思源黑体 CN Bold" panose="020B0800000000000000" pitchFamily="34" charset="-122"/>
                <a:cs typeface="+mn-ea"/>
              </a:endParaRPr>
            </a:p>
          </p:txBody>
        </p:sp>
      </p:grpSp>
      <p:sp>
        <p:nvSpPr>
          <p:cNvPr id="32" name="文本框 31"/>
          <p:cNvSpPr txBox="1"/>
          <p:nvPr/>
        </p:nvSpPr>
        <p:spPr>
          <a:xfrm>
            <a:off x="1513000" y="2247227"/>
            <a:ext cx="3541600" cy="2215991"/>
          </a:xfrm>
          <a:prstGeom prst="rect">
            <a:avLst/>
          </a:prstGeom>
          <a:noFill/>
        </p:spPr>
        <p:txBody>
          <a:bodyPr wrap="square" rtlCol="0">
            <a:spAutoFit/>
          </a:bodyPr>
          <a:lstStyle/>
          <a:p>
            <a:pPr algn="ctr"/>
            <a:r>
              <a:rPr lang="en-US" altLang="zh-CN" sz="13800">
                <a:gradFill>
                  <a:gsLst>
                    <a:gs pos="38000">
                      <a:srgbClr val="62EFFE"/>
                    </a:gs>
                    <a:gs pos="90000">
                      <a:srgbClr val="02ECFE"/>
                    </a:gs>
                  </a:gsLst>
                  <a:lin ang="5400000" scaled="1"/>
                </a:gradFill>
                <a:latin typeface="思源黑体 CN Bold" panose="020B0800000000000000" pitchFamily="34" charset="-122"/>
                <a:ea typeface="思源黑体 CN Bold" panose="020B0800000000000000" pitchFamily="34" charset="-122"/>
                <a:cs typeface="+mn-ea"/>
                <a:sym typeface="+mn-lt"/>
              </a:rPr>
              <a:t>02.</a:t>
            </a:r>
            <a:endParaRPr lang="zh-CN" altLang="en-US" sz="13800" dirty="0">
              <a:gradFill>
                <a:gsLst>
                  <a:gs pos="38000">
                    <a:srgbClr val="62EFFE"/>
                  </a:gs>
                  <a:gs pos="90000">
                    <a:srgbClr val="02ECFE"/>
                  </a:gs>
                </a:gsLst>
                <a:lin ang="5400000" scaled="1"/>
              </a:gradFill>
              <a:latin typeface="思源黑体 CN Bold" panose="020B0800000000000000" pitchFamily="34" charset="-122"/>
              <a:ea typeface="思源黑体 CN Bold" panose="020B0800000000000000" pitchFamily="34" charset="-122"/>
              <a:cs typeface="+mn-ea"/>
              <a:sym typeface="+mn-lt"/>
            </a:endParaRPr>
          </a:p>
        </p:txBody>
      </p:sp>
      <p:sp>
        <p:nvSpPr>
          <p:cNvPr id="37" name="矩形: 圆角 36"/>
          <p:cNvSpPr/>
          <p:nvPr/>
        </p:nvSpPr>
        <p:spPr>
          <a:xfrm flipV="1">
            <a:off x="6063043" y="5162164"/>
            <a:ext cx="1048957" cy="45719"/>
          </a:xfrm>
          <a:prstGeom prst="roundRect">
            <a:avLst>
              <a:gd name="adj" fmla="val 50000"/>
            </a:avLst>
          </a:prstGeom>
          <a:gradFill flip="none" rotWithShape="1">
            <a:gsLst>
              <a:gs pos="0">
                <a:srgbClr val="41EEFE"/>
              </a:gs>
              <a:gs pos="70000">
                <a:srgbClr val="23EFFE"/>
              </a:gs>
            </a:gsLst>
            <a:lin ang="54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200" dirty="0">
              <a:solidFill>
                <a:schemeClr val="tx1">
                  <a:lumMod val="85000"/>
                  <a:lumOff val="15000"/>
                </a:schemeClr>
              </a:solidFill>
              <a:latin typeface="思源黑体 CN Bold" panose="020B0800000000000000" pitchFamily="34" charset="-122"/>
              <a:ea typeface="思源黑体 CN Bold" panose="020B0800000000000000" pitchFamily="34" charset="-122"/>
              <a:cs typeface="+mn-ea"/>
              <a:sym typeface="+mn-lt"/>
            </a:endParaRPr>
          </a:p>
        </p:txBody>
      </p:sp>
      <p:grpSp>
        <p:nvGrpSpPr>
          <p:cNvPr id="13" name="组合 12"/>
          <p:cNvGrpSpPr/>
          <p:nvPr/>
        </p:nvGrpSpPr>
        <p:grpSpPr>
          <a:xfrm>
            <a:off x="4058577" y="4375150"/>
            <a:ext cx="1384300" cy="1384300"/>
            <a:chOff x="4058577" y="4375150"/>
            <a:chExt cx="1384300" cy="1384300"/>
          </a:xfrm>
        </p:grpSpPr>
        <p:sp>
          <p:nvSpPr>
            <p:cNvPr id="9" name="椭圆 8"/>
            <p:cNvSpPr/>
            <p:nvPr/>
          </p:nvSpPr>
          <p:spPr>
            <a:xfrm>
              <a:off x="4058577" y="4375150"/>
              <a:ext cx="1384300" cy="1384300"/>
            </a:xfrm>
            <a:prstGeom prst="ellipse">
              <a:avLst/>
            </a:prstGeom>
            <a:solidFill>
              <a:schemeClr val="bg1">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200">
                <a:solidFill>
                  <a:schemeClr val="tx1">
                    <a:lumMod val="85000"/>
                    <a:lumOff val="15000"/>
                  </a:schemeClr>
                </a:solidFill>
                <a:latin typeface="思源黑体 CN Bold" panose="020B0800000000000000" pitchFamily="34" charset="-122"/>
                <a:ea typeface="思源黑体 CN Bold" panose="020B0800000000000000" pitchFamily="34" charset="-122"/>
                <a:cs typeface="+mn-ea"/>
              </a:endParaRPr>
            </a:p>
          </p:txBody>
        </p:sp>
        <p:pic>
          <p:nvPicPr>
            <p:cNvPr id="11" name="图片 10"/>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311650" y="4619625"/>
              <a:ext cx="889000" cy="889000"/>
            </a:xfrm>
            <a:prstGeom prst="rect">
              <a:avLst/>
            </a:prstGeom>
          </p:spPr>
        </p:pic>
      </p:grpSp>
      <p:sp>
        <p:nvSpPr>
          <p:cNvPr id="15" name="文本框 14"/>
          <p:cNvSpPr txBox="1"/>
          <p:nvPr/>
        </p:nvSpPr>
        <p:spPr>
          <a:xfrm>
            <a:off x="9031605" y="569557"/>
            <a:ext cx="2705562" cy="337185"/>
          </a:xfrm>
          <a:prstGeom prst="rect">
            <a:avLst/>
          </a:prstGeom>
          <a:noFill/>
        </p:spPr>
        <p:txBody>
          <a:bodyPr wrap="square" rtlCol="0">
            <a:spAutoFit/>
          </a:bodyPr>
          <a:lstStyle/>
          <a:p>
            <a:pPr algn="dist"/>
            <a:r>
              <a:rPr lang="en-US" altLang="zh-CN" sz="1600" b="1" dirty="0">
                <a:solidFill>
                  <a:schemeClr val="bg1"/>
                </a:solidFill>
                <a:latin typeface="思源黑体 CN Normal" panose="020B0400000000000000" pitchFamily="34" charset="-122"/>
                <a:ea typeface="思源黑体 CN Normal" panose="020B0400000000000000" pitchFamily="34" charset="-122"/>
                <a:cs typeface="+mn-ea"/>
                <a:sym typeface="+mn-lt"/>
              </a:rPr>
              <a:t>2023Google</a:t>
            </a:r>
            <a:r>
              <a:rPr lang="zh-CN" altLang="en-US" sz="1600" b="1" dirty="0">
                <a:solidFill>
                  <a:schemeClr val="bg1"/>
                </a:solidFill>
                <a:latin typeface="思源黑体 CN Normal" panose="020B0400000000000000" pitchFamily="34" charset="-122"/>
                <a:ea typeface="思源黑体 CN Normal" panose="020B0400000000000000" pitchFamily="34" charset="-122"/>
                <a:cs typeface="+mn-ea"/>
                <a:sym typeface="+mn-lt"/>
              </a:rPr>
              <a:t>开发者大会</a:t>
            </a:r>
            <a:endParaRPr lang="zh-CN" altLang="en-US" sz="1600" b="1" dirty="0">
              <a:solidFill>
                <a:schemeClr val="bg1"/>
              </a:solidFill>
              <a:latin typeface="思源黑体 CN Normal" panose="020B0400000000000000" pitchFamily="34" charset="-122"/>
              <a:ea typeface="思源黑体 CN Normal" panose="020B0400000000000000" pitchFamily="34" charset="-122"/>
              <a:cs typeface="+mn-ea"/>
              <a:sym typeface="+mn-lt"/>
            </a:endParaRPr>
          </a:p>
        </p:txBody>
      </p:sp>
    </p:spTree>
  </p:cSld>
  <p:clrMapOvr>
    <a:masterClrMapping/>
  </p:clrMapOvr>
  <mc:AlternateContent xmlns:mc="http://schemas.openxmlformats.org/markup-compatibility/2006">
    <mc:Choice xmlns:p14="http://schemas.microsoft.com/office/powerpoint/2010/main" Requires="p14">
      <p:transition spd="slow" p14:dur="1250" advTm="5000">
        <p14:switch dir="r"/>
      </p:transition>
    </mc:Choice>
    <mc:Fallback>
      <p:transition spd="slow" advTm="5000">
        <p:fade/>
      </p:transition>
    </mc:Fallback>
  </mc:AlternateContent>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8" name="组合 7"/>
          <p:cNvGrpSpPr/>
          <p:nvPr/>
        </p:nvGrpSpPr>
        <p:grpSpPr>
          <a:xfrm>
            <a:off x="-698500" y="-582990"/>
            <a:ext cx="13589000" cy="8023980"/>
            <a:chOff x="-863600" y="-584200"/>
            <a:chExt cx="13335000" cy="7874000"/>
          </a:xfrm>
          <a:solidFill>
            <a:srgbClr val="E6E6E6"/>
          </a:solidFill>
        </p:grpSpPr>
        <p:grpSp>
          <p:nvGrpSpPr>
            <p:cNvPr id="4" name="组合 3"/>
            <p:cNvGrpSpPr/>
            <p:nvPr/>
          </p:nvGrpSpPr>
          <p:grpSpPr>
            <a:xfrm>
              <a:off x="-863600" y="-584200"/>
              <a:ext cx="165100" cy="7874000"/>
              <a:chOff x="-863600" y="-584200"/>
              <a:chExt cx="165100" cy="7874000"/>
            </a:xfrm>
            <a:grpFill/>
          </p:grpSpPr>
          <p:sp>
            <p:nvSpPr>
              <p:cNvPr id="2" name="椭圆 1"/>
              <p:cNvSpPr/>
              <p:nvPr/>
            </p:nvSpPr>
            <p:spPr>
              <a:xfrm>
                <a:off x="-863600" y="-584200"/>
                <a:ext cx="165100" cy="165100"/>
              </a:xfrm>
              <a:prstGeom prst="ellipse">
                <a:avLst/>
              </a:prstGeom>
              <a:grp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椭圆 2"/>
              <p:cNvSpPr/>
              <p:nvPr/>
            </p:nvSpPr>
            <p:spPr>
              <a:xfrm>
                <a:off x="-863600" y="7124700"/>
                <a:ext cx="165100" cy="165100"/>
              </a:xfrm>
              <a:prstGeom prst="ellipse">
                <a:avLst/>
              </a:prstGeom>
              <a:grp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5" name="组合 4"/>
            <p:cNvGrpSpPr/>
            <p:nvPr/>
          </p:nvGrpSpPr>
          <p:grpSpPr>
            <a:xfrm>
              <a:off x="12306300" y="-584200"/>
              <a:ext cx="165100" cy="7874000"/>
              <a:chOff x="-863600" y="-584200"/>
              <a:chExt cx="165100" cy="7874000"/>
            </a:xfrm>
            <a:grpFill/>
          </p:grpSpPr>
          <p:sp>
            <p:nvSpPr>
              <p:cNvPr id="6" name="椭圆 5"/>
              <p:cNvSpPr/>
              <p:nvPr/>
            </p:nvSpPr>
            <p:spPr>
              <a:xfrm>
                <a:off x="-863600" y="-584200"/>
                <a:ext cx="165100" cy="165100"/>
              </a:xfrm>
              <a:prstGeom prst="ellipse">
                <a:avLst/>
              </a:prstGeom>
              <a:grp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椭圆 6"/>
              <p:cNvSpPr/>
              <p:nvPr/>
            </p:nvSpPr>
            <p:spPr>
              <a:xfrm>
                <a:off x="-863600" y="7124700"/>
                <a:ext cx="165100" cy="165100"/>
              </a:xfrm>
              <a:prstGeom prst="ellipse">
                <a:avLst/>
              </a:prstGeom>
              <a:grp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sp>
        <p:nvSpPr>
          <p:cNvPr id="25" name="任意多边形: 形状 24"/>
          <p:cNvSpPr/>
          <p:nvPr/>
        </p:nvSpPr>
        <p:spPr>
          <a:xfrm>
            <a:off x="11315066" y="4192270"/>
            <a:ext cx="396593" cy="816428"/>
          </a:xfrm>
          <a:custGeom>
            <a:avLst/>
            <a:gdLst>
              <a:gd name="connsiteX0" fmla="*/ 452944 w 477264"/>
              <a:gd name="connsiteY0" fmla="*/ 933858 h 982498"/>
              <a:gd name="connsiteX1" fmla="*/ 477264 w 477264"/>
              <a:gd name="connsiteY1" fmla="*/ 958178 h 982498"/>
              <a:gd name="connsiteX2" fmla="*/ 452944 w 477264"/>
              <a:gd name="connsiteY2" fmla="*/ 982498 h 982498"/>
              <a:gd name="connsiteX3" fmla="*/ 428624 w 477264"/>
              <a:gd name="connsiteY3" fmla="*/ 958178 h 982498"/>
              <a:gd name="connsiteX4" fmla="*/ 452944 w 477264"/>
              <a:gd name="connsiteY4" fmla="*/ 933858 h 982498"/>
              <a:gd name="connsiteX5" fmla="*/ 345788 w 477264"/>
              <a:gd name="connsiteY5" fmla="*/ 933858 h 982498"/>
              <a:gd name="connsiteX6" fmla="*/ 370108 w 477264"/>
              <a:gd name="connsiteY6" fmla="*/ 958178 h 982498"/>
              <a:gd name="connsiteX7" fmla="*/ 345788 w 477264"/>
              <a:gd name="connsiteY7" fmla="*/ 982498 h 982498"/>
              <a:gd name="connsiteX8" fmla="*/ 321468 w 477264"/>
              <a:gd name="connsiteY8" fmla="*/ 958178 h 982498"/>
              <a:gd name="connsiteX9" fmla="*/ 345788 w 477264"/>
              <a:gd name="connsiteY9" fmla="*/ 933858 h 982498"/>
              <a:gd name="connsiteX10" fmla="*/ 238632 w 477264"/>
              <a:gd name="connsiteY10" fmla="*/ 933858 h 982498"/>
              <a:gd name="connsiteX11" fmla="*/ 262952 w 477264"/>
              <a:gd name="connsiteY11" fmla="*/ 958178 h 982498"/>
              <a:gd name="connsiteX12" fmla="*/ 238632 w 477264"/>
              <a:gd name="connsiteY12" fmla="*/ 982498 h 982498"/>
              <a:gd name="connsiteX13" fmla="*/ 214312 w 477264"/>
              <a:gd name="connsiteY13" fmla="*/ 958178 h 982498"/>
              <a:gd name="connsiteX14" fmla="*/ 238632 w 477264"/>
              <a:gd name="connsiteY14" fmla="*/ 933858 h 982498"/>
              <a:gd name="connsiteX15" fmla="*/ 131476 w 477264"/>
              <a:gd name="connsiteY15" fmla="*/ 933858 h 982498"/>
              <a:gd name="connsiteX16" fmla="*/ 155796 w 477264"/>
              <a:gd name="connsiteY16" fmla="*/ 958178 h 982498"/>
              <a:gd name="connsiteX17" fmla="*/ 131476 w 477264"/>
              <a:gd name="connsiteY17" fmla="*/ 982498 h 982498"/>
              <a:gd name="connsiteX18" fmla="*/ 107156 w 477264"/>
              <a:gd name="connsiteY18" fmla="*/ 958178 h 982498"/>
              <a:gd name="connsiteX19" fmla="*/ 131476 w 477264"/>
              <a:gd name="connsiteY19" fmla="*/ 933858 h 982498"/>
              <a:gd name="connsiteX20" fmla="*/ 24320 w 477264"/>
              <a:gd name="connsiteY20" fmla="*/ 933858 h 982498"/>
              <a:gd name="connsiteX21" fmla="*/ 48640 w 477264"/>
              <a:gd name="connsiteY21" fmla="*/ 958178 h 982498"/>
              <a:gd name="connsiteX22" fmla="*/ 24320 w 477264"/>
              <a:gd name="connsiteY22" fmla="*/ 982498 h 982498"/>
              <a:gd name="connsiteX23" fmla="*/ 0 w 477264"/>
              <a:gd name="connsiteY23" fmla="*/ 958178 h 982498"/>
              <a:gd name="connsiteX24" fmla="*/ 24320 w 477264"/>
              <a:gd name="connsiteY24" fmla="*/ 933858 h 982498"/>
              <a:gd name="connsiteX25" fmla="*/ 452944 w 477264"/>
              <a:gd name="connsiteY25" fmla="*/ 778215 h 982498"/>
              <a:gd name="connsiteX26" fmla="*/ 477264 w 477264"/>
              <a:gd name="connsiteY26" fmla="*/ 802535 h 982498"/>
              <a:gd name="connsiteX27" fmla="*/ 452944 w 477264"/>
              <a:gd name="connsiteY27" fmla="*/ 826855 h 982498"/>
              <a:gd name="connsiteX28" fmla="*/ 428624 w 477264"/>
              <a:gd name="connsiteY28" fmla="*/ 802535 h 982498"/>
              <a:gd name="connsiteX29" fmla="*/ 452944 w 477264"/>
              <a:gd name="connsiteY29" fmla="*/ 778215 h 982498"/>
              <a:gd name="connsiteX30" fmla="*/ 345788 w 477264"/>
              <a:gd name="connsiteY30" fmla="*/ 778215 h 982498"/>
              <a:gd name="connsiteX31" fmla="*/ 370108 w 477264"/>
              <a:gd name="connsiteY31" fmla="*/ 802535 h 982498"/>
              <a:gd name="connsiteX32" fmla="*/ 345788 w 477264"/>
              <a:gd name="connsiteY32" fmla="*/ 826855 h 982498"/>
              <a:gd name="connsiteX33" fmla="*/ 321468 w 477264"/>
              <a:gd name="connsiteY33" fmla="*/ 802535 h 982498"/>
              <a:gd name="connsiteX34" fmla="*/ 345788 w 477264"/>
              <a:gd name="connsiteY34" fmla="*/ 778215 h 982498"/>
              <a:gd name="connsiteX35" fmla="*/ 238632 w 477264"/>
              <a:gd name="connsiteY35" fmla="*/ 778215 h 982498"/>
              <a:gd name="connsiteX36" fmla="*/ 262952 w 477264"/>
              <a:gd name="connsiteY36" fmla="*/ 802535 h 982498"/>
              <a:gd name="connsiteX37" fmla="*/ 238632 w 477264"/>
              <a:gd name="connsiteY37" fmla="*/ 826855 h 982498"/>
              <a:gd name="connsiteX38" fmla="*/ 214312 w 477264"/>
              <a:gd name="connsiteY38" fmla="*/ 802535 h 982498"/>
              <a:gd name="connsiteX39" fmla="*/ 238632 w 477264"/>
              <a:gd name="connsiteY39" fmla="*/ 778215 h 982498"/>
              <a:gd name="connsiteX40" fmla="*/ 131476 w 477264"/>
              <a:gd name="connsiteY40" fmla="*/ 778215 h 982498"/>
              <a:gd name="connsiteX41" fmla="*/ 155796 w 477264"/>
              <a:gd name="connsiteY41" fmla="*/ 802535 h 982498"/>
              <a:gd name="connsiteX42" fmla="*/ 131476 w 477264"/>
              <a:gd name="connsiteY42" fmla="*/ 826855 h 982498"/>
              <a:gd name="connsiteX43" fmla="*/ 107156 w 477264"/>
              <a:gd name="connsiteY43" fmla="*/ 802535 h 982498"/>
              <a:gd name="connsiteX44" fmla="*/ 131476 w 477264"/>
              <a:gd name="connsiteY44" fmla="*/ 778215 h 982498"/>
              <a:gd name="connsiteX45" fmla="*/ 24320 w 477264"/>
              <a:gd name="connsiteY45" fmla="*/ 778215 h 982498"/>
              <a:gd name="connsiteX46" fmla="*/ 48640 w 477264"/>
              <a:gd name="connsiteY46" fmla="*/ 802535 h 982498"/>
              <a:gd name="connsiteX47" fmla="*/ 24320 w 477264"/>
              <a:gd name="connsiteY47" fmla="*/ 826855 h 982498"/>
              <a:gd name="connsiteX48" fmla="*/ 0 w 477264"/>
              <a:gd name="connsiteY48" fmla="*/ 802535 h 982498"/>
              <a:gd name="connsiteX49" fmla="*/ 24320 w 477264"/>
              <a:gd name="connsiteY49" fmla="*/ 778215 h 982498"/>
              <a:gd name="connsiteX50" fmla="*/ 452944 w 477264"/>
              <a:gd name="connsiteY50" fmla="*/ 622572 h 982498"/>
              <a:gd name="connsiteX51" fmla="*/ 477264 w 477264"/>
              <a:gd name="connsiteY51" fmla="*/ 646892 h 982498"/>
              <a:gd name="connsiteX52" fmla="*/ 452944 w 477264"/>
              <a:gd name="connsiteY52" fmla="*/ 671212 h 982498"/>
              <a:gd name="connsiteX53" fmla="*/ 428624 w 477264"/>
              <a:gd name="connsiteY53" fmla="*/ 646892 h 982498"/>
              <a:gd name="connsiteX54" fmla="*/ 452944 w 477264"/>
              <a:gd name="connsiteY54" fmla="*/ 622572 h 982498"/>
              <a:gd name="connsiteX55" fmla="*/ 345788 w 477264"/>
              <a:gd name="connsiteY55" fmla="*/ 622572 h 982498"/>
              <a:gd name="connsiteX56" fmla="*/ 370108 w 477264"/>
              <a:gd name="connsiteY56" fmla="*/ 646892 h 982498"/>
              <a:gd name="connsiteX57" fmla="*/ 345788 w 477264"/>
              <a:gd name="connsiteY57" fmla="*/ 671212 h 982498"/>
              <a:gd name="connsiteX58" fmla="*/ 321468 w 477264"/>
              <a:gd name="connsiteY58" fmla="*/ 646892 h 982498"/>
              <a:gd name="connsiteX59" fmla="*/ 345788 w 477264"/>
              <a:gd name="connsiteY59" fmla="*/ 622572 h 982498"/>
              <a:gd name="connsiteX60" fmla="*/ 238632 w 477264"/>
              <a:gd name="connsiteY60" fmla="*/ 622572 h 982498"/>
              <a:gd name="connsiteX61" fmla="*/ 262952 w 477264"/>
              <a:gd name="connsiteY61" fmla="*/ 646892 h 982498"/>
              <a:gd name="connsiteX62" fmla="*/ 238632 w 477264"/>
              <a:gd name="connsiteY62" fmla="*/ 671212 h 982498"/>
              <a:gd name="connsiteX63" fmla="*/ 214312 w 477264"/>
              <a:gd name="connsiteY63" fmla="*/ 646892 h 982498"/>
              <a:gd name="connsiteX64" fmla="*/ 238632 w 477264"/>
              <a:gd name="connsiteY64" fmla="*/ 622572 h 982498"/>
              <a:gd name="connsiteX65" fmla="*/ 131476 w 477264"/>
              <a:gd name="connsiteY65" fmla="*/ 622572 h 982498"/>
              <a:gd name="connsiteX66" fmla="*/ 155796 w 477264"/>
              <a:gd name="connsiteY66" fmla="*/ 646892 h 982498"/>
              <a:gd name="connsiteX67" fmla="*/ 131476 w 477264"/>
              <a:gd name="connsiteY67" fmla="*/ 671212 h 982498"/>
              <a:gd name="connsiteX68" fmla="*/ 107156 w 477264"/>
              <a:gd name="connsiteY68" fmla="*/ 646892 h 982498"/>
              <a:gd name="connsiteX69" fmla="*/ 131476 w 477264"/>
              <a:gd name="connsiteY69" fmla="*/ 622572 h 982498"/>
              <a:gd name="connsiteX70" fmla="*/ 24320 w 477264"/>
              <a:gd name="connsiteY70" fmla="*/ 622572 h 982498"/>
              <a:gd name="connsiteX71" fmla="*/ 48640 w 477264"/>
              <a:gd name="connsiteY71" fmla="*/ 646892 h 982498"/>
              <a:gd name="connsiteX72" fmla="*/ 24320 w 477264"/>
              <a:gd name="connsiteY72" fmla="*/ 671212 h 982498"/>
              <a:gd name="connsiteX73" fmla="*/ 0 w 477264"/>
              <a:gd name="connsiteY73" fmla="*/ 646892 h 982498"/>
              <a:gd name="connsiteX74" fmla="*/ 24320 w 477264"/>
              <a:gd name="connsiteY74" fmla="*/ 622572 h 982498"/>
              <a:gd name="connsiteX75" fmla="*/ 24320 w 477264"/>
              <a:gd name="connsiteY75" fmla="*/ 466929 h 982498"/>
              <a:gd name="connsiteX76" fmla="*/ 48640 w 477264"/>
              <a:gd name="connsiteY76" fmla="*/ 491249 h 982498"/>
              <a:gd name="connsiteX77" fmla="*/ 24320 w 477264"/>
              <a:gd name="connsiteY77" fmla="*/ 515569 h 982498"/>
              <a:gd name="connsiteX78" fmla="*/ 0 w 477264"/>
              <a:gd name="connsiteY78" fmla="*/ 491249 h 982498"/>
              <a:gd name="connsiteX79" fmla="*/ 24320 w 477264"/>
              <a:gd name="connsiteY79" fmla="*/ 466929 h 982498"/>
              <a:gd name="connsiteX80" fmla="*/ 131476 w 477264"/>
              <a:gd name="connsiteY80" fmla="*/ 466929 h 982498"/>
              <a:gd name="connsiteX81" fmla="*/ 155796 w 477264"/>
              <a:gd name="connsiteY81" fmla="*/ 491249 h 982498"/>
              <a:gd name="connsiteX82" fmla="*/ 131476 w 477264"/>
              <a:gd name="connsiteY82" fmla="*/ 515569 h 982498"/>
              <a:gd name="connsiteX83" fmla="*/ 107156 w 477264"/>
              <a:gd name="connsiteY83" fmla="*/ 491249 h 982498"/>
              <a:gd name="connsiteX84" fmla="*/ 131476 w 477264"/>
              <a:gd name="connsiteY84" fmla="*/ 466929 h 982498"/>
              <a:gd name="connsiteX85" fmla="*/ 238632 w 477264"/>
              <a:gd name="connsiteY85" fmla="*/ 466929 h 982498"/>
              <a:gd name="connsiteX86" fmla="*/ 262952 w 477264"/>
              <a:gd name="connsiteY86" fmla="*/ 491249 h 982498"/>
              <a:gd name="connsiteX87" fmla="*/ 238632 w 477264"/>
              <a:gd name="connsiteY87" fmla="*/ 515569 h 982498"/>
              <a:gd name="connsiteX88" fmla="*/ 214312 w 477264"/>
              <a:gd name="connsiteY88" fmla="*/ 491249 h 982498"/>
              <a:gd name="connsiteX89" fmla="*/ 238632 w 477264"/>
              <a:gd name="connsiteY89" fmla="*/ 466929 h 982498"/>
              <a:gd name="connsiteX90" fmla="*/ 345788 w 477264"/>
              <a:gd name="connsiteY90" fmla="*/ 466929 h 982498"/>
              <a:gd name="connsiteX91" fmla="*/ 370108 w 477264"/>
              <a:gd name="connsiteY91" fmla="*/ 491249 h 982498"/>
              <a:gd name="connsiteX92" fmla="*/ 345788 w 477264"/>
              <a:gd name="connsiteY92" fmla="*/ 515569 h 982498"/>
              <a:gd name="connsiteX93" fmla="*/ 321468 w 477264"/>
              <a:gd name="connsiteY93" fmla="*/ 491249 h 982498"/>
              <a:gd name="connsiteX94" fmla="*/ 345788 w 477264"/>
              <a:gd name="connsiteY94" fmla="*/ 466929 h 982498"/>
              <a:gd name="connsiteX95" fmla="*/ 452944 w 477264"/>
              <a:gd name="connsiteY95" fmla="*/ 466929 h 982498"/>
              <a:gd name="connsiteX96" fmla="*/ 477264 w 477264"/>
              <a:gd name="connsiteY96" fmla="*/ 491249 h 982498"/>
              <a:gd name="connsiteX97" fmla="*/ 452944 w 477264"/>
              <a:gd name="connsiteY97" fmla="*/ 515569 h 982498"/>
              <a:gd name="connsiteX98" fmla="*/ 428624 w 477264"/>
              <a:gd name="connsiteY98" fmla="*/ 491249 h 982498"/>
              <a:gd name="connsiteX99" fmla="*/ 452944 w 477264"/>
              <a:gd name="connsiteY99" fmla="*/ 466929 h 982498"/>
              <a:gd name="connsiteX100" fmla="*/ 24320 w 477264"/>
              <a:gd name="connsiteY100" fmla="*/ 311287 h 982498"/>
              <a:gd name="connsiteX101" fmla="*/ 48640 w 477264"/>
              <a:gd name="connsiteY101" fmla="*/ 335607 h 982498"/>
              <a:gd name="connsiteX102" fmla="*/ 24320 w 477264"/>
              <a:gd name="connsiteY102" fmla="*/ 359926 h 982498"/>
              <a:gd name="connsiteX103" fmla="*/ 0 w 477264"/>
              <a:gd name="connsiteY103" fmla="*/ 335607 h 982498"/>
              <a:gd name="connsiteX104" fmla="*/ 24320 w 477264"/>
              <a:gd name="connsiteY104" fmla="*/ 311287 h 982498"/>
              <a:gd name="connsiteX105" fmla="*/ 131476 w 477264"/>
              <a:gd name="connsiteY105" fmla="*/ 311286 h 982498"/>
              <a:gd name="connsiteX106" fmla="*/ 155796 w 477264"/>
              <a:gd name="connsiteY106" fmla="*/ 335606 h 982498"/>
              <a:gd name="connsiteX107" fmla="*/ 131476 w 477264"/>
              <a:gd name="connsiteY107" fmla="*/ 359926 h 982498"/>
              <a:gd name="connsiteX108" fmla="*/ 107156 w 477264"/>
              <a:gd name="connsiteY108" fmla="*/ 335606 h 982498"/>
              <a:gd name="connsiteX109" fmla="*/ 131476 w 477264"/>
              <a:gd name="connsiteY109" fmla="*/ 311286 h 982498"/>
              <a:gd name="connsiteX110" fmla="*/ 238632 w 477264"/>
              <a:gd name="connsiteY110" fmla="*/ 311286 h 982498"/>
              <a:gd name="connsiteX111" fmla="*/ 262952 w 477264"/>
              <a:gd name="connsiteY111" fmla="*/ 335606 h 982498"/>
              <a:gd name="connsiteX112" fmla="*/ 238632 w 477264"/>
              <a:gd name="connsiteY112" fmla="*/ 359926 h 982498"/>
              <a:gd name="connsiteX113" fmla="*/ 214312 w 477264"/>
              <a:gd name="connsiteY113" fmla="*/ 335606 h 982498"/>
              <a:gd name="connsiteX114" fmla="*/ 238632 w 477264"/>
              <a:gd name="connsiteY114" fmla="*/ 311286 h 982498"/>
              <a:gd name="connsiteX115" fmla="*/ 345788 w 477264"/>
              <a:gd name="connsiteY115" fmla="*/ 311286 h 982498"/>
              <a:gd name="connsiteX116" fmla="*/ 370108 w 477264"/>
              <a:gd name="connsiteY116" fmla="*/ 335606 h 982498"/>
              <a:gd name="connsiteX117" fmla="*/ 345788 w 477264"/>
              <a:gd name="connsiteY117" fmla="*/ 359926 h 982498"/>
              <a:gd name="connsiteX118" fmla="*/ 321468 w 477264"/>
              <a:gd name="connsiteY118" fmla="*/ 335606 h 982498"/>
              <a:gd name="connsiteX119" fmla="*/ 345788 w 477264"/>
              <a:gd name="connsiteY119" fmla="*/ 311286 h 982498"/>
              <a:gd name="connsiteX120" fmla="*/ 452944 w 477264"/>
              <a:gd name="connsiteY120" fmla="*/ 311286 h 982498"/>
              <a:gd name="connsiteX121" fmla="*/ 477264 w 477264"/>
              <a:gd name="connsiteY121" fmla="*/ 335606 h 982498"/>
              <a:gd name="connsiteX122" fmla="*/ 452944 w 477264"/>
              <a:gd name="connsiteY122" fmla="*/ 359926 h 982498"/>
              <a:gd name="connsiteX123" fmla="*/ 428624 w 477264"/>
              <a:gd name="connsiteY123" fmla="*/ 335606 h 982498"/>
              <a:gd name="connsiteX124" fmla="*/ 452944 w 477264"/>
              <a:gd name="connsiteY124" fmla="*/ 311286 h 982498"/>
              <a:gd name="connsiteX125" fmla="*/ 24320 w 477264"/>
              <a:gd name="connsiteY125" fmla="*/ 155643 h 982498"/>
              <a:gd name="connsiteX126" fmla="*/ 48640 w 477264"/>
              <a:gd name="connsiteY126" fmla="*/ 179963 h 982498"/>
              <a:gd name="connsiteX127" fmla="*/ 24320 w 477264"/>
              <a:gd name="connsiteY127" fmla="*/ 204283 h 982498"/>
              <a:gd name="connsiteX128" fmla="*/ 0 w 477264"/>
              <a:gd name="connsiteY128" fmla="*/ 179963 h 982498"/>
              <a:gd name="connsiteX129" fmla="*/ 24320 w 477264"/>
              <a:gd name="connsiteY129" fmla="*/ 155643 h 982498"/>
              <a:gd name="connsiteX130" fmla="*/ 131476 w 477264"/>
              <a:gd name="connsiteY130" fmla="*/ 155643 h 982498"/>
              <a:gd name="connsiteX131" fmla="*/ 155796 w 477264"/>
              <a:gd name="connsiteY131" fmla="*/ 179963 h 982498"/>
              <a:gd name="connsiteX132" fmla="*/ 131476 w 477264"/>
              <a:gd name="connsiteY132" fmla="*/ 204283 h 982498"/>
              <a:gd name="connsiteX133" fmla="*/ 107156 w 477264"/>
              <a:gd name="connsiteY133" fmla="*/ 179963 h 982498"/>
              <a:gd name="connsiteX134" fmla="*/ 131476 w 477264"/>
              <a:gd name="connsiteY134" fmla="*/ 155643 h 982498"/>
              <a:gd name="connsiteX135" fmla="*/ 238632 w 477264"/>
              <a:gd name="connsiteY135" fmla="*/ 155643 h 982498"/>
              <a:gd name="connsiteX136" fmla="*/ 262952 w 477264"/>
              <a:gd name="connsiteY136" fmla="*/ 179963 h 982498"/>
              <a:gd name="connsiteX137" fmla="*/ 238632 w 477264"/>
              <a:gd name="connsiteY137" fmla="*/ 204283 h 982498"/>
              <a:gd name="connsiteX138" fmla="*/ 214312 w 477264"/>
              <a:gd name="connsiteY138" fmla="*/ 179963 h 982498"/>
              <a:gd name="connsiteX139" fmla="*/ 238632 w 477264"/>
              <a:gd name="connsiteY139" fmla="*/ 155643 h 982498"/>
              <a:gd name="connsiteX140" fmla="*/ 345788 w 477264"/>
              <a:gd name="connsiteY140" fmla="*/ 155643 h 982498"/>
              <a:gd name="connsiteX141" fmla="*/ 370108 w 477264"/>
              <a:gd name="connsiteY141" fmla="*/ 179963 h 982498"/>
              <a:gd name="connsiteX142" fmla="*/ 345788 w 477264"/>
              <a:gd name="connsiteY142" fmla="*/ 204283 h 982498"/>
              <a:gd name="connsiteX143" fmla="*/ 321468 w 477264"/>
              <a:gd name="connsiteY143" fmla="*/ 179963 h 982498"/>
              <a:gd name="connsiteX144" fmla="*/ 345788 w 477264"/>
              <a:gd name="connsiteY144" fmla="*/ 155643 h 982498"/>
              <a:gd name="connsiteX145" fmla="*/ 452944 w 477264"/>
              <a:gd name="connsiteY145" fmla="*/ 155643 h 982498"/>
              <a:gd name="connsiteX146" fmla="*/ 477264 w 477264"/>
              <a:gd name="connsiteY146" fmla="*/ 179963 h 982498"/>
              <a:gd name="connsiteX147" fmla="*/ 452944 w 477264"/>
              <a:gd name="connsiteY147" fmla="*/ 204283 h 982498"/>
              <a:gd name="connsiteX148" fmla="*/ 428624 w 477264"/>
              <a:gd name="connsiteY148" fmla="*/ 179963 h 982498"/>
              <a:gd name="connsiteX149" fmla="*/ 452944 w 477264"/>
              <a:gd name="connsiteY149" fmla="*/ 155643 h 982498"/>
              <a:gd name="connsiteX150" fmla="*/ 452944 w 477264"/>
              <a:gd name="connsiteY150" fmla="*/ 0 h 982498"/>
              <a:gd name="connsiteX151" fmla="*/ 477264 w 477264"/>
              <a:gd name="connsiteY151" fmla="*/ 24320 h 982498"/>
              <a:gd name="connsiteX152" fmla="*/ 452944 w 477264"/>
              <a:gd name="connsiteY152" fmla="*/ 48640 h 982498"/>
              <a:gd name="connsiteX153" fmla="*/ 428624 w 477264"/>
              <a:gd name="connsiteY153" fmla="*/ 24320 h 982498"/>
              <a:gd name="connsiteX154" fmla="*/ 452944 w 477264"/>
              <a:gd name="connsiteY154" fmla="*/ 0 h 982498"/>
              <a:gd name="connsiteX155" fmla="*/ 345788 w 477264"/>
              <a:gd name="connsiteY155" fmla="*/ 0 h 982498"/>
              <a:gd name="connsiteX156" fmla="*/ 370108 w 477264"/>
              <a:gd name="connsiteY156" fmla="*/ 24320 h 982498"/>
              <a:gd name="connsiteX157" fmla="*/ 345788 w 477264"/>
              <a:gd name="connsiteY157" fmla="*/ 48640 h 982498"/>
              <a:gd name="connsiteX158" fmla="*/ 321468 w 477264"/>
              <a:gd name="connsiteY158" fmla="*/ 24320 h 982498"/>
              <a:gd name="connsiteX159" fmla="*/ 345788 w 477264"/>
              <a:gd name="connsiteY159" fmla="*/ 0 h 982498"/>
              <a:gd name="connsiteX160" fmla="*/ 238632 w 477264"/>
              <a:gd name="connsiteY160" fmla="*/ 0 h 982498"/>
              <a:gd name="connsiteX161" fmla="*/ 262952 w 477264"/>
              <a:gd name="connsiteY161" fmla="*/ 24320 h 982498"/>
              <a:gd name="connsiteX162" fmla="*/ 238632 w 477264"/>
              <a:gd name="connsiteY162" fmla="*/ 48640 h 982498"/>
              <a:gd name="connsiteX163" fmla="*/ 214312 w 477264"/>
              <a:gd name="connsiteY163" fmla="*/ 24320 h 982498"/>
              <a:gd name="connsiteX164" fmla="*/ 238632 w 477264"/>
              <a:gd name="connsiteY164" fmla="*/ 0 h 982498"/>
              <a:gd name="connsiteX165" fmla="*/ 131476 w 477264"/>
              <a:gd name="connsiteY165" fmla="*/ 0 h 982498"/>
              <a:gd name="connsiteX166" fmla="*/ 155796 w 477264"/>
              <a:gd name="connsiteY166" fmla="*/ 24320 h 982498"/>
              <a:gd name="connsiteX167" fmla="*/ 131476 w 477264"/>
              <a:gd name="connsiteY167" fmla="*/ 48640 h 982498"/>
              <a:gd name="connsiteX168" fmla="*/ 107156 w 477264"/>
              <a:gd name="connsiteY168" fmla="*/ 24320 h 982498"/>
              <a:gd name="connsiteX169" fmla="*/ 131476 w 477264"/>
              <a:gd name="connsiteY169" fmla="*/ 0 h 982498"/>
              <a:gd name="connsiteX170" fmla="*/ 24320 w 477264"/>
              <a:gd name="connsiteY170" fmla="*/ 0 h 982498"/>
              <a:gd name="connsiteX171" fmla="*/ 48640 w 477264"/>
              <a:gd name="connsiteY171" fmla="*/ 24320 h 982498"/>
              <a:gd name="connsiteX172" fmla="*/ 24320 w 477264"/>
              <a:gd name="connsiteY172" fmla="*/ 48640 h 982498"/>
              <a:gd name="connsiteX173" fmla="*/ 0 w 477264"/>
              <a:gd name="connsiteY173" fmla="*/ 24320 h 982498"/>
              <a:gd name="connsiteX174" fmla="*/ 24320 w 477264"/>
              <a:gd name="connsiteY174" fmla="*/ 0 h 9824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Lst>
            <a:rect l="l" t="t" r="r" b="b"/>
            <a:pathLst>
              <a:path w="477264" h="982498">
                <a:moveTo>
                  <a:pt x="452944" y="933858"/>
                </a:moveTo>
                <a:cubicBezTo>
                  <a:pt x="466376" y="933858"/>
                  <a:pt x="477264" y="944746"/>
                  <a:pt x="477264" y="958178"/>
                </a:cubicBezTo>
                <a:cubicBezTo>
                  <a:pt x="477264" y="971610"/>
                  <a:pt x="466376" y="982498"/>
                  <a:pt x="452944" y="982498"/>
                </a:cubicBezTo>
                <a:cubicBezTo>
                  <a:pt x="439512" y="982498"/>
                  <a:pt x="428624" y="971610"/>
                  <a:pt x="428624" y="958178"/>
                </a:cubicBezTo>
                <a:cubicBezTo>
                  <a:pt x="428624" y="944746"/>
                  <a:pt x="439512" y="933858"/>
                  <a:pt x="452944" y="933858"/>
                </a:cubicBezTo>
                <a:close/>
                <a:moveTo>
                  <a:pt x="345788" y="933858"/>
                </a:moveTo>
                <a:cubicBezTo>
                  <a:pt x="359220" y="933858"/>
                  <a:pt x="370108" y="944746"/>
                  <a:pt x="370108" y="958178"/>
                </a:cubicBezTo>
                <a:cubicBezTo>
                  <a:pt x="370108" y="971610"/>
                  <a:pt x="359220" y="982498"/>
                  <a:pt x="345788" y="982498"/>
                </a:cubicBezTo>
                <a:cubicBezTo>
                  <a:pt x="332356" y="982498"/>
                  <a:pt x="321468" y="971610"/>
                  <a:pt x="321468" y="958178"/>
                </a:cubicBezTo>
                <a:cubicBezTo>
                  <a:pt x="321468" y="944746"/>
                  <a:pt x="332356" y="933858"/>
                  <a:pt x="345788" y="933858"/>
                </a:cubicBezTo>
                <a:close/>
                <a:moveTo>
                  <a:pt x="238632" y="933858"/>
                </a:moveTo>
                <a:cubicBezTo>
                  <a:pt x="252064" y="933858"/>
                  <a:pt x="262952" y="944746"/>
                  <a:pt x="262952" y="958178"/>
                </a:cubicBezTo>
                <a:cubicBezTo>
                  <a:pt x="262952" y="971610"/>
                  <a:pt x="252064" y="982498"/>
                  <a:pt x="238632" y="982498"/>
                </a:cubicBezTo>
                <a:cubicBezTo>
                  <a:pt x="225200" y="982498"/>
                  <a:pt x="214312" y="971610"/>
                  <a:pt x="214312" y="958178"/>
                </a:cubicBezTo>
                <a:cubicBezTo>
                  <a:pt x="214312" y="944746"/>
                  <a:pt x="225200" y="933858"/>
                  <a:pt x="238632" y="933858"/>
                </a:cubicBezTo>
                <a:close/>
                <a:moveTo>
                  <a:pt x="131476" y="933858"/>
                </a:moveTo>
                <a:cubicBezTo>
                  <a:pt x="144908" y="933858"/>
                  <a:pt x="155796" y="944746"/>
                  <a:pt x="155796" y="958178"/>
                </a:cubicBezTo>
                <a:cubicBezTo>
                  <a:pt x="155796" y="971610"/>
                  <a:pt x="144908" y="982498"/>
                  <a:pt x="131476" y="982498"/>
                </a:cubicBezTo>
                <a:cubicBezTo>
                  <a:pt x="118044" y="982498"/>
                  <a:pt x="107156" y="971610"/>
                  <a:pt x="107156" y="958178"/>
                </a:cubicBezTo>
                <a:cubicBezTo>
                  <a:pt x="107156" y="944746"/>
                  <a:pt x="118044" y="933858"/>
                  <a:pt x="131476" y="933858"/>
                </a:cubicBezTo>
                <a:close/>
                <a:moveTo>
                  <a:pt x="24320" y="933858"/>
                </a:moveTo>
                <a:cubicBezTo>
                  <a:pt x="37752" y="933858"/>
                  <a:pt x="48640" y="944746"/>
                  <a:pt x="48640" y="958178"/>
                </a:cubicBezTo>
                <a:cubicBezTo>
                  <a:pt x="48640" y="971610"/>
                  <a:pt x="37752" y="982498"/>
                  <a:pt x="24320" y="982498"/>
                </a:cubicBezTo>
                <a:cubicBezTo>
                  <a:pt x="10888" y="982498"/>
                  <a:pt x="0" y="971610"/>
                  <a:pt x="0" y="958178"/>
                </a:cubicBezTo>
                <a:cubicBezTo>
                  <a:pt x="0" y="944746"/>
                  <a:pt x="10888" y="933858"/>
                  <a:pt x="24320" y="933858"/>
                </a:cubicBezTo>
                <a:close/>
                <a:moveTo>
                  <a:pt x="452944" y="778215"/>
                </a:moveTo>
                <a:cubicBezTo>
                  <a:pt x="466376" y="778215"/>
                  <a:pt x="477264" y="789103"/>
                  <a:pt x="477264" y="802535"/>
                </a:cubicBezTo>
                <a:cubicBezTo>
                  <a:pt x="477264" y="815967"/>
                  <a:pt x="466376" y="826855"/>
                  <a:pt x="452944" y="826855"/>
                </a:cubicBezTo>
                <a:cubicBezTo>
                  <a:pt x="439512" y="826855"/>
                  <a:pt x="428624" y="815967"/>
                  <a:pt x="428624" y="802535"/>
                </a:cubicBezTo>
                <a:cubicBezTo>
                  <a:pt x="428624" y="789103"/>
                  <a:pt x="439512" y="778215"/>
                  <a:pt x="452944" y="778215"/>
                </a:cubicBezTo>
                <a:close/>
                <a:moveTo>
                  <a:pt x="345788" y="778215"/>
                </a:moveTo>
                <a:cubicBezTo>
                  <a:pt x="359220" y="778215"/>
                  <a:pt x="370108" y="789103"/>
                  <a:pt x="370108" y="802535"/>
                </a:cubicBezTo>
                <a:cubicBezTo>
                  <a:pt x="370108" y="815967"/>
                  <a:pt x="359220" y="826855"/>
                  <a:pt x="345788" y="826855"/>
                </a:cubicBezTo>
                <a:cubicBezTo>
                  <a:pt x="332356" y="826855"/>
                  <a:pt x="321468" y="815967"/>
                  <a:pt x="321468" y="802535"/>
                </a:cubicBezTo>
                <a:cubicBezTo>
                  <a:pt x="321468" y="789103"/>
                  <a:pt x="332356" y="778215"/>
                  <a:pt x="345788" y="778215"/>
                </a:cubicBezTo>
                <a:close/>
                <a:moveTo>
                  <a:pt x="238632" y="778215"/>
                </a:moveTo>
                <a:cubicBezTo>
                  <a:pt x="252064" y="778215"/>
                  <a:pt x="262952" y="789103"/>
                  <a:pt x="262952" y="802535"/>
                </a:cubicBezTo>
                <a:cubicBezTo>
                  <a:pt x="262952" y="815967"/>
                  <a:pt x="252064" y="826855"/>
                  <a:pt x="238632" y="826855"/>
                </a:cubicBezTo>
                <a:cubicBezTo>
                  <a:pt x="225200" y="826855"/>
                  <a:pt x="214312" y="815967"/>
                  <a:pt x="214312" y="802535"/>
                </a:cubicBezTo>
                <a:cubicBezTo>
                  <a:pt x="214312" y="789103"/>
                  <a:pt x="225200" y="778215"/>
                  <a:pt x="238632" y="778215"/>
                </a:cubicBezTo>
                <a:close/>
                <a:moveTo>
                  <a:pt x="131476" y="778215"/>
                </a:moveTo>
                <a:cubicBezTo>
                  <a:pt x="144908" y="778215"/>
                  <a:pt x="155796" y="789103"/>
                  <a:pt x="155796" y="802535"/>
                </a:cubicBezTo>
                <a:cubicBezTo>
                  <a:pt x="155796" y="815967"/>
                  <a:pt x="144908" y="826855"/>
                  <a:pt x="131476" y="826855"/>
                </a:cubicBezTo>
                <a:cubicBezTo>
                  <a:pt x="118044" y="826855"/>
                  <a:pt x="107156" y="815967"/>
                  <a:pt x="107156" y="802535"/>
                </a:cubicBezTo>
                <a:cubicBezTo>
                  <a:pt x="107156" y="789103"/>
                  <a:pt x="118044" y="778215"/>
                  <a:pt x="131476" y="778215"/>
                </a:cubicBezTo>
                <a:close/>
                <a:moveTo>
                  <a:pt x="24320" y="778215"/>
                </a:moveTo>
                <a:cubicBezTo>
                  <a:pt x="37752" y="778215"/>
                  <a:pt x="48640" y="789103"/>
                  <a:pt x="48640" y="802535"/>
                </a:cubicBezTo>
                <a:cubicBezTo>
                  <a:pt x="48640" y="815967"/>
                  <a:pt x="37752" y="826855"/>
                  <a:pt x="24320" y="826855"/>
                </a:cubicBezTo>
                <a:cubicBezTo>
                  <a:pt x="10888" y="826855"/>
                  <a:pt x="0" y="815967"/>
                  <a:pt x="0" y="802535"/>
                </a:cubicBezTo>
                <a:cubicBezTo>
                  <a:pt x="0" y="789103"/>
                  <a:pt x="10888" y="778215"/>
                  <a:pt x="24320" y="778215"/>
                </a:cubicBezTo>
                <a:close/>
                <a:moveTo>
                  <a:pt x="452944" y="622572"/>
                </a:moveTo>
                <a:cubicBezTo>
                  <a:pt x="466376" y="622572"/>
                  <a:pt x="477264" y="633460"/>
                  <a:pt x="477264" y="646892"/>
                </a:cubicBezTo>
                <a:cubicBezTo>
                  <a:pt x="477264" y="660324"/>
                  <a:pt x="466376" y="671212"/>
                  <a:pt x="452944" y="671212"/>
                </a:cubicBezTo>
                <a:cubicBezTo>
                  <a:pt x="439512" y="671212"/>
                  <a:pt x="428624" y="660324"/>
                  <a:pt x="428624" y="646892"/>
                </a:cubicBezTo>
                <a:cubicBezTo>
                  <a:pt x="428624" y="633460"/>
                  <a:pt x="439512" y="622572"/>
                  <a:pt x="452944" y="622572"/>
                </a:cubicBezTo>
                <a:close/>
                <a:moveTo>
                  <a:pt x="345788" y="622572"/>
                </a:moveTo>
                <a:cubicBezTo>
                  <a:pt x="359220" y="622572"/>
                  <a:pt x="370108" y="633460"/>
                  <a:pt x="370108" y="646892"/>
                </a:cubicBezTo>
                <a:cubicBezTo>
                  <a:pt x="370108" y="660324"/>
                  <a:pt x="359220" y="671212"/>
                  <a:pt x="345788" y="671212"/>
                </a:cubicBezTo>
                <a:cubicBezTo>
                  <a:pt x="332356" y="671212"/>
                  <a:pt x="321468" y="660324"/>
                  <a:pt x="321468" y="646892"/>
                </a:cubicBezTo>
                <a:cubicBezTo>
                  <a:pt x="321468" y="633460"/>
                  <a:pt x="332356" y="622572"/>
                  <a:pt x="345788" y="622572"/>
                </a:cubicBezTo>
                <a:close/>
                <a:moveTo>
                  <a:pt x="238632" y="622572"/>
                </a:moveTo>
                <a:cubicBezTo>
                  <a:pt x="252064" y="622572"/>
                  <a:pt x="262952" y="633460"/>
                  <a:pt x="262952" y="646892"/>
                </a:cubicBezTo>
                <a:cubicBezTo>
                  <a:pt x="262952" y="660324"/>
                  <a:pt x="252064" y="671212"/>
                  <a:pt x="238632" y="671212"/>
                </a:cubicBezTo>
                <a:cubicBezTo>
                  <a:pt x="225200" y="671212"/>
                  <a:pt x="214312" y="660324"/>
                  <a:pt x="214312" y="646892"/>
                </a:cubicBezTo>
                <a:cubicBezTo>
                  <a:pt x="214312" y="633460"/>
                  <a:pt x="225200" y="622572"/>
                  <a:pt x="238632" y="622572"/>
                </a:cubicBezTo>
                <a:close/>
                <a:moveTo>
                  <a:pt x="131476" y="622572"/>
                </a:moveTo>
                <a:cubicBezTo>
                  <a:pt x="144908" y="622572"/>
                  <a:pt x="155796" y="633460"/>
                  <a:pt x="155796" y="646892"/>
                </a:cubicBezTo>
                <a:cubicBezTo>
                  <a:pt x="155796" y="660324"/>
                  <a:pt x="144908" y="671212"/>
                  <a:pt x="131476" y="671212"/>
                </a:cubicBezTo>
                <a:cubicBezTo>
                  <a:pt x="118044" y="671212"/>
                  <a:pt x="107156" y="660324"/>
                  <a:pt x="107156" y="646892"/>
                </a:cubicBezTo>
                <a:cubicBezTo>
                  <a:pt x="107156" y="633460"/>
                  <a:pt x="118044" y="622572"/>
                  <a:pt x="131476" y="622572"/>
                </a:cubicBezTo>
                <a:close/>
                <a:moveTo>
                  <a:pt x="24320" y="622572"/>
                </a:moveTo>
                <a:cubicBezTo>
                  <a:pt x="37752" y="622572"/>
                  <a:pt x="48640" y="633460"/>
                  <a:pt x="48640" y="646892"/>
                </a:cubicBezTo>
                <a:cubicBezTo>
                  <a:pt x="48640" y="660324"/>
                  <a:pt x="37752" y="671212"/>
                  <a:pt x="24320" y="671212"/>
                </a:cubicBezTo>
                <a:cubicBezTo>
                  <a:pt x="10888" y="671212"/>
                  <a:pt x="0" y="660324"/>
                  <a:pt x="0" y="646892"/>
                </a:cubicBezTo>
                <a:cubicBezTo>
                  <a:pt x="0" y="633460"/>
                  <a:pt x="10888" y="622572"/>
                  <a:pt x="24320" y="622572"/>
                </a:cubicBezTo>
                <a:close/>
                <a:moveTo>
                  <a:pt x="24320" y="466929"/>
                </a:moveTo>
                <a:cubicBezTo>
                  <a:pt x="37752" y="466929"/>
                  <a:pt x="48640" y="477817"/>
                  <a:pt x="48640" y="491249"/>
                </a:cubicBezTo>
                <a:cubicBezTo>
                  <a:pt x="48640" y="504681"/>
                  <a:pt x="37752" y="515569"/>
                  <a:pt x="24320" y="515569"/>
                </a:cubicBezTo>
                <a:cubicBezTo>
                  <a:pt x="10888" y="515569"/>
                  <a:pt x="0" y="504681"/>
                  <a:pt x="0" y="491249"/>
                </a:cubicBezTo>
                <a:cubicBezTo>
                  <a:pt x="0" y="477817"/>
                  <a:pt x="10888" y="466929"/>
                  <a:pt x="24320" y="466929"/>
                </a:cubicBezTo>
                <a:close/>
                <a:moveTo>
                  <a:pt x="131476" y="466929"/>
                </a:moveTo>
                <a:cubicBezTo>
                  <a:pt x="144908" y="466929"/>
                  <a:pt x="155796" y="477817"/>
                  <a:pt x="155796" y="491249"/>
                </a:cubicBezTo>
                <a:cubicBezTo>
                  <a:pt x="155796" y="504681"/>
                  <a:pt x="144908" y="515569"/>
                  <a:pt x="131476" y="515569"/>
                </a:cubicBezTo>
                <a:cubicBezTo>
                  <a:pt x="118044" y="515569"/>
                  <a:pt x="107156" y="504681"/>
                  <a:pt x="107156" y="491249"/>
                </a:cubicBezTo>
                <a:cubicBezTo>
                  <a:pt x="107156" y="477817"/>
                  <a:pt x="118044" y="466929"/>
                  <a:pt x="131476" y="466929"/>
                </a:cubicBezTo>
                <a:close/>
                <a:moveTo>
                  <a:pt x="238632" y="466929"/>
                </a:moveTo>
                <a:cubicBezTo>
                  <a:pt x="252064" y="466929"/>
                  <a:pt x="262952" y="477817"/>
                  <a:pt x="262952" y="491249"/>
                </a:cubicBezTo>
                <a:cubicBezTo>
                  <a:pt x="262952" y="504681"/>
                  <a:pt x="252064" y="515569"/>
                  <a:pt x="238632" y="515569"/>
                </a:cubicBezTo>
                <a:cubicBezTo>
                  <a:pt x="225200" y="515569"/>
                  <a:pt x="214312" y="504681"/>
                  <a:pt x="214312" y="491249"/>
                </a:cubicBezTo>
                <a:cubicBezTo>
                  <a:pt x="214312" y="477817"/>
                  <a:pt x="225200" y="466929"/>
                  <a:pt x="238632" y="466929"/>
                </a:cubicBezTo>
                <a:close/>
                <a:moveTo>
                  <a:pt x="345788" y="466929"/>
                </a:moveTo>
                <a:cubicBezTo>
                  <a:pt x="359220" y="466929"/>
                  <a:pt x="370108" y="477817"/>
                  <a:pt x="370108" y="491249"/>
                </a:cubicBezTo>
                <a:cubicBezTo>
                  <a:pt x="370108" y="504681"/>
                  <a:pt x="359220" y="515569"/>
                  <a:pt x="345788" y="515569"/>
                </a:cubicBezTo>
                <a:cubicBezTo>
                  <a:pt x="332356" y="515569"/>
                  <a:pt x="321468" y="504681"/>
                  <a:pt x="321468" y="491249"/>
                </a:cubicBezTo>
                <a:cubicBezTo>
                  <a:pt x="321468" y="477817"/>
                  <a:pt x="332356" y="466929"/>
                  <a:pt x="345788" y="466929"/>
                </a:cubicBezTo>
                <a:close/>
                <a:moveTo>
                  <a:pt x="452944" y="466929"/>
                </a:moveTo>
                <a:cubicBezTo>
                  <a:pt x="466376" y="466929"/>
                  <a:pt x="477264" y="477817"/>
                  <a:pt x="477264" y="491249"/>
                </a:cubicBezTo>
                <a:cubicBezTo>
                  <a:pt x="477264" y="504681"/>
                  <a:pt x="466376" y="515569"/>
                  <a:pt x="452944" y="515569"/>
                </a:cubicBezTo>
                <a:cubicBezTo>
                  <a:pt x="439512" y="515569"/>
                  <a:pt x="428624" y="504681"/>
                  <a:pt x="428624" y="491249"/>
                </a:cubicBezTo>
                <a:cubicBezTo>
                  <a:pt x="428624" y="477817"/>
                  <a:pt x="439512" y="466929"/>
                  <a:pt x="452944" y="466929"/>
                </a:cubicBezTo>
                <a:close/>
                <a:moveTo>
                  <a:pt x="24320" y="311287"/>
                </a:moveTo>
                <a:cubicBezTo>
                  <a:pt x="37752" y="311287"/>
                  <a:pt x="48640" y="322175"/>
                  <a:pt x="48640" y="335607"/>
                </a:cubicBezTo>
                <a:cubicBezTo>
                  <a:pt x="48640" y="349038"/>
                  <a:pt x="37752" y="359926"/>
                  <a:pt x="24320" y="359926"/>
                </a:cubicBezTo>
                <a:cubicBezTo>
                  <a:pt x="10888" y="359926"/>
                  <a:pt x="0" y="349038"/>
                  <a:pt x="0" y="335607"/>
                </a:cubicBezTo>
                <a:cubicBezTo>
                  <a:pt x="0" y="322175"/>
                  <a:pt x="10888" y="311287"/>
                  <a:pt x="24320" y="311287"/>
                </a:cubicBezTo>
                <a:close/>
                <a:moveTo>
                  <a:pt x="131476" y="311286"/>
                </a:moveTo>
                <a:cubicBezTo>
                  <a:pt x="144908" y="311286"/>
                  <a:pt x="155796" y="322174"/>
                  <a:pt x="155796" y="335606"/>
                </a:cubicBezTo>
                <a:cubicBezTo>
                  <a:pt x="155796" y="349038"/>
                  <a:pt x="144908" y="359926"/>
                  <a:pt x="131476" y="359926"/>
                </a:cubicBezTo>
                <a:cubicBezTo>
                  <a:pt x="118044" y="359926"/>
                  <a:pt x="107156" y="349038"/>
                  <a:pt x="107156" y="335606"/>
                </a:cubicBezTo>
                <a:cubicBezTo>
                  <a:pt x="107156" y="322174"/>
                  <a:pt x="118044" y="311286"/>
                  <a:pt x="131476" y="311286"/>
                </a:cubicBezTo>
                <a:close/>
                <a:moveTo>
                  <a:pt x="238632" y="311286"/>
                </a:moveTo>
                <a:cubicBezTo>
                  <a:pt x="252064" y="311286"/>
                  <a:pt x="262952" y="322174"/>
                  <a:pt x="262952" y="335606"/>
                </a:cubicBezTo>
                <a:cubicBezTo>
                  <a:pt x="262952" y="349038"/>
                  <a:pt x="252064" y="359926"/>
                  <a:pt x="238632" y="359926"/>
                </a:cubicBezTo>
                <a:cubicBezTo>
                  <a:pt x="225200" y="359926"/>
                  <a:pt x="214312" y="349038"/>
                  <a:pt x="214312" y="335606"/>
                </a:cubicBezTo>
                <a:cubicBezTo>
                  <a:pt x="214312" y="322174"/>
                  <a:pt x="225200" y="311286"/>
                  <a:pt x="238632" y="311286"/>
                </a:cubicBezTo>
                <a:close/>
                <a:moveTo>
                  <a:pt x="345788" y="311286"/>
                </a:moveTo>
                <a:cubicBezTo>
                  <a:pt x="359220" y="311286"/>
                  <a:pt x="370108" y="322174"/>
                  <a:pt x="370108" y="335606"/>
                </a:cubicBezTo>
                <a:cubicBezTo>
                  <a:pt x="370108" y="349038"/>
                  <a:pt x="359220" y="359926"/>
                  <a:pt x="345788" y="359926"/>
                </a:cubicBezTo>
                <a:cubicBezTo>
                  <a:pt x="332356" y="359926"/>
                  <a:pt x="321468" y="349038"/>
                  <a:pt x="321468" y="335606"/>
                </a:cubicBezTo>
                <a:cubicBezTo>
                  <a:pt x="321468" y="322174"/>
                  <a:pt x="332356" y="311286"/>
                  <a:pt x="345788" y="311286"/>
                </a:cubicBezTo>
                <a:close/>
                <a:moveTo>
                  <a:pt x="452944" y="311286"/>
                </a:moveTo>
                <a:cubicBezTo>
                  <a:pt x="466376" y="311286"/>
                  <a:pt x="477264" y="322174"/>
                  <a:pt x="477264" y="335606"/>
                </a:cubicBezTo>
                <a:cubicBezTo>
                  <a:pt x="477264" y="349038"/>
                  <a:pt x="466376" y="359926"/>
                  <a:pt x="452944" y="359926"/>
                </a:cubicBezTo>
                <a:cubicBezTo>
                  <a:pt x="439512" y="359926"/>
                  <a:pt x="428624" y="349038"/>
                  <a:pt x="428624" y="335606"/>
                </a:cubicBezTo>
                <a:cubicBezTo>
                  <a:pt x="428624" y="322174"/>
                  <a:pt x="439512" y="311286"/>
                  <a:pt x="452944" y="311286"/>
                </a:cubicBezTo>
                <a:close/>
                <a:moveTo>
                  <a:pt x="24320" y="155643"/>
                </a:moveTo>
                <a:cubicBezTo>
                  <a:pt x="37752" y="155643"/>
                  <a:pt x="48640" y="166531"/>
                  <a:pt x="48640" y="179963"/>
                </a:cubicBezTo>
                <a:cubicBezTo>
                  <a:pt x="48640" y="193395"/>
                  <a:pt x="37752" y="204283"/>
                  <a:pt x="24320" y="204283"/>
                </a:cubicBezTo>
                <a:cubicBezTo>
                  <a:pt x="10888" y="204283"/>
                  <a:pt x="0" y="193395"/>
                  <a:pt x="0" y="179963"/>
                </a:cubicBezTo>
                <a:cubicBezTo>
                  <a:pt x="0" y="166531"/>
                  <a:pt x="10888" y="155643"/>
                  <a:pt x="24320" y="155643"/>
                </a:cubicBezTo>
                <a:close/>
                <a:moveTo>
                  <a:pt x="131476" y="155643"/>
                </a:moveTo>
                <a:cubicBezTo>
                  <a:pt x="144908" y="155643"/>
                  <a:pt x="155796" y="166531"/>
                  <a:pt x="155796" y="179963"/>
                </a:cubicBezTo>
                <a:cubicBezTo>
                  <a:pt x="155796" y="193395"/>
                  <a:pt x="144908" y="204283"/>
                  <a:pt x="131476" y="204283"/>
                </a:cubicBezTo>
                <a:cubicBezTo>
                  <a:pt x="118044" y="204283"/>
                  <a:pt x="107156" y="193395"/>
                  <a:pt x="107156" y="179963"/>
                </a:cubicBezTo>
                <a:cubicBezTo>
                  <a:pt x="107156" y="166531"/>
                  <a:pt x="118044" y="155643"/>
                  <a:pt x="131476" y="155643"/>
                </a:cubicBezTo>
                <a:close/>
                <a:moveTo>
                  <a:pt x="238632" y="155643"/>
                </a:moveTo>
                <a:cubicBezTo>
                  <a:pt x="252064" y="155643"/>
                  <a:pt x="262952" y="166531"/>
                  <a:pt x="262952" y="179963"/>
                </a:cubicBezTo>
                <a:cubicBezTo>
                  <a:pt x="262952" y="193395"/>
                  <a:pt x="252064" y="204283"/>
                  <a:pt x="238632" y="204283"/>
                </a:cubicBezTo>
                <a:cubicBezTo>
                  <a:pt x="225200" y="204283"/>
                  <a:pt x="214312" y="193395"/>
                  <a:pt x="214312" y="179963"/>
                </a:cubicBezTo>
                <a:cubicBezTo>
                  <a:pt x="214312" y="166531"/>
                  <a:pt x="225200" y="155643"/>
                  <a:pt x="238632" y="155643"/>
                </a:cubicBezTo>
                <a:close/>
                <a:moveTo>
                  <a:pt x="345788" y="155643"/>
                </a:moveTo>
                <a:cubicBezTo>
                  <a:pt x="359220" y="155643"/>
                  <a:pt x="370108" y="166531"/>
                  <a:pt x="370108" y="179963"/>
                </a:cubicBezTo>
                <a:cubicBezTo>
                  <a:pt x="370108" y="193395"/>
                  <a:pt x="359220" y="204283"/>
                  <a:pt x="345788" y="204283"/>
                </a:cubicBezTo>
                <a:cubicBezTo>
                  <a:pt x="332356" y="204283"/>
                  <a:pt x="321468" y="193395"/>
                  <a:pt x="321468" y="179963"/>
                </a:cubicBezTo>
                <a:cubicBezTo>
                  <a:pt x="321468" y="166531"/>
                  <a:pt x="332356" y="155643"/>
                  <a:pt x="345788" y="155643"/>
                </a:cubicBezTo>
                <a:close/>
                <a:moveTo>
                  <a:pt x="452944" y="155643"/>
                </a:moveTo>
                <a:cubicBezTo>
                  <a:pt x="466376" y="155643"/>
                  <a:pt x="477264" y="166531"/>
                  <a:pt x="477264" y="179963"/>
                </a:cubicBezTo>
                <a:cubicBezTo>
                  <a:pt x="477264" y="193395"/>
                  <a:pt x="466376" y="204283"/>
                  <a:pt x="452944" y="204283"/>
                </a:cubicBezTo>
                <a:cubicBezTo>
                  <a:pt x="439512" y="204283"/>
                  <a:pt x="428624" y="193395"/>
                  <a:pt x="428624" y="179963"/>
                </a:cubicBezTo>
                <a:cubicBezTo>
                  <a:pt x="428624" y="166531"/>
                  <a:pt x="439512" y="155643"/>
                  <a:pt x="452944" y="155643"/>
                </a:cubicBezTo>
                <a:close/>
                <a:moveTo>
                  <a:pt x="452944" y="0"/>
                </a:moveTo>
                <a:cubicBezTo>
                  <a:pt x="466376" y="0"/>
                  <a:pt x="477264" y="10888"/>
                  <a:pt x="477264" y="24320"/>
                </a:cubicBezTo>
                <a:cubicBezTo>
                  <a:pt x="477264" y="37752"/>
                  <a:pt x="466376" y="48640"/>
                  <a:pt x="452944" y="48640"/>
                </a:cubicBezTo>
                <a:cubicBezTo>
                  <a:pt x="439512" y="48640"/>
                  <a:pt x="428624" y="37752"/>
                  <a:pt x="428624" y="24320"/>
                </a:cubicBezTo>
                <a:cubicBezTo>
                  <a:pt x="428624" y="10888"/>
                  <a:pt x="439512" y="0"/>
                  <a:pt x="452944" y="0"/>
                </a:cubicBezTo>
                <a:close/>
                <a:moveTo>
                  <a:pt x="345788" y="0"/>
                </a:moveTo>
                <a:cubicBezTo>
                  <a:pt x="359220" y="0"/>
                  <a:pt x="370108" y="10888"/>
                  <a:pt x="370108" y="24320"/>
                </a:cubicBezTo>
                <a:cubicBezTo>
                  <a:pt x="370108" y="37752"/>
                  <a:pt x="359220" y="48640"/>
                  <a:pt x="345788" y="48640"/>
                </a:cubicBezTo>
                <a:cubicBezTo>
                  <a:pt x="332356" y="48640"/>
                  <a:pt x="321468" y="37752"/>
                  <a:pt x="321468" y="24320"/>
                </a:cubicBezTo>
                <a:cubicBezTo>
                  <a:pt x="321468" y="10888"/>
                  <a:pt x="332356" y="0"/>
                  <a:pt x="345788" y="0"/>
                </a:cubicBezTo>
                <a:close/>
                <a:moveTo>
                  <a:pt x="238632" y="0"/>
                </a:moveTo>
                <a:cubicBezTo>
                  <a:pt x="252064" y="0"/>
                  <a:pt x="262952" y="10888"/>
                  <a:pt x="262952" y="24320"/>
                </a:cubicBezTo>
                <a:cubicBezTo>
                  <a:pt x="262952" y="37752"/>
                  <a:pt x="252064" y="48640"/>
                  <a:pt x="238632" y="48640"/>
                </a:cubicBezTo>
                <a:cubicBezTo>
                  <a:pt x="225200" y="48640"/>
                  <a:pt x="214312" y="37752"/>
                  <a:pt x="214312" y="24320"/>
                </a:cubicBezTo>
                <a:cubicBezTo>
                  <a:pt x="214312" y="10888"/>
                  <a:pt x="225200" y="0"/>
                  <a:pt x="238632" y="0"/>
                </a:cubicBezTo>
                <a:close/>
                <a:moveTo>
                  <a:pt x="131476" y="0"/>
                </a:moveTo>
                <a:cubicBezTo>
                  <a:pt x="144908" y="0"/>
                  <a:pt x="155796" y="10888"/>
                  <a:pt x="155796" y="24320"/>
                </a:cubicBezTo>
                <a:cubicBezTo>
                  <a:pt x="155796" y="37752"/>
                  <a:pt x="144908" y="48640"/>
                  <a:pt x="131476" y="48640"/>
                </a:cubicBezTo>
                <a:cubicBezTo>
                  <a:pt x="118044" y="48640"/>
                  <a:pt x="107156" y="37752"/>
                  <a:pt x="107156" y="24320"/>
                </a:cubicBezTo>
                <a:cubicBezTo>
                  <a:pt x="107156" y="10888"/>
                  <a:pt x="118044" y="0"/>
                  <a:pt x="131476" y="0"/>
                </a:cubicBezTo>
                <a:close/>
                <a:moveTo>
                  <a:pt x="24320" y="0"/>
                </a:moveTo>
                <a:cubicBezTo>
                  <a:pt x="37752" y="0"/>
                  <a:pt x="48640" y="10888"/>
                  <a:pt x="48640" y="24320"/>
                </a:cubicBezTo>
                <a:cubicBezTo>
                  <a:pt x="48640" y="37752"/>
                  <a:pt x="37752" y="48640"/>
                  <a:pt x="24320" y="48640"/>
                </a:cubicBezTo>
                <a:cubicBezTo>
                  <a:pt x="10888" y="48640"/>
                  <a:pt x="0" y="37752"/>
                  <a:pt x="0" y="24320"/>
                </a:cubicBezTo>
                <a:cubicBezTo>
                  <a:pt x="0" y="10888"/>
                  <a:pt x="10888" y="0"/>
                  <a:pt x="24320" y="0"/>
                </a:cubicBezTo>
                <a:close/>
              </a:path>
            </a:pathLst>
          </a:cu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sp>
        <p:nvSpPr>
          <p:cNvPr id="27" name="矩形 26"/>
          <p:cNvSpPr/>
          <p:nvPr/>
        </p:nvSpPr>
        <p:spPr>
          <a:xfrm>
            <a:off x="11933555" y="543560"/>
            <a:ext cx="258445" cy="111760"/>
          </a:xfrm>
          <a:prstGeom prst="rect">
            <a:avLst/>
          </a:prstGeom>
          <a:solidFill>
            <a:srgbClr val="62EFF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lumMod val="85000"/>
                  <a:lumOff val="15000"/>
                </a:schemeClr>
              </a:solidFill>
            </a:endParaRPr>
          </a:p>
        </p:txBody>
      </p:sp>
      <p:grpSp>
        <p:nvGrpSpPr>
          <p:cNvPr id="10" name="组合 9"/>
          <p:cNvGrpSpPr/>
          <p:nvPr/>
        </p:nvGrpSpPr>
        <p:grpSpPr>
          <a:xfrm>
            <a:off x="284882" y="241573"/>
            <a:ext cx="7108825" cy="626543"/>
            <a:chOff x="284882" y="285115"/>
            <a:chExt cx="7108825" cy="626543"/>
          </a:xfrm>
        </p:grpSpPr>
        <p:sp>
          <p:nvSpPr>
            <p:cNvPr id="21" name="文本框 20"/>
            <p:cNvSpPr txBox="1"/>
            <p:nvPr/>
          </p:nvSpPr>
          <p:spPr>
            <a:xfrm>
              <a:off x="831617" y="285115"/>
              <a:ext cx="6562090" cy="583565"/>
            </a:xfrm>
            <a:prstGeom prst="rect">
              <a:avLst/>
            </a:prstGeom>
            <a:noFill/>
          </p:spPr>
          <p:txBody>
            <a:bodyPr wrap="square" rtlCol="0">
              <a:spAutoFit/>
            </a:bodyPr>
            <a:lstStyle/>
            <a:p>
              <a:r>
                <a:rPr lang="zh-CN" altLang="en-US" sz="3200" dirty="0">
                  <a:solidFill>
                    <a:schemeClr val="tx1">
                      <a:lumMod val="85000"/>
                      <a:lumOff val="15000"/>
                    </a:schemeClr>
                  </a:solidFill>
                  <a:latin typeface="报隶-简" panose="02010600040101010101" charset="-122"/>
                  <a:ea typeface="报隶-简" panose="02010600040101010101" charset="-122"/>
                  <a:cs typeface="+mn-ea"/>
                  <a:sym typeface="+mn-lt"/>
                </a:rPr>
                <a:t>算法建模</a:t>
              </a:r>
              <a:r>
                <a:rPr lang="en-US" altLang="zh-CN" sz="3200" dirty="0">
                  <a:solidFill>
                    <a:schemeClr val="tx1">
                      <a:lumMod val="85000"/>
                      <a:lumOff val="15000"/>
                    </a:schemeClr>
                  </a:solidFill>
                  <a:latin typeface="报隶-简" panose="02010600040101010101" charset="-122"/>
                  <a:ea typeface="报隶-简" panose="02010600040101010101" charset="-122"/>
                  <a:cs typeface="+mn-ea"/>
                  <a:sym typeface="+mn-lt"/>
                </a:rPr>
                <a:t>-</a:t>
              </a:r>
              <a:r>
                <a:rPr lang="zh-CN" altLang="en-US" sz="3200" dirty="0">
                  <a:solidFill>
                    <a:schemeClr val="tx1">
                      <a:lumMod val="85000"/>
                      <a:lumOff val="15000"/>
                    </a:schemeClr>
                  </a:solidFill>
                  <a:latin typeface="报隶-简" panose="02010600040101010101" charset="-122"/>
                  <a:ea typeface="报隶-简" panose="02010600040101010101" charset="-122"/>
                  <a:cs typeface="+mn-ea"/>
                  <a:sym typeface="+mn-lt"/>
                </a:rPr>
                <a:t>基于结构化的预训练</a:t>
              </a:r>
              <a:r>
                <a:rPr lang="zh-CN" altLang="en-US" sz="3200" dirty="0">
                  <a:solidFill>
                    <a:schemeClr val="tx1">
                      <a:lumMod val="85000"/>
                      <a:lumOff val="15000"/>
                    </a:schemeClr>
                  </a:solidFill>
                  <a:latin typeface="报隶-简" panose="02010600040101010101" charset="-122"/>
                  <a:ea typeface="报隶-简" panose="02010600040101010101" charset="-122"/>
                  <a:cs typeface="+mn-ea"/>
                  <a:sym typeface="+mn-lt"/>
                </a:rPr>
                <a:t>模型</a:t>
              </a:r>
              <a:endParaRPr lang="zh-CN" altLang="en-US" sz="3200" dirty="0">
                <a:solidFill>
                  <a:schemeClr val="tx1">
                    <a:lumMod val="85000"/>
                    <a:lumOff val="15000"/>
                  </a:schemeClr>
                </a:solidFill>
                <a:latin typeface="报隶-简" panose="02010600040101010101" charset="-122"/>
                <a:ea typeface="报隶-简" panose="02010600040101010101" charset="-122"/>
                <a:cs typeface="+mn-ea"/>
                <a:sym typeface="+mn-lt"/>
              </a:endParaRPr>
            </a:p>
          </p:txBody>
        </p:sp>
        <p:grpSp>
          <p:nvGrpSpPr>
            <p:cNvPr id="13" name="组合 12"/>
            <p:cNvGrpSpPr/>
            <p:nvPr/>
          </p:nvGrpSpPr>
          <p:grpSpPr>
            <a:xfrm>
              <a:off x="284882" y="369226"/>
              <a:ext cx="542432" cy="542432"/>
              <a:chOff x="4058577" y="4375150"/>
              <a:chExt cx="1384300" cy="1384300"/>
            </a:xfrm>
          </p:grpSpPr>
          <p:sp>
            <p:nvSpPr>
              <p:cNvPr id="9" name="椭圆 8"/>
              <p:cNvSpPr/>
              <p:nvPr/>
            </p:nvSpPr>
            <p:spPr>
              <a:xfrm>
                <a:off x="4058577" y="4375150"/>
                <a:ext cx="1384300" cy="1384300"/>
              </a:xfrm>
              <a:prstGeom prst="ellipse">
                <a:avLst/>
              </a:prstGeom>
              <a:gradFill flip="none" rotWithShape="1">
                <a:gsLst>
                  <a:gs pos="38000">
                    <a:srgbClr val="62EFFE"/>
                  </a:gs>
                  <a:gs pos="90000">
                    <a:srgbClr val="02ECFE"/>
                  </a:gs>
                </a:gsLst>
                <a:lin ang="54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a:solidFill>
                    <a:schemeClr val="tx1">
                      <a:lumMod val="85000"/>
                      <a:lumOff val="15000"/>
                    </a:schemeClr>
                  </a:solidFill>
                  <a:latin typeface="思源黑体 CN Bold" panose="020B0800000000000000" pitchFamily="34" charset="-122"/>
                  <a:ea typeface="思源黑体 CN Bold" panose="020B0800000000000000" pitchFamily="34" charset="-122"/>
                  <a:cs typeface="+mn-ea"/>
                </a:endParaRPr>
              </a:p>
            </p:txBody>
          </p:sp>
          <p:pic>
            <p:nvPicPr>
              <p:cNvPr id="11" name="图片 10"/>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4311650" y="4619625"/>
                <a:ext cx="889000" cy="889000"/>
              </a:xfrm>
              <a:prstGeom prst="rect">
                <a:avLst/>
              </a:prstGeom>
            </p:spPr>
          </p:pic>
        </p:grpSp>
      </p:grpSp>
      <p:sp>
        <p:nvSpPr>
          <p:cNvPr id="12" name="文本框 11"/>
          <p:cNvSpPr txBox="1"/>
          <p:nvPr/>
        </p:nvSpPr>
        <p:spPr>
          <a:xfrm>
            <a:off x="9031605" y="569557"/>
            <a:ext cx="2705562" cy="337185"/>
          </a:xfrm>
          <a:prstGeom prst="rect">
            <a:avLst/>
          </a:prstGeom>
          <a:noFill/>
        </p:spPr>
        <p:txBody>
          <a:bodyPr wrap="square" rtlCol="0">
            <a:spAutoFit/>
          </a:bodyPr>
          <a:p>
            <a:pPr algn="dist"/>
            <a:r>
              <a:rPr lang="zh-CN" altLang="en-US" sz="1600" b="1" dirty="0">
                <a:solidFill>
                  <a:schemeClr val="tx1"/>
                </a:solidFill>
                <a:latin typeface="思源黑体 CN Normal" panose="020B0400000000000000" pitchFamily="34" charset="-122"/>
                <a:ea typeface="思源黑体 CN Normal" panose="020B0400000000000000" pitchFamily="34" charset="-122"/>
                <a:cs typeface="+mn-ea"/>
                <a:sym typeface="+mn-lt"/>
              </a:rPr>
              <a:t>20</a:t>
            </a:r>
            <a:r>
              <a:rPr lang="en-US" altLang="zh-CN" sz="1600" b="1" dirty="0">
                <a:solidFill>
                  <a:schemeClr val="tx1"/>
                </a:solidFill>
                <a:latin typeface="思源黑体 CN Normal" panose="020B0400000000000000" pitchFamily="34" charset="-122"/>
                <a:ea typeface="思源黑体 CN Normal" panose="020B0400000000000000" pitchFamily="34" charset="-122"/>
                <a:cs typeface="+mn-ea"/>
                <a:sym typeface="+mn-lt"/>
              </a:rPr>
              <a:t>23Google</a:t>
            </a:r>
            <a:r>
              <a:rPr lang="zh-CN" altLang="en-US" sz="1600" b="1" dirty="0">
                <a:solidFill>
                  <a:schemeClr val="tx1"/>
                </a:solidFill>
                <a:latin typeface="思源黑体 CN Normal" panose="020B0400000000000000" pitchFamily="34" charset="-122"/>
                <a:ea typeface="思源黑体 CN Normal" panose="020B0400000000000000" pitchFamily="34" charset="-122"/>
                <a:cs typeface="+mn-ea"/>
                <a:sym typeface="+mn-lt"/>
              </a:rPr>
              <a:t>开发者大会</a:t>
            </a:r>
            <a:endParaRPr lang="zh-CN" altLang="en-US" sz="1600" b="1" dirty="0">
              <a:solidFill>
                <a:schemeClr val="tx1"/>
              </a:solidFill>
              <a:latin typeface="思源黑体 CN Normal" panose="020B0400000000000000" pitchFamily="34" charset="-122"/>
              <a:ea typeface="思源黑体 CN Normal" panose="020B0400000000000000" pitchFamily="34" charset="-122"/>
              <a:cs typeface="+mn-ea"/>
              <a:sym typeface="+mn-lt"/>
            </a:endParaRPr>
          </a:p>
        </p:txBody>
      </p:sp>
      <p:sp>
        <p:nvSpPr>
          <p:cNvPr id="15" name="文本框 14"/>
          <p:cNvSpPr txBox="1"/>
          <p:nvPr/>
        </p:nvSpPr>
        <p:spPr>
          <a:xfrm>
            <a:off x="1361440" y="1080770"/>
            <a:ext cx="3914140" cy="645160"/>
          </a:xfrm>
          <a:prstGeom prst="rect">
            <a:avLst/>
          </a:prstGeom>
          <a:noFill/>
        </p:spPr>
        <p:txBody>
          <a:bodyPr wrap="square">
            <a:spAutoFit/>
          </a:bodyPr>
          <a:p>
            <a:r>
              <a:rPr lang="en-US" sz="3600" b="1" dirty="0">
                <a:latin typeface="Arial Black" panose="020B0A04020102020204" charset="0"/>
                <a:ea typeface="微软雅黑" pitchFamily="34" charset="-122"/>
                <a:cs typeface="Arial Black" panose="020B0A04020102020204" charset="0"/>
                <a:sym typeface="Arial" panose="020B0604020202020204" pitchFamily="34" charset="0"/>
              </a:rPr>
              <a:t>How?</a:t>
            </a:r>
            <a:endParaRPr lang="en-US" sz="3600" b="1" dirty="0">
              <a:solidFill>
                <a:srgbClr val="FF0000"/>
              </a:solidFill>
              <a:latin typeface="Arial Black" panose="020B0A04020102020204" charset="0"/>
              <a:ea typeface="微软雅黑" pitchFamily="34" charset="-122"/>
              <a:cs typeface="Arial Black" panose="020B0A04020102020204" charset="0"/>
              <a:sym typeface="Arial" panose="020B0604020202020204" pitchFamily="34" charset="0"/>
            </a:endParaRPr>
          </a:p>
        </p:txBody>
      </p:sp>
      <p:pic>
        <p:nvPicPr>
          <p:cNvPr id="16" name="图片 15" descr="未命名文件(7)"/>
          <p:cNvPicPr>
            <a:picLocks noChangeAspect="1"/>
          </p:cNvPicPr>
          <p:nvPr/>
        </p:nvPicPr>
        <p:blipFill>
          <a:blip r:embed="rId2"/>
          <a:stretch>
            <a:fillRect/>
          </a:stretch>
        </p:blipFill>
        <p:spPr>
          <a:xfrm>
            <a:off x="1109345" y="2701290"/>
            <a:ext cx="9762490" cy="3489960"/>
          </a:xfrm>
          <a:prstGeom prst="rect">
            <a:avLst/>
          </a:prstGeom>
        </p:spPr>
      </p:pic>
      <p:sp>
        <p:nvSpPr>
          <p:cNvPr id="17" name="文本框 16"/>
          <p:cNvSpPr txBox="1"/>
          <p:nvPr/>
        </p:nvSpPr>
        <p:spPr>
          <a:xfrm>
            <a:off x="1335405" y="1779270"/>
            <a:ext cx="10126980" cy="922020"/>
          </a:xfrm>
          <a:prstGeom prst="rect">
            <a:avLst/>
          </a:prstGeom>
          <a:noFill/>
        </p:spPr>
        <p:txBody>
          <a:bodyPr wrap="square" rtlCol="0">
            <a:spAutoFit/>
          </a:bodyPr>
          <a:p>
            <a:r>
              <a:rPr lang="zh-CN" altLang="en-US"/>
              <a:t>模型主要思路为根据患者检查数据做结构化表格的特征工程，之后将文本信息通过词袋特征降维和</a:t>
            </a:r>
            <a:r>
              <a:rPr lang="en-US" altLang="zh-CN"/>
              <a:t>Bert</a:t>
            </a:r>
            <a:r>
              <a:rPr lang="zh-CN" altLang="en-US"/>
              <a:t>二分类概率两种方式去学习，然后拼接三部分特征输入到树模型进行学习，最后对</a:t>
            </a:r>
            <a:r>
              <a:rPr lang="en-US" altLang="zh-CN"/>
              <a:t>VTE</a:t>
            </a:r>
            <a:r>
              <a:rPr lang="zh-CN" altLang="en-US"/>
              <a:t>风险进行预测。</a:t>
            </a:r>
            <a:endParaRPr lang="zh-CN" altLang="en-US"/>
          </a:p>
        </p:txBody>
      </p:sp>
    </p:spTree>
  </p:cSld>
  <p:clrMapOvr>
    <a:masterClrMapping/>
  </p:clrMapOvr>
  <mc:AlternateContent xmlns:mc="http://schemas.openxmlformats.org/markup-compatibility/2006">
    <mc:Choice xmlns:p14="http://schemas.microsoft.com/office/powerpoint/2010/main" Requires="p14">
      <p:transition spd="slow" p14:dur="1600" advTm="5000">
        <p14:prism isInverted="1"/>
      </p:transition>
    </mc:Choice>
    <mc:Fallback>
      <p:transition spd="slow" advTm="5000">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8" name="组合 7"/>
          <p:cNvGrpSpPr/>
          <p:nvPr/>
        </p:nvGrpSpPr>
        <p:grpSpPr>
          <a:xfrm>
            <a:off x="-698500" y="-582990"/>
            <a:ext cx="13589000" cy="8023980"/>
            <a:chOff x="-863600" y="-584200"/>
            <a:chExt cx="13335000" cy="7874000"/>
          </a:xfrm>
          <a:solidFill>
            <a:srgbClr val="E6E6E6"/>
          </a:solidFill>
        </p:grpSpPr>
        <p:grpSp>
          <p:nvGrpSpPr>
            <p:cNvPr id="4" name="组合 3"/>
            <p:cNvGrpSpPr/>
            <p:nvPr/>
          </p:nvGrpSpPr>
          <p:grpSpPr>
            <a:xfrm>
              <a:off x="-863600" y="-584200"/>
              <a:ext cx="165100" cy="7874000"/>
              <a:chOff x="-863600" y="-584200"/>
              <a:chExt cx="165100" cy="7874000"/>
            </a:xfrm>
            <a:grpFill/>
          </p:grpSpPr>
          <p:sp>
            <p:nvSpPr>
              <p:cNvPr id="2" name="椭圆 1"/>
              <p:cNvSpPr/>
              <p:nvPr/>
            </p:nvSpPr>
            <p:spPr>
              <a:xfrm>
                <a:off x="-863600" y="-584200"/>
                <a:ext cx="165100" cy="165100"/>
              </a:xfrm>
              <a:prstGeom prst="ellipse">
                <a:avLst/>
              </a:prstGeom>
              <a:grp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椭圆 2"/>
              <p:cNvSpPr/>
              <p:nvPr/>
            </p:nvSpPr>
            <p:spPr>
              <a:xfrm>
                <a:off x="-863600" y="7124700"/>
                <a:ext cx="165100" cy="165100"/>
              </a:xfrm>
              <a:prstGeom prst="ellipse">
                <a:avLst/>
              </a:prstGeom>
              <a:grp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5" name="组合 4"/>
            <p:cNvGrpSpPr/>
            <p:nvPr/>
          </p:nvGrpSpPr>
          <p:grpSpPr>
            <a:xfrm>
              <a:off x="12306300" y="-584200"/>
              <a:ext cx="165100" cy="7874000"/>
              <a:chOff x="-863600" y="-584200"/>
              <a:chExt cx="165100" cy="7874000"/>
            </a:xfrm>
            <a:grpFill/>
          </p:grpSpPr>
          <p:sp>
            <p:nvSpPr>
              <p:cNvPr id="6" name="椭圆 5"/>
              <p:cNvSpPr/>
              <p:nvPr/>
            </p:nvSpPr>
            <p:spPr>
              <a:xfrm>
                <a:off x="-863600" y="-584200"/>
                <a:ext cx="165100" cy="165100"/>
              </a:xfrm>
              <a:prstGeom prst="ellipse">
                <a:avLst/>
              </a:prstGeom>
              <a:grp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椭圆 6"/>
              <p:cNvSpPr/>
              <p:nvPr/>
            </p:nvSpPr>
            <p:spPr>
              <a:xfrm>
                <a:off x="-863600" y="7124700"/>
                <a:ext cx="165100" cy="165100"/>
              </a:xfrm>
              <a:prstGeom prst="ellipse">
                <a:avLst/>
              </a:prstGeom>
              <a:grp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sp>
        <p:nvSpPr>
          <p:cNvPr id="27" name="矩形 26"/>
          <p:cNvSpPr/>
          <p:nvPr/>
        </p:nvSpPr>
        <p:spPr>
          <a:xfrm>
            <a:off x="11933555" y="543560"/>
            <a:ext cx="258445" cy="111760"/>
          </a:xfrm>
          <a:prstGeom prst="rect">
            <a:avLst/>
          </a:prstGeom>
          <a:solidFill>
            <a:srgbClr val="62EFF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lumMod val="85000"/>
                  <a:lumOff val="15000"/>
                </a:schemeClr>
              </a:solidFill>
            </a:endParaRPr>
          </a:p>
        </p:txBody>
      </p:sp>
      <p:grpSp>
        <p:nvGrpSpPr>
          <p:cNvPr id="10" name="组合 9"/>
          <p:cNvGrpSpPr/>
          <p:nvPr/>
        </p:nvGrpSpPr>
        <p:grpSpPr>
          <a:xfrm>
            <a:off x="284882" y="241573"/>
            <a:ext cx="6998335" cy="626543"/>
            <a:chOff x="284882" y="285115"/>
            <a:chExt cx="6998335" cy="626543"/>
          </a:xfrm>
        </p:grpSpPr>
        <p:sp>
          <p:nvSpPr>
            <p:cNvPr id="21" name="文本框 20"/>
            <p:cNvSpPr txBox="1"/>
            <p:nvPr/>
          </p:nvSpPr>
          <p:spPr>
            <a:xfrm>
              <a:off x="831617" y="285115"/>
              <a:ext cx="6451600" cy="583565"/>
            </a:xfrm>
            <a:prstGeom prst="rect">
              <a:avLst/>
            </a:prstGeom>
            <a:noFill/>
          </p:spPr>
          <p:txBody>
            <a:bodyPr wrap="square" rtlCol="0">
              <a:spAutoFit/>
            </a:bodyPr>
            <a:lstStyle/>
            <a:p>
              <a:r>
                <a:rPr lang="zh-CN" altLang="en-US" sz="3200" dirty="0">
                  <a:solidFill>
                    <a:schemeClr val="tx1">
                      <a:lumMod val="85000"/>
                      <a:lumOff val="15000"/>
                    </a:schemeClr>
                  </a:solidFill>
                  <a:latin typeface="报隶-简" panose="02010600040101010101" charset="-122"/>
                  <a:ea typeface="报隶-简" panose="02010600040101010101" charset="-122"/>
                  <a:cs typeface="+mn-ea"/>
                  <a:sym typeface="+mn-lt"/>
                </a:rPr>
                <a:t>特征工程</a:t>
              </a:r>
              <a:r>
                <a:rPr lang="en-US" altLang="zh-CN" sz="3200" dirty="0">
                  <a:solidFill>
                    <a:schemeClr val="tx1">
                      <a:lumMod val="85000"/>
                      <a:lumOff val="15000"/>
                    </a:schemeClr>
                  </a:solidFill>
                  <a:latin typeface="报隶-简" panose="02010600040101010101" charset="-122"/>
                  <a:ea typeface="报隶-简" panose="02010600040101010101" charset="-122"/>
                  <a:cs typeface="+mn-ea"/>
                  <a:sym typeface="+mn-lt"/>
                </a:rPr>
                <a:t>-Google Featuretools</a:t>
              </a:r>
              <a:endParaRPr lang="en-US" altLang="zh-CN" sz="3200" dirty="0">
                <a:solidFill>
                  <a:schemeClr val="tx1">
                    <a:lumMod val="85000"/>
                    <a:lumOff val="15000"/>
                  </a:schemeClr>
                </a:solidFill>
                <a:latin typeface="报隶-简" panose="02010600040101010101" charset="-122"/>
                <a:ea typeface="报隶-简" panose="02010600040101010101" charset="-122"/>
                <a:cs typeface="+mn-ea"/>
                <a:sym typeface="+mn-lt"/>
              </a:endParaRPr>
            </a:p>
          </p:txBody>
        </p:sp>
        <p:grpSp>
          <p:nvGrpSpPr>
            <p:cNvPr id="13" name="组合 12"/>
            <p:cNvGrpSpPr/>
            <p:nvPr/>
          </p:nvGrpSpPr>
          <p:grpSpPr>
            <a:xfrm>
              <a:off x="284882" y="369226"/>
              <a:ext cx="542432" cy="542432"/>
              <a:chOff x="4058577" y="4375150"/>
              <a:chExt cx="1384300" cy="1384300"/>
            </a:xfrm>
          </p:grpSpPr>
          <p:sp>
            <p:nvSpPr>
              <p:cNvPr id="9" name="椭圆 8"/>
              <p:cNvSpPr/>
              <p:nvPr/>
            </p:nvSpPr>
            <p:spPr>
              <a:xfrm>
                <a:off x="4058577" y="4375150"/>
                <a:ext cx="1384300" cy="1384300"/>
              </a:xfrm>
              <a:prstGeom prst="ellipse">
                <a:avLst/>
              </a:prstGeom>
              <a:gradFill flip="none" rotWithShape="1">
                <a:gsLst>
                  <a:gs pos="38000">
                    <a:srgbClr val="62EFFE"/>
                  </a:gs>
                  <a:gs pos="90000">
                    <a:srgbClr val="02ECFE"/>
                  </a:gs>
                </a:gsLst>
                <a:lin ang="54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a:solidFill>
                    <a:schemeClr val="tx1">
                      <a:lumMod val="85000"/>
                      <a:lumOff val="15000"/>
                    </a:schemeClr>
                  </a:solidFill>
                  <a:latin typeface="思源黑体 CN Bold" panose="020B0800000000000000" pitchFamily="34" charset="-122"/>
                  <a:ea typeface="思源黑体 CN Bold" panose="020B0800000000000000" pitchFamily="34" charset="-122"/>
                  <a:cs typeface="+mn-ea"/>
                </a:endParaRPr>
              </a:p>
            </p:txBody>
          </p:sp>
          <p:pic>
            <p:nvPicPr>
              <p:cNvPr id="11" name="图片 10"/>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4311650" y="4619625"/>
                <a:ext cx="889000" cy="889000"/>
              </a:xfrm>
              <a:prstGeom prst="rect">
                <a:avLst/>
              </a:prstGeom>
            </p:spPr>
          </p:pic>
        </p:grpSp>
      </p:grpSp>
      <p:sp>
        <p:nvSpPr>
          <p:cNvPr id="12" name="文本框 11"/>
          <p:cNvSpPr txBox="1"/>
          <p:nvPr/>
        </p:nvSpPr>
        <p:spPr>
          <a:xfrm>
            <a:off x="9031605" y="569557"/>
            <a:ext cx="2705562" cy="337185"/>
          </a:xfrm>
          <a:prstGeom prst="rect">
            <a:avLst/>
          </a:prstGeom>
          <a:noFill/>
        </p:spPr>
        <p:txBody>
          <a:bodyPr wrap="square" rtlCol="0">
            <a:spAutoFit/>
          </a:bodyPr>
          <a:p>
            <a:pPr algn="dist"/>
            <a:r>
              <a:rPr lang="zh-CN" altLang="en-US" sz="1600" b="1" dirty="0">
                <a:solidFill>
                  <a:schemeClr val="tx1"/>
                </a:solidFill>
                <a:latin typeface="思源黑体 CN Normal" panose="020B0400000000000000" pitchFamily="34" charset="-122"/>
                <a:ea typeface="思源黑体 CN Normal" panose="020B0400000000000000" pitchFamily="34" charset="-122"/>
                <a:cs typeface="+mn-ea"/>
                <a:sym typeface="+mn-lt"/>
              </a:rPr>
              <a:t>20</a:t>
            </a:r>
            <a:r>
              <a:rPr lang="en-US" altLang="zh-CN" sz="1600" b="1" dirty="0">
                <a:solidFill>
                  <a:schemeClr val="tx1"/>
                </a:solidFill>
                <a:latin typeface="思源黑体 CN Normal" panose="020B0400000000000000" pitchFamily="34" charset="-122"/>
                <a:ea typeface="思源黑体 CN Normal" panose="020B0400000000000000" pitchFamily="34" charset="-122"/>
                <a:cs typeface="+mn-ea"/>
                <a:sym typeface="+mn-lt"/>
              </a:rPr>
              <a:t>23Google</a:t>
            </a:r>
            <a:r>
              <a:rPr lang="zh-CN" altLang="en-US" sz="1600" b="1" dirty="0">
                <a:solidFill>
                  <a:schemeClr val="tx1"/>
                </a:solidFill>
                <a:latin typeface="思源黑体 CN Normal" panose="020B0400000000000000" pitchFamily="34" charset="-122"/>
                <a:ea typeface="思源黑体 CN Normal" panose="020B0400000000000000" pitchFamily="34" charset="-122"/>
                <a:cs typeface="+mn-ea"/>
                <a:sym typeface="+mn-lt"/>
              </a:rPr>
              <a:t>开发者大会</a:t>
            </a:r>
            <a:endParaRPr lang="zh-CN" altLang="en-US" sz="1600" b="1" dirty="0">
              <a:solidFill>
                <a:schemeClr val="tx1"/>
              </a:solidFill>
              <a:latin typeface="思源黑体 CN Normal" panose="020B0400000000000000" pitchFamily="34" charset="-122"/>
              <a:ea typeface="思源黑体 CN Normal" panose="020B0400000000000000" pitchFamily="34" charset="-122"/>
              <a:cs typeface="+mn-ea"/>
              <a:sym typeface="+mn-lt"/>
            </a:endParaRPr>
          </a:p>
        </p:txBody>
      </p:sp>
      <p:pic>
        <p:nvPicPr>
          <p:cNvPr id="18" name="图片 17"/>
          <p:cNvPicPr>
            <a:picLocks noChangeAspect="1"/>
          </p:cNvPicPr>
          <p:nvPr/>
        </p:nvPicPr>
        <p:blipFill>
          <a:blip r:embed="rId2"/>
          <a:stretch>
            <a:fillRect/>
          </a:stretch>
        </p:blipFill>
        <p:spPr>
          <a:xfrm>
            <a:off x="1816735" y="1948180"/>
            <a:ext cx="8448040" cy="4022090"/>
          </a:xfrm>
          <a:prstGeom prst="rect">
            <a:avLst/>
          </a:prstGeom>
        </p:spPr>
      </p:pic>
      <p:sp>
        <p:nvSpPr>
          <p:cNvPr id="46" name="文本框 45"/>
          <p:cNvSpPr txBox="1"/>
          <p:nvPr/>
        </p:nvSpPr>
        <p:spPr>
          <a:xfrm>
            <a:off x="1188442" y="1528342"/>
            <a:ext cx="8145780" cy="706755"/>
          </a:xfrm>
          <a:prstGeom prst="rect">
            <a:avLst/>
          </a:prstGeom>
          <a:noFill/>
        </p:spPr>
        <p:txBody>
          <a:bodyPr wrap="none" rtlCol="0">
            <a:spAutoFit/>
          </a:bodyPr>
          <a:p>
            <a:pPr marL="342900" indent="-342900" algn="l">
              <a:buFont typeface="Arial" panose="020B0604020202020204" pitchFamily="34" charset="0"/>
              <a:buChar char="•"/>
            </a:pPr>
            <a:r>
              <a:rPr lang="zh-CN" altLang="en-US" sz="2000" dirty="0">
                <a:solidFill>
                  <a:schemeClr val="tx1">
                    <a:lumMod val="75000"/>
                    <a:lumOff val="25000"/>
                  </a:schemeClr>
                </a:solidFill>
                <a:latin typeface="思源黑体 CN Bold" panose="020B0800000000000000" pitchFamily="34" charset="-122"/>
                <a:ea typeface="思源黑体 CN Bold" panose="020B0800000000000000" pitchFamily="34" charset="-122"/>
                <a:cs typeface="+mn-ea"/>
                <a:sym typeface="+mn-ea"/>
              </a:rPr>
              <a:t>检查项累加特征：按照检查项所属类别进行累加，得出该维度下总和</a:t>
            </a:r>
            <a:endParaRPr lang="zh-CN" altLang="en-US" sz="2000" dirty="0">
              <a:solidFill>
                <a:schemeClr val="tx1">
                  <a:lumMod val="75000"/>
                  <a:lumOff val="25000"/>
                </a:schemeClr>
              </a:solidFill>
              <a:latin typeface="思源黑体 CN Bold" panose="020B0800000000000000" pitchFamily="34" charset="-122"/>
              <a:ea typeface="思源黑体 CN Bold" panose="020B0800000000000000" pitchFamily="34" charset="-122"/>
              <a:cs typeface="+mn-ea"/>
            </a:endParaRPr>
          </a:p>
          <a:p>
            <a:endParaRPr lang="zh-CN" altLang="en-US" sz="2000" dirty="0">
              <a:solidFill>
                <a:schemeClr val="tx1">
                  <a:lumMod val="75000"/>
                  <a:lumOff val="25000"/>
                </a:schemeClr>
              </a:solidFill>
              <a:latin typeface="思源黑体 CN Bold" panose="020B0800000000000000" pitchFamily="34" charset="-122"/>
              <a:ea typeface="思源黑体 CN Bold" panose="020B0800000000000000" pitchFamily="34" charset="-122"/>
              <a:cs typeface="+mn-ea"/>
              <a:sym typeface="+mn-lt"/>
            </a:endParaRPr>
          </a:p>
        </p:txBody>
      </p:sp>
    </p:spTree>
  </p:cSld>
  <p:clrMapOvr>
    <a:masterClrMapping/>
  </p:clrMapOvr>
  <mc:AlternateContent xmlns:mc="http://schemas.openxmlformats.org/markup-compatibility/2006">
    <mc:Choice xmlns:p14="http://schemas.microsoft.com/office/powerpoint/2010/main" Requires="p14">
      <p:transition spd="slow" p14:dur="1600" advTm="5000">
        <p14:prism isInverted="1"/>
      </p:transition>
    </mc:Choice>
    <mc:Fallback>
      <p:transition spd="slow" advTm="5000">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8" name="组合 7"/>
          <p:cNvGrpSpPr/>
          <p:nvPr/>
        </p:nvGrpSpPr>
        <p:grpSpPr>
          <a:xfrm>
            <a:off x="-698500" y="-582990"/>
            <a:ext cx="13589000" cy="8023980"/>
            <a:chOff x="-863600" y="-584200"/>
            <a:chExt cx="13335000" cy="7874000"/>
          </a:xfrm>
          <a:solidFill>
            <a:srgbClr val="E6E6E6"/>
          </a:solidFill>
        </p:grpSpPr>
        <p:grpSp>
          <p:nvGrpSpPr>
            <p:cNvPr id="4" name="组合 3"/>
            <p:cNvGrpSpPr/>
            <p:nvPr/>
          </p:nvGrpSpPr>
          <p:grpSpPr>
            <a:xfrm>
              <a:off x="-863600" y="-584200"/>
              <a:ext cx="165100" cy="7874000"/>
              <a:chOff x="-863600" y="-584200"/>
              <a:chExt cx="165100" cy="7874000"/>
            </a:xfrm>
            <a:grpFill/>
          </p:grpSpPr>
          <p:sp>
            <p:nvSpPr>
              <p:cNvPr id="2" name="椭圆 1"/>
              <p:cNvSpPr/>
              <p:nvPr/>
            </p:nvSpPr>
            <p:spPr>
              <a:xfrm>
                <a:off x="-863600" y="-584200"/>
                <a:ext cx="165100" cy="165100"/>
              </a:xfrm>
              <a:prstGeom prst="ellipse">
                <a:avLst/>
              </a:prstGeom>
              <a:grp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椭圆 2"/>
              <p:cNvSpPr/>
              <p:nvPr/>
            </p:nvSpPr>
            <p:spPr>
              <a:xfrm>
                <a:off x="-863600" y="7124700"/>
                <a:ext cx="165100" cy="165100"/>
              </a:xfrm>
              <a:prstGeom prst="ellipse">
                <a:avLst/>
              </a:prstGeom>
              <a:grp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5" name="组合 4"/>
            <p:cNvGrpSpPr/>
            <p:nvPr/>
          </p:nvGrpSpPr>
          <p:grpSpPr>
            <a:xfrm>
              <a:off x="12306300" y="-584200"/>
              <a:ext cx="165100" cy="7874000"/>
              <a:chOff x="-863600" y="-584200"/>
              <a:chExt cx="165100" cy="7874000"/>
            </a:xfrm>
            <a:grpFill/>
          </p:grpSpPr>
          <p:sp>
            <p:nvSpPr>
              <p:cNvPr id="6" name="椭圆 5"/>
              <p:cNvSpPr/>
              <p:nvPr/>
            </p:nvSpPr>
            <p:spPr>
              <a:xfrm>
                <a:off x="-863600" y="-584200"/>
                <a:ext cx="165100" cy="165100"/>
              </a:xfrm>
              <a:prstGeom prst="ellipse">
                <a:avLst/>
              </a:prstGeom>
              <a:grp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椭圆 6"/>
              <p:cNvSpPr/>
              <p:nvPr/>
            </p:nvSpPr>
            <p:spPr>
              <a:xfrm>
                <a:off x="-863600" y="7124700"/>
                <a:ext cx="165100" cy="165100"/>
              </a:xfrm>
              <a:prstGeom prst="ellipse">
                <a:avLst/>
              </a:prstGeom>
              <a:grp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sp>
        <p:nvSpPr>
          <p:cNvPr id="27" name="矩形 26"/>
          <p:cNvSpPr/>
          <p:nvPr/>
        </p:nvSpPr>
        <p:spPr>
          <a:xfrm>
            <a:off x="11933555" y="543560"/>
            <a:ext cx="258445" cy="111760"/>
          </a:xfrm>
          <a:prstGeom prst="rect">
            <a:avLst/>
          </a:prstGeom>
          <a:solidFill>
            <a:srgbClr val="62EFF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lumMod val="85000"/>
                  <a:lumOff val="15000"/>
                </a:schemeClr>
              </a:solidFill>
            </a:endParaRPr>
          </a:p>
        </p:txBody>
      </p:sp>
      <p:grpSp>
        <p:nvGrpSpPr>
          <p:cNvPr id="10" name="组合 9"/>
          <p:cNvGrpSpPr/>
          <p:nvPr/>
        </p:nvGrpSpPr>
        <p:grpSpPr>
          <a:xfrm>
            <a:off x="284882" y="241573"/>
            <a:ext cx="6998335" cy="626543"/>
            <a:chOff x="284882" y="285115"/>
            <a:chExt cx="6998335" cy="626543"/>
          </a:xfrm>
        </p:grpSpPr>
        <p:sp>
          <p:nvSpPr>
            <p:cNvPr id="21" name="文本框 20"/>
            <p:cNvSpPr txBox="1"/>
            <p:nvPr/>
          </p:nvSpPr>
          <p:spPr>
            <a:xfrm>
              <a:off x="831617" y="285115"/>
              <a:ext cx="6451600" cy="583565"/>
            </a:xfrm>
            <a:prstGeom prst="rect">
              <a:avLst/>
            </a:prstGeom>
            <a:noFill/>
          </p:spPr>
          <p:txBody>
            <a:bodyPr wrap="square" rtlCol="0">
              <a:spAutoFit/>
            </a:bodyPr>
            <a:lstStyle/>
            <a:p>
              <a:r>
                <a:rPr lang="zh-CN" altLang="en-US" sz="3200" dirty="0">
                  <a:solidFill>
                    <a:schemeClr val="tx1">
                      <a:lumMod val="85000"/>
                      <a:lumOff val="15000"/>
                    </a:schemeClr>
                  </a:solidFill>
                  <a:latin typeface="报隶-简" panose="02010600040101010101" charset="-122"/>
                  <a:ea typeface="报隶-简" panose="02010600040101010101" charset="-122"/>
                  <a:cs typeface="+mn-ea"/>
                  <a:sym typeface="+mn-lt"/>
                </a:rPr>
                <a:t>特征工程</a:t>
              </a:r>
              <a:r>
                <a:rPr lang="en-US" altLang="zh-CN" sz="3200" dirty="0">
                  <a:solidFill>
                    <a:schemeClr val="tx1">
                      <a:lumMod val="85000"/>
                      <a:lumOff val="15000"/>
                    </a:schemeClr>
                  </a:solidFill>
                  <a:latin typeface="报隶-简" panose="02010600040101010101" charset="-122"/>
                  <a:ea typeface="报隶-简" panose="02010600040101010101" charset="-122"/>
                  <a:cs typeface="+mn-ea"/>
                  <a:sym typeface="+mn-lt"/>
                </a:rPr>
                <a:t>-Google Featuretools</a:t>
              </a:r>
              <a:endParaRPr lang="en-US" altLang="zh-CN" sz="3200" dirty="0">
                <a:solidFill>
                  <a:schemeClr val="tx1">
                    <a:lumMod val="85000"/>
                    <a:lumOff val="15000"/>
                  </a:schemeClr>
                </a:solidFill>
                <a:latin typeface="报隶-简" panose="02010600040101010101" charset="-122"/>
                <a:ea typeface="报隶-简" panose="02010600040101010101" charset="-122"/>
                <a:cs typeface="+mn-ea"/>
                <a:sym typeface="+mn-lt"/>
              </a:endParaRPr>
            </a:p>
          </p:txBody>
        </p:sp>
        <p:grpSp>
          <p:nvGrpSpPr>
            <p:cNvPr id="13" name="组合 12"/>
            <p:cNvGrpSpPr/>
            <p:nvPr/>
          </p:nvGrpSpPr>
          <p:grpSpPr>
            <a:xfrm>
              <a:off x="284882" y="369226"/>
              <a:ext cx="542432" cy="542432"/>
              <a:chOff x="4058577" y="4375150"/>
              <a:chExt cx="1384300" cy="1384300"/>
            </a:xfrm>
          </p:grpSpPr>
          <p:sp>
            <p:nvSpPr>
              <p:cNvPr id="9" name="椭圆 8"/>
              <p:cNvSpPr/>
              <p:nvPr/>
            </p:nvSpPr>
            <p:spPr>
              <a:xfrm>
                <a:off x="4058577" y="4375150"/>
                <a:ext cx="1384300" cy="1384300"/>
              </a:xfrm>
              <a:prstGeom prst="ellipse">
                <a:avLst/>
              </a:prstGeom>
              <a:gradFill flip="none" rotWithShape="1">
                <a:gsLst>
                  <a:gs pos="38000">
                    <a:srgbClr val="62EFFE"/>
                  </a:gs>
                  <a:gs pos="90000">
                    <a:srgbClr val="02ECFE"/>
                  </a:gs>
                </a:gsLst>
                <a:lin ang="54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a:solidFill>
                    <a:schemeClr val="tx1">
                      <a:lumMod val="85000"/>
                      <a:lumOff val="15000"/>
                    </a:schemeClr>
                  </a:solidFill>
                  <a:latin typeface="思源黑体 CN Bold" panose="020B0800000000000000" pitchFamily="34" charset="-122"/>
                  <a:ea typeface="思源黑体 CN Bold" panose="020B0800000000000000" pitchFamily="34" charset="-122"/>
                  <a:cs typeface="+mn-ea"/>
                </a:endParaRPr>
              </a:p>
            </p:txBody>
          </p:sp>
          <p:pic>
            <p:nvPicPr>
              <p:cNvPr id="11" name="图片 10"/>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4311650" y="4619625"/>
                <a:ext cx="889000" cy="889000"/>
              </a:xfrm>
              <a:prstGeom prst="rect">
                <a:avLst/>
              </a:prstGeom>
            </p:spPr>
          </p:pic>
        </p:grpSp>
      </p:grpSp>
      <p:sp>
        <p:nvSpPr>
          <p:cNvPr id="12" name="文本框 11"/>
          <p:cNvSpPr txBox="1"/>
          <p:nvPr/>
        </p:nvSpPr>
        <p:spPr>
          <a:xfrm>
            <a:off x="9031605" y="569557"/>
            <a:ext cx="2705562" cy="337185"/>
          </a:xfrm>
          <a:prstGeom prst="rect">
            <a:avLst/>
          </a:prstGeom>
          <a:noFill/>
        </p:spPr>
        <p:txBody>
          <a:bodyPr wrap="square" rtlCol="0">
            <a:spAutoFit/>
          </a:bodyPr>
          <a:p>
            <a:pPr algn="dist"/>
            <a:r>
              <a:rPr lang="zh-CN" altLang="en-US" sz="1600" b="1" dirty="0">
                <a:solidFill>
                  <a:schemeClr val="tx1"/>
                </a:solidFill>
                <a:latin typeface="思源黑体 CN Normal" panose="020B0400000000000000" pitchFamily="34" charset="-122"/>
                <a:ea typeface="思源黑体 CN Normal" panose="020B0400000000000000" pitchFamily="34" charset="-122"/>
                <a:cs typeface="+mn-ea"/>
                <a:sym typeface="+mn-lt"/>
              </a:rPr>
              <a:t>20</a:t>
            </a:r>
            <a:r>
              <a:rPr lang="en-US" altLang="zh-CN" sz="1600" b="1" dirty="0">
                <a:solidFill>
                  <a:schemeClr val="tx1"/>
                </a:solidFill>
                <a:latin typeface="思源黑体 CN Normal" panose="020B0400000000000000" pitchFamily="34" charset="-122"/>
                <a:ea typeface="思源黑体 CN Normal" panose="020B0400000000000000" pitchFamily="34" charset="-122"/>
                <a:cs typeface="+mn-ea"/>
                <a:sym typeface="+mn-lt"/>
              </a:rPr>
              <a:t>23Google</a:t>
            </a:r>
            <a:r>
              <a:rPr lang="zh-CN" altLang="en-US" sz="1600" b="1" dirty="0">
                <a:solidFill>
                  <a:schemeClr val="tx1"/>
                </a:solidFill>
                <a:latin typeface="思源黑体 CN Normal" panose="020B0400000000000000" pitchFamily="34" charset="-122"/>
                <a:ea typeface="思源黑体 CN Normal" panose="020B0400000000000000" pitchFamily="34" charset="-122"/>
                <a:cs typeface="+mn-ea"/>
                <a:sym typeface="+mn-lt"/>
              </a:rPr>
              <a:t>开发者大会</a:t>
            </a:r>
            <a:endParaRPr lang="zh-CN" altLang="en-US" sz="1600" b="1" dirty="0">
              <a:solidFill>
                <a:schemeClr val="tx1"/>
              </a:solidFill>
              <a:latin typeface="思源黑体 CN Normal" panose="020B0400000000000000" pitchFamily="34" charset="-122"/>
              <a:ea typeface="思源黑体 CN Normal" panose="020B0400000000000000" pitchFamily="34" charset="-122"/>
              <a:cs typeface="+mn-ea"/>
              <a:sym typeface="+mn-lt"/>
            </a:endParaRPr>
          </a:p>
        </p:txBody>
      </p:sp>
      <p:sp>
        <p:nvSpPr>
          <p:cNvPr id="55" name="文本框 54"/>
          <p:cNvSpPr txBox="1"/>
          <p:nvPr/>
        </p:nvSpPr>
        <p:spPr>
          <a:xfrm>
            <a:off x="732155" y="1229995"/>
            <a:ext cx="10582275" cy="1151255"/>
          </a:xfrm>
          <a:prstGeom prst="rect">
            <a:avLst/>
          </a:prstGeom>
          <a:noFill/>
        </p:spPr>
        <p:txBody>
          <a:bodyPr wrap="square" rtlCol="0">
            <a:noAutofit/>
          </a:bodyPr>
          <a:p>
            <a:pPr marL="342900" indent="-342900">
              <a:buFont typeface="Arial" panose="020B0604020202020204" pitchFamily="34" charset="0"/>
              <a:buChar char="•"/>
            </a:pPr>
            <a:r>
              <a:rPr lang="zh-CN" altLang="en-US" sz="2000" dirty="0">
                <a:solidFill>
                  <a:schemeClr val="tx1">
                    <a:lumMod val="75000"/>
                    <a:lumOff val="25000"/>
                  </a:schemeClr>
                </a:solidFill>
                <a:latin typeface="思源黑体 CN Bold" panose="020B0800000000000000" pitchFamily="34" charset="-122"/>
                <a:ea typeface="思源黑体 CN Bold" panose="020B0800000000000000" pitchFamily="34" charset="-122"/>
                <a:cs typeface="+mn-ea"/>
              </a:rPr>
              <a:t>检验明细项目的检查结果与参考范围的最大值与最小值的差值。</a:t>
            </a:r>
            <a:endParaRPr lang="zh-CN" altLang="en-US" sz="2000" dirty="0">
              <a:solidFill>
                <a:schemeClr val="tx1">
                  <a:lumMod val="75000"/>
                  <a:lumOff val="25000"/>
                </a:schemeClr>
              </a:solidFill>
              <a:latin typeface="思源黑体 CN Bold" panose="020B0800000000000000" pitchFamily="34" charset="-122"/>
              <a:ea typeface="思源黑体 CN Bold" panose="020B0800000000000000" pitchFamily="34" charset="-122"/>
              <a:cs typeface="+mn-ea"/>
            </a:endParaRPr>
          </a:p>
          <a:p>
            <a:pPr marL="342900" indent="-342900">
              <a:buFont typeface="Arial" panose="020B0604020202020204" pitchFamily="34" charset="0"/>
              <a:buChar char="•"/>
            </a:pPr>
            <a:r>
              <a:rPr lang="zh-CN" altLang="en-US" sz="2000" dirty="0">
                <a:solidFill>
                  <a:schemeClr val="tx1">
                    <a:lumMod val="75000"/>
                    <a:lumOff val="25000"/>
                  </a:schemeClr>
                </a:solidFill>
                <a:latin typeface="思源黑体 CN Bold" panose="020B0800000000000000" pitchFamily="34" charset="-122"/>
                <a:ea typeface="思源黑体 CN Bold" panose="020B0800000000000000" pitchFamily="34" charset="-122"/>
                <a:cs typeface="+mn-ea"/>
                <a:sym typeface="+mn-ea"/>
              </a:rPr>
              <a:t>检验项差值对比采用了相减与相除两种计算方式</a:t>
            </a:r>
            <a:endParaRPr lang="zh-CN" altLang="en-US" sz="2000" dirty="0">
              <a:solidFill>
                <a:schemeClr val="tx1">
                  <a:lumMod val="75000"/>
                  <a:lumOff val="25000"/>
                </a:schemeClr>
              </a:solidFill>
              <a:latin typeface="思源黑体 CN Bold" panose="020B0800000000000000" pitchFamily="34" charset="-122"/>
              <a:ea typeface="思源黑体 CN Bold" panose="020B0800000000000000" pitchFamily="34" charset="-122"/>
              <a:cs typeface="+mn-ea"/>
            </a:endParaRPr>
          </a:p>
        </p:txBody>
      </p:sp>
      <p:pic>
        <p:nvPicPr>
          <p:cNvPr id="22" name="图片 21"/>
          <p:cNvPicPr>
            <a:picLocks noChangeAspect="1"/>
          </p:cNvPicPr>
          <p:nvPr/>
        </p:nvPicPr>
        <p:blipFill>
          <a:blip r:embed="rId2"/>
          <a:stretch>
            <a:fillRect/>
          </a:stretch>
        </p:blipFill>
        <p:spPr>
          <a:xfrm>
            <a:off x="1649730" y="2010410"/>
            <a:ext cx="8519795" cy="4109085"/>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1600" advTm="5000">
        <p14:prism isInverted="1"/>
      </p:transition>
    </mc:Choice>
    <mc:Fallback>
      <p:transition spd="slow" advTm="5000">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9" name="图片 18"/>
          <p:cNvPicPr>
            <a:picLocks noChangeAspect="1"/>
          </p:cNvPicPr>
          <p:nvPr/>
        </p:nvPicPr>
        <p:blipFill>
          <a:blip r:embed="rId1"/>
          <a:stretch>
            <a:fillRect/>
          </a:stretch>
        </p:blipFill>
        <p:spPr>
          <a:xfrm>
            <a:off x="1723390" y="1189990"/>
            <a:ext cx="8818880" cy="4954905"/>
          </a:xfrm>
          <a:prstGeom prst="rect">
            <a:avLst/>
          </a:prstGeom>
        </p:spPr>
      </p:pic>
      <p:grpSp>
        <p:nvGrpSpPr>
          <p:cNvPr id="8" name="组合 7"/>
          <p:cNvGrpSpPr/>
          <p:nvPr/>
        </p:nvGrpSpPr>
        <p:grpSpPr>
          <a:xfrm>
            <a:off x="-698500" y="-582990"/>
            <a:ext cx="13589000" cy="8023980"/>
            <a:chOff x="-863600" y="-584200"/>
            <a:chExt cx="13335000" cy="7874000"/>
          </a:xfrm>
          <a:solidFill>
            <a:srgbClr val="E6E6E6"/>
          </a:solidFill>
        </p:grpSpPr>
        <p:grpSp>
          <p:nvGrpSpPr>
            <p:cNvPr id="4" name="组合 3"/>
            <p:cNvGrpSpPr/>
            <p:nvPr/>
          </p:nvGrpSpPr>
          <p:grpSpPr>
            <a:xfrm>
              <a:off x="-863600" y="-584200"/>
              <a:ext cx="165100" cy="7874000"/>
              <a:chOff x="-863600" y="-584200"/>
              <a:chExt cx="165100" cy="7874000"/>
            </a:xfrm>
            <a:grpFill/>
          </p:grpSpPr>
          <p:sp>
            <p:nvSpPr>
              <p:cNvPr id="2" name="椭圆 1"/>
              <p:cNvSpPr/>
              <p:nvPr/>
            </p:nvSpPr>
            <p:spPr>
              <a:xfrm>
                <a:off x="-863600" y="-584200"/>
                <a:ext cx="165100" cy="165100"/>
              </a:xfrm>
              <a:prstGeom prst="ellipse">
                <a:avLst/>
              </a:prstGeom>
              <a:grp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椭圆 2"/>
              <p:cNvSpPr/>
              <p:nvPr/>
            </p:nvSpPr>
            <p:spPr>
              <a:xfrm>
                <a:off x="-863600" y="7124700"/>
                <a:ext cx="165100" cy="165100"/>
              </a:xfrm>
              <a:prstGeom prst="ellipse">
                <a:avLst/>
              </a:prstGeom>
              <a:grp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5" name="组合 4"/>
            <p:cNvGrpSpPr/>
            <p:nvPr/>
          </p:nvGrpSpPr>
          <p:grpSpPr>
            <a:xfrm>
              <a:off x="12306300" y="-584200"/>
              <a:ext cx="165100" cy="7874000"/>
              <a:chOff x="-863600" y="-584200"/>
              <a:chExt cx="165100" cy="7874000"/>
            </a:xfrm>
            <a:grpFill/>
          </p:grpSpPr>
          <p:sp>
            <p:nvSpPr>
              <p:cNvPr id="6" name="椭圆 5"/>
              <p:cNvSpPr/>
              <p:nvPr/>
            </p:nvSpPr>
            <p:spPr>
              <a:xfrm>
                <a:off x="-863600" y="-584200"/>
                <a:ext cx="165100" cy="165100"/>
              </a:xfrm>
              <a:prstGeom prst="ellipse">
                <a:avLst/>
              </a:prstGeom>
              <a:grp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椭圆 6"/>
              <p:cNvSpPr/>
              <p:nvPr/>
            </p:nvSpPr>
            <p:spPr>
              <a:xfrm>
                <a:off x="-863600" y="7124700"/>
                <a:ext cx="165100" cy="165100"/>
              </a:xfrm>
              <a:prstGeom prst="ellipse">
                <a:avLst/>
              </a:prstGeom>
              <a:grp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sp>
        <p:nvSpPr>
          <p:cNvPr id="25" name="任意多边形: 形状 24"/>
          <p:cNvSpPr/>
          <p:nvPr/>
        </p:nvSpPr>
        <p:spPr>
          <a:xfrm>
            <a:off x="11273156" y="4689475"/>
            <a:ext cx="396593" cy="816428"/>
          </a:xfrm>
          <a:custGeom>
            <a:avLst/>
            <a:gdLst>
              <a:gd name="connsiteX0" fmla="*/ 452944 w 477264"/>
              <a:gd name="connsiteY0" fmla="*/ 933858 h 982498"/>
              <a:gd name="connsiteX1" fmla="*/ 477264 w 477264"/>
              <a:gd name="connsiteY1" fmla="*/ 958178 h 982498"/>
              <a:gd name="connsiteX2" fmla="*/ 452944 w 477264"/>
              <a:gd name="connsiteY2" fmla="*/ 982498 h 982498"/>
              <a:gd name="connsiteX3" fmla="*/ 428624 w 477264"/>
              <a:gd name="connsiteY3" fmla="*/ 958178 h 982498"/>
              <a:gd name="connsiteX4" fmla="*/ 452944 w 477264"/>
              <a:gd name="connsiteY4" fmla="*/ 933858 h 982498"/>
              <a:gd name="connsiteX5" fmla="*/ 345788 w 477264"/>
              <a:gd name="connsiteY5" fmla="*/ 933858 h 982498"/>
              <a:gd name="connsiteX6" fmla="*/ 370108 w 477264"/>
              <a:gd name="connsiteY6" fmla="*/ 958178 h 982498"/>
              <a:gd name="connsiteX7" fmla="*/ 345788 w 477264"/>
              <a:gd name="connsiteY7" fmla="*/ 982498 h 982498"/>
              <a:gd name="connsiteX8" fmla="*/ 321468 w 477264"/>
              <a:gd name="connsiteY8" fmla="*/ 958178 h 982498"/>
              <a:gd name="connsiteX9" fmla="*/ 345788 w 477264"/>
              <a:gd name="connsiteY9" fmla="*/ 933858 h 982498"/>
              <a:gd name="connsiteX10" fmla="*/ 238632 w 477264"/>
              <a:gd name="connsiteY10" fmla="*/ 933858 h 982498"/>
              <a:gd name="connsiteX11" fmla="*/ 262952 w 477264"/>
              <a:gd name="connsiteY11" fmla="*/ 958178 h 982498"/>
              <a:gd name="connsiteX12" fmla="*/ 238632 w 477264"/>
              <a:gd name="connsiteY12" fmla="*/ 982498 h 982498"/>
              <a:gd name="connsiteX13" fmla="*/ 214312 w 477264"/>
              <a:gd name="connsiteY13" fmla="*/ 958178 h 982498"/>
              <a:gd name="connsiteX14" fmla="*/ 238632 w 477264"/>
              <a:gd name="connsiteY14" fmla="*/ 933858 h 982498"/>
              <a:gd name="connsiteX15" fmla="*/ 131476 w 477264"/>
              <a:gd name="connsiteY15" fmla="*/ 933858 h 982498"/>
              <a:gd name="connsiteX16" fmla="*/ 155796 w 477264"/>
              <a:gd name="connsiteY16" fmla="*/ 958178 h 982498"/>
              <a:gd name="connsiteX17" fmla="*/ 131476 w 477264"/>
              <a:gd name="connsiteY17" fmla="*/ 982498 h 982498"/>
              <a:gd name="connsiteX18" fmla="*/ 107156 w 477264"/>
              <a:gd name="connsiteY18" fmla="*/ 958178 h 982498"/>
              <a:gd name="connsiteX19" fmla="*/ 131476 w 477264"/>
              <a:gd name="connsiteY19" fmla="*/ 933858 h 982498"/>
              <a:gd name="connsiteX20" fmla="*/ 24320 w 477264"/>
              <a:gd name="connsiteY20" fmla="*/ 933858 h 982498"/>
              <a:gd name="connsiteX21" fmla="*/ 48640 w 477264"/>
              <a:gd name="connsiteY21" fmla="*/ 958178 h 982498"/>
              <a:gd name="connsiteX22" fmla="*/ 24320 w 477264"/>
              <a:gd name="connsiteY22" fmla="*/ 982498 h 982498"/>
              <a:gd name="connsiteX23" fmla="*/ 0 w 477264"/>
              <a:gd name="connsiteY23" fmla="*/ 958178 h 982498"/>
              <a:gd name="connsiteX24" fmla="*/ 24320 w 477264"/>
              <a:gd name="connsiteY24" fmla="*/ 933858 h 982498"/>
              <a:gd name="connsiteX25" fmla="*/ 452944 w 477264"/>
              <a:gd name="connsiteY25" fmla="*/ 778215 h 982498"/>
              <a:gd name="connsiteX26" fmla="*/ 477264 w 477264"/>
              <a:gd name="connsiteY26" fmla="*/ 802535 h 982498"/>
              <a:gd name="connsiteX27" fmla="*/ 452944 w 477264"/>
              <a:gd name="connsiteY27" fmla="*/ 826855 h 982498"/>
              <a:gd name="connsiteX28" fmla="*/ 428624 w 477264"/>
              <a:gd name="connsiteY28" fmla="*/ 802535 h 982498"/>
              <a:gd name="connsiteX29" fmla="*/ 452944 w 477264"/>
              <a:gd name="connsiteY29" fmla="*/ 778215 h 982498"/>
              <a:gd name="connsiteX30" fmla="*/ 345788 w 477264"/>
              <a:gd name="connsiteY30" fmla="*/ 778215 h 982498"/>
              <a:gd name="connsiteX31" fmla="*/ 370108 w 477264"/>
              <a:gd name="connsiteY31" fmla="*/ 802535 h 982498"/>
              <a:gd name="connsiteX32" fmla="*/ 345788 w 477264"/>
              <a:gd name="connsiteY32" fmla="*/ 826855 h 982498"/>
              <a:gd name="connsiteX33" fmla="*/ 321468 w 477264"/>
              <a:gd name="connsiteY33" fmla="*/ 802535 h 982498"/>
              <a:gd name="connsiteX34" fmla="*/ 345788 w 477264"/>
              <a:gd name="connsiteY34" fmla="*/ 778215 h 982498"/>
              <a:gd name="connsiteX35" fmla="*/ 238632 w 477264"/>
              <a:gd name="connsiteY35" fmla="*/ 778215 h 982498"/>
              <a:gd name="connsiteX36" fmla="*/ 262952 w 477264"/>
              <a:gd name="connsiteY36" fmla="*/ 802535 h 982498"/>
              <a:gd name="connsiteX37" fmla="*/ 238632 w 477264"/>
              <a:gd name="connsiteY37" fmla="*/ 826855 h 982498"/>
              <a:gd name="connsiteX38" fmla="*/ 214312 w 477264"/>
              <a:gd name="connsiteY38" fmla="*/ 802535 h 982498"/>
              <a:gd name="connsiteX39" fmla="*/ 238632 w 477264"/>
              <a:gd name="connsiteY39" fmla="*/ 778215 h 982498"/>
              <a:gd name="connsiteX40" fmla="*/ 131476 w 477264"/>
              <a:gd name="connsiteY40" fmla="*/ 778215 h 982498"/>
              <a:gd name="connsiteX41" fmla="*/ 155796 w 477264"/>
              <a:gd name="connsiteY41" fmla="*/ 802535 h 982498"/>
              <a:gd name="connsiteX42" fmla="*/ 131476 w 477264"/>
              <a:gd name="connsiteY42" fmla="*/ 826855 h 982498"/>
              <a:gd name="connsiteX43" fmla="*/ 107156 w 477264"/>
              <a:gd name="connsiteY43" fmla="*/ 802535 h 982498"/>
              <a:gd name="connsiteX44" fmla="*/ 131476 w 477264"/>
              <a:gd name="connsiteY44" fmla="*/ 778215 h 982498"/>
              <a:gd name="connsiteX45" fmla="*/ 24320 w 477264"/>
              <a:gd name="connsiteY45" fmla="*/ 778215 h 982498"/>
              <a:gd name="connsiteX46" fmla="*/ 48640 w 477264"/>
              <a:gd name="connsiteY46" fmla="*/ 802535 h 982498"/>
              <a:gd name="connsiteX47" fmla="*/ 24320 w 477264"/>
              <a:gd name="connsiteY47" fmla="*/ 826855 h 982498"/>
              <a:gd name="connsiteX48" fmla="*/ 0 w 477264"/>
              <a:gd name="connsiteY48" fmla="*/ 802535 h 982498"/>
              <a:gd name="connsiteX49" fmla="*/ 24320 w 477264"/>
              <a:gd name="connsiteY49" fmla="*/ 778215 h 982498"/>
              <a:gd name="connsiteX50" fmla="*/ 452944 w 477264"/>
              <a:gd name="connsiteY50" fmla="*/ 622572 h 982498"/>
              <a:gd name="connsiteX51" fmla="*/ 477264 w 477264"/>
              <a:gd name="connsiteY51" fmla="*/ 646892 h 982498"/>
              <a:gd name="connsiteX52" fmla="*/ 452944 w 477264"/>
              <a:gd name="connsiteY52" fmla="*/ 671212 h 982498"/>
              <a:gd name="connsiteX53" fmla="*/ 428624 w 477264"/>
              <a:gd name="connsiteY53" fmla="*/ 646892 h 982498"/>
              <a:gd name="connsiteX54" fmla="*/ 452944 w 477264"/>
              <a:gd name="connsiteY54" fmla="*/ 622572 h 982498"/>
              <a:gd name="connsiteX55" fmla="*/ 345788 w 477264"/>
              <a:gd name="connsiteY55" fmla="*/ 622572 h 982498"/>
              <a:gd name="connsiteX56" fmla="*/ 370108 w 477264"/>
              <a:gd name="connsiteY56" fmla="*/ 646892 h 982498"/>
              <a:gd name="connsiteX57" fmla="*/ 345788 w 477264"/>
              <a:gd name="connsiteY57" fmla="*/ 671212 h 982498"/>
              <a:gd name="connsiteX58" fmla="*/ 321468 w 477264"/>
              <a:gd name="connsiteY58" fmla="*/ 646892 h 982498"/>
              <a:gd name="connsiteX59" fmla="*/ 345788 w 477264"/>
              <a:gd name="connsiteY59" fmla="*/ 622572 h 982498"/>
              <a:gd name="connsiteX60" fmla="*/ 238632 w 477264"/>
              <a:gd name="connsiteY60" fmla="*/ 622572 h 982498"/>
              <a:gd name="connsiteX61" fmla="*/ 262952 w 477264"/>
              <a:gd name="connsiteY61" fmla="*/ 646892 h 982498"/>
              <a:gd name="connsiteX62" fmla="*/ 238632 w 477264"/>
              <a:gd name="connsiteY62" fmla="*/ 671212 h 982498"/>
              <a:gd name="connsiteX63" fmla="*/ 214312 w 477264"/>
              <a:gd name="connsiteY63" fmla="*/ 646892 h 982498"/>
              <a:gd name="connsiteX64" fmla="*/ 238632 w 477264"/>
              <a:gd name="connsiteY64" fmla="*/ 622572 h 982498"/>
              <a:gd name="connsiteX65" fmla="*/ 131476 w 477264"/>
              <a:gd name="connsiteY65" fmla="*/ 622572 h 982498"/>
              <a:gd name="connsiteX66" fmla="*/ 155796 w 477264"/>
              <a:gd name="connsiteY66" fmla="*/ 646892 h 982498"/>
              <a:gd name="connsiteX67" fmla="*/ 131476 w 477264"/>
              <a:gd name="connsiteY67" fmla="*/ 671212 h 982498"/>
              <a:gd name="connsiteX68" fmla="*/ 107156 w 477264"/>
              <a:gd name="connsiteY68" fmla="*/ 646892 h 982498"/>
              <a:gd name="connsiteX69" fmla="*/ 131476 w 477264"/>
              <a:gd name="connsiteY69" fmla="*/ 622572 h 982498"/>
              <a:gd name="connsiteX70" fmla="*/ 24320 w 477264"/>
              <a:gd name="connsiteY70" fmla="*/ 622572 h 982498"/>
              <a:gd name="connsiteX71" fmla="*/ 48640 w 477264"/>
              <a:gd name="connsiteY71" fmla="*/ 646892 h 982498"/>
              <a:gd name="connsiteX72" fmla="*/ 24320 w 477264"/>
              <a:gd name="connsiteY72" fmla="*/ 671212 h 982498"/>
              <a:gd name="connsiteX73" fmla="*/ 0 w 477264"/>
              <a:gd name="connsiteY73" fmla="*/ 646892 h 982498"/>
              <a:gd name="connsiteX74" fmla="*/ 24320 w 477264"/>
              <a:gd name="connsiteY74" fmla="*/ 622572 h 982498"/>
              <a:gd name="connsiteX75" fmla="*/ 24320 w 477264"/>
              <a:gd name="connsiteY75" fmla="*/ 466929 h 982498"/>
              <a:gd name="connsiteX76" fmla="*/ 48640 w 477264"/>
              <a:gd name="connsiteY76" fmla="*/ 491249 h 982498"/>
              <a:gd name="connsiteX77" fmla="*/ 24320 w 477264"/>
              <a:gd name="connsiteY77" fmla="*/ 515569 h 982498"/>
              <a:gd name="connsiteX78" fmla="*/ 0 w 477264"/>
              <a:gd name="connsiteY78" fmla="*/ 491249 h 982498"/>
              <a:gd name="connsiteX79" fmla="*/ 24320 w 477264"/>
              <a:gd name="connsiteY79" fmla="*/ 466929 h 982498"/>
              <a:gd name="connsiteX80" fmla="*/ 131476 w 477264"/>
              <a:gd name="connsiteY80" fmla="*/ 466929 h 982498"/>
              <a:gd name="connsiteX81" fmla="*/ 155796 w 477264"/>
              <a:gd name="connsiteY81" fmla="*/ 491249 h 982498"/>
              <a:gd name="connsiteX82" fmla="*/ 131476 w 477264"/>
              <a:gd name="connsiteY82" fmla="*/ 515569 h 982498"/>
              <a:gd name="connsiteX83" fmla="*/ 107156 w 477264"/>
              <a:gd name="connsiteY83" fmla="*/ 491249 h 982498"/>
              <a:gd name="connsiteX84" fmla="*/ 131476 w 477264"/>
              <a:gd name="connsiteY84" fmla="*/ 466929 h 982498"/>
              <a:gd name="connsiteX85" fmla="*/ 238632 w 477264"/>
              <a:gd name="connsiteY85" fmla="*/ 466929 h 982498"/>
              <a:gd name="connsiteX86" fmla="*/ 262952 w 477264"/>
              <a:gd name="connsiteY86" fmla="*/ 491249 h 982498"/>
              <a:gd name="connsiteX87" fmla="*/ 238632 w 477264"/>
              <a:gd name="connsiteY87" fmla="*/ 515569 h 982498"/>
              <a:gd name="connsiteX88" fmla="*/ 214312 w 477264"/>
              <a:gd name="connsiteY88" fmla="*/ 491249 h 982498"/>
              <a:gd name="connsiteX89" fmla="*/ 238632 w 477264"/>
              <a:gd name="connsiteY89" fmla="*/ 466929 h 982498"/>
              <a:gd name="connsiteX90" fmla="*/ 345788 w 477264"/>
              <a:gd name="connsiteY90" fmla="*/ 466929 h 982498"/>
              <a:gd name="connsiteX91" fmla="*/ 370108 w 477264"/>
              <a:gd name="connsiteY91" fmla="*/ 491249 h 982498"/>
              <a:gd name="connsiteX92" fmla="*/ 345788 w 477264"/>
              <a:gd name="connsiteY92" fmla="*/ 515569 h 982498"/>
              <a:gd name="connsiteX93" fmla="*/ 321468 w 477264"/>
              <a:gd name="connsiteY93" fmla="*/ 491249 h 982498"/>
              <a:gd name="connsiteX94" fmla="*/ 345788 w 477264"/>
              <a:gd name="connsiteY94" fmla="*/ 466929 h 982498"/>
              <a:gd name="connsiteX95" fmla="*/ 452944 w 477264"/>
              <a:gd name="connsiteY95" fmla="*/ 466929 h 982498"/>
              <a:gd name="connsiteX96" fmla="*/ 477264 w 477264"/>
              <a:gd name="connsiteY96" fmla="*/ 491249 h 982498"/>
              <a:gd name="connsiteX97" fmla="*/ 452944 w 477264"/>
              <a:gd name="connsiteY97" fmla="*/ 515569 h 982498"/>
              <a:gd name="connsiteX98" fmla="*/ 428624 w 477264"/>
              <a:gd name="connsiteY98" fmla="*/ 491249 h 982498"/>
              <a:gd name="connsiteX99" fmla="*/ 452944 w 477264"/>
              <a:gd name="connsiteY99" fmla="*/ 466929 h 982498"/>
              <a:gd name="connsiteX100" fmla="*/ 24320 w 477264"/>
              <a:gd name="connsiteY100" fmla="*/ 311287 h 982498"/>
              <a:gd name="connsiteX101" fmla="*/ 48640 w 477264"/>
              <a:gd name="connsiteY101" fmla="*/ 335607 h 982498"/>
              <a:gd name="connsiteX102" fmla="*/ 24320 w 477264"/>
              <a:gd name="connsiteY102" fmla="*/ 359926 h 982498"/>
              <a:gd name="connsiteX103" fmla="*/ 0 w 477264"/>
              <a:gd name="connsiteY103" fmla="*/ 335607 h 982498"/>
              <a:gd name="connsiteX104" fmla="*/ 24320 w 477264"/>
              <a:gd name="connsiteY104" fmla="*/ 311287 h 982498"/>
              <a:gd name="connsiteX105" fmla="*/ 131476 w 477264"/>
              <a:gd name="connsiteY105" fmla="*/ 311286 h 982498"/>
              <a:gd name="connsiteX106" fmla="*/ 155796 w 477264"/>
              <a:gd name="connsiteY106" fmla="*/ 335606 h 982498"/>
              <a:gd name="connsiteX107" fmla="*/ 131476 w 477264"/>
              <a:gd name="connsiteY107" fmla="*/ 359926 h 982498"/>
              <a:gd name="connsiteX108" fmla="*/ 107156 w 477264"/>
              <a:gd name="connsiteY108" fmla="*/ 335606 h 982498"/>
              <a:gd name="connsiteX109" fmla="*/ 131476 w 477264"/>
              <a:gd name="connsiteY109" fmla="*/ 311286 h 982498"/>
              <a:gd name="connsiteX110" fmla="*/ 238632 w 477264"/>
              <a:gd name="connsiteY110" fmla="*/ 311286 h 982498"/>
              <a:gd name="connsiteX111" fmla="*/ 262952 w 477264"/>
              <a:gd name="connsiteY111" fmla="*/ 335606 h 982498"/>
              <a:gd name="connsiteX112" fmla="*/ 238632 w 477264"/>
              <a:gd name="connsiteY112" fmla="*/ 359926 h 982498"/>
              <a:gd name="connsiteX113" fmla="*/ 214312 w 477264"/>
              <a:gd name="connsiteY113" fmla="*/ 335606 h 982498"/>
              <a:gd name="connsiteX114" fmla="*/ 238632 w 477264"/>
              <a:gd name="connsiteY114" fmla="*/ 311286 h 982498"/>
              <a:gd name="connsiteX115" fmla="*/ 345788 w 477264"/>
              <a:gd name="connsiteY115" fmla="*/ 311286 h 982498"/>
              <a:gd name="connsiteX116" fmla="*/ 370108 w 477264"/>
              <a:gd name="connsiteY116" fmla="*/ 335606 h 982498"/>
              <a:gd name="connsiteX117" fmla="*/ 345788 w 477264"/>
              <a:gd name="connsiteY117" fmla="*/ 359926 h 982498"/>
              <a:gd name="connsiteX118" fmla="*/ 321468 w 477264"/>
              <a:gd name="connsiteY118" fmla="*/ 335606 h 982498"/>
              <a:gd name="connsiteX119" fmla="*/ 345788 w 477264"/>
              <a:gd name="connsiteY119" fmla="*/ 311286 h 982498"/>
              <a:gd name="connsiteX120" fmla="*/ 452944 w 477264"/>
              <a:gd name="connsiteY120" fmla="*/ 311286 h 982498"/>
              <a:gd name="connsiteX121" fmla="*/ 477264 w 477264"/>
              <a:gd name="connsiteY121" fmla="*/ 335606 h 982498"/>
              <a:gd name="connsiteX122" fmla="*/ 452944 w 477264"/>
              <a:gd name="connsiteY122" fmla="*/ 359926 h 982498"/>
              <a:gd name="connsiteX123" fmla="*/ 428624 w 477264"/>
              <a:gd name="connsiteY123" fmla="*/ 335606 h 982498"/>
              <a:gd name="connsiteX124" fmla="*/ 452944 w 477264"/>
              <a:gd name="connsiteY124" fmla="*/ 311286 h 982498"/>
              <a:gd name="connsiteX125" fmla="*/ 24320 w 477264"/>
              <a:gd name="connsiteY125" fmla="*/ 155643 h 982498"/>
              <a:gd name="connsiteX126" fmla="*/ 48640 w 477264"/>
              <a:gd name="connsiteY126" fmla="*/ 179963 h 982498"/>
              <a:gd name="connsiteX127" fmla="*/ 24320 w 477264"/>
              <a:gd name="connsiteY127" fmla="*/ 204283 h 982498"/>
              <a:gd name="connsiteX128" fmla="*/ 0 w 477264"/>
              <a:gd name="connsiteY128" fmla="*/ 179963 h 982498"/>
              <a:gd name="connsiteX129" fmla="*/ 24320 w 477264"/>
              <a:gd name="connsiteY129" fmla="*/ 155643 h 982498"/>
              <a:gd name="connsiteX130" fmla="*/ 131476 w 477264"/>
              <a:gd name="connsiteY130" fmla="*/ 155643 h 982498"/>
              <a:gd name="connsiteX131" fmla="*/ 155796 w 477264"/>
              <a:gd name="connsiteY131" fmla="*/ 179963 h 982498"/>
              <a:gd name="connsiteX132" fmla="*/ 131476 w 477264"/>
              <a:gd name="connsiteY132" fmla="*/ 204283 h 982498"/>
              <a:gd name="connsiteX133" fmla="*/ 107156 w 477264"/>
              <a:gd name="connsiteY133" fmla="*/ 179963 h 982498"/>
              <a:gd name="connsiteX134" fmla="*/ 131476 w 477264"/>
              <a:gd name="connsiteY134" fmla="*/ 155643 h 982498"/>
              <a:gd name="connsiteX135" fmla="*/ 238632 w 477264"/>
              <a:gd name="connsiteY135" fmla="*/ 155643 h 982498"/>
              <a:gd name="connsiteX136" fmla="*/ 262952 w 477264"/>
              <a:gd name="connsiteY136" fmla="*/ 179963 h 982498"/>
              <a:gd name="connsiteX137" fmla="*/ 238632 w 477264"/>
              <a:gd name="connsiteY137" fmla="*/ 204283 h 982498"/>
              <a:gd name="connsiteX138" fmla="*/ 214312 w 477264"/>
              <a:gd name="connsiteY138" fmla="*/ 179963 h 982498"/>
              <a:gd name="connsiteX139" fmla="*/ 238632 w 477264"/>
              <a:gd name="connsiteY139" fmla="*/ 155643 h 982498"/>
              <a:gd name="connsiteX140" fmla="*/ 345788 w 477264"/>
              <a:gd name="connsiteY140" fmla="*/ 155643 h 982498"/>
              <a:gd name="connsiteX141" fmla="*/ 370108 w 477264"/>
              <a:gd name="connsiteY141" fmla="*/ 179963 h 982498"/>
              <a:gd name="connsiteX142" fmla="*/ 345788 w 477264"/>
              <a:gd name="connsiteY142" fmla="*/ 204283 h 982498"/>
              <a:gd name="connsiteX143" fmla="*/ 321468 w 477264"/>
              <a:gd name="connsiteY143" fmla="*/ 179963 h 982498"/>
              <a:gd name="connsiteX144" fmla="*/ 345788 w 477264"/>
              <a:gd name="connsiteY144" fmla="*/ 155643 h 982498"/>
              <a:gd name="connsiteX145" fmla="*/ 452944 w 477264"/>
              <a:gd name="connsiteY145" fmla="*/ 155643 h 982498"/>
              <a:gd name="connsiteX146" fmla="*/ 477264 w 477264"/>
              <a:gd name="connsiteY146" fmla="*/ 179963 h 982498"/>
              <a:gd name="connsiteX147" fmla="*/ 452944 w 477264"/>
              <a:gd name="connsiteY147" fmla="*/ 204283 h 982498"/>
              <a:gd name="connsiteX148" fmla="*/ 428624 w 477264"/>
              <a:gd name="connsiteY148" fmla="*/ 179963 h 982498"/>
              <a:gd name="connsiteX149" fmla="*/ 452944 w 477264"/>
              <a:gd name="connsiteY149" fmla="*/ 155643 h 982498"/>
              <a:gd name="connsiteX150" fmla="*/ 452944 w 477264"/>
              <a:gd name="connsiteY150" fmla="*/ 0 h 982498"/>
              <a:gd name="connsiteX151" fmla="*/ 477264 w 477264"/>
              <a:gd name="connsiteY151" fmla="*/ 24320 h 982498"/>
              <a:gd name="connsiteX152" fmla="*/ 452944 w 477264"/>
              <a:gd name="connsiteY152" fmla="*/ 48640 h 982498"/>
              <a:gd name="connsiteX153" fmla="*/ 428624 w 477264"/>
              <a:gd name="connsiteY153" fmla="*/ 24320 h 982498"/>
              <a:gd name="connsiteX154" fmla="*/ 452944 w 477264"/>
              <a:gd name="connsiteY154" fmla="*/ 0 h 982498"/>
              <a:gd name="connsiteX155" fmla="*/ 345788 w 477264"/>
              <a:gd name="connsiteY155" fmla="*/ 0 h 982498"/>
              <a:gd name="connsiteX156" fmla="*/ 370108 w 477264"/>
              <a:gd name="connsiteY156" fmla="*/ 24320 h 982498"/>
              <a:gd name="connsiteX157" fmla="*/ 345788 w 477264"/>
              <a:gd name="connsiteY157" fmla="*/ 48640 h 982498"/>
              <a:gd name="connsiteX158" fmla="*/ 321468 w 477264"/>
              <a:gd name="connsiteY158" fmla="*/ 24320 h 982498"/>
              <a:gd name="connsiteX159" fmla="*/ 345788 w 477264"/>
              <a:gd name="connsiteY159" fmla="*/ 0 h 982498"/>
              <a:gd name="connsiteX160" fmla="*/ 238632 w 477264"/>
              <a:gd name="connsiteY160" fmla="*/ 0 h 982498"/>
              <a:gd name="connsiteX161" fmla="*/ 262952 w 477264"/>
              <a:gd name="connsiteY161" fmla="*/ 24320 h 982498"/>
              <a:gd name="connsiteX162" fmla="*/ 238632 w 477264"/>
              <a:gd name="connsiteY162" fmla="*/ 48640 h 982498"/>
              <a:gd name="connsiteX163" fmla="*/ 214312 w 477264"/>
              <a:gd name="connsiteY163" fmla="*/ 24320 h 982498"/>
              <a:gd name="connsiteX164" fmla="*/ 238632 w 477264"/>
              <a:gd name="connsiteY164" fmla="*/ 0 h 982498"/>
              <a:gd name="connsiteX165" fmla="*/ 131476 w 477264"/>
              <a:gd name="connsiteY165" fmla="*/ 0 h 982498"/>
              <a:gd name="connsiteX166" fmla="*/ 155796 w 477264"/>
              <a:gd name="connsiteY166" fmla="*/ 24320 h 982498"/>
              <a:gd name="connsiteX167" fmla="*/ 131476 w 477264"/>
              <a:gd name="connsiteY167" fmla="*/ 48640 h 982498"/>
              <a:gd name="connsiteX168" fmla="*/ 107156 w 477264"/>
              <a:gd name="connsiteY168" fmla="*/ 24320 h 982498"/>
              <a:gd name="connsiteX169" fmla="*/ 131476 w 477264"/>
              <a:gd name="connsiteY169" fmla="*/ 0 h 982498"/>
              <a:gd name="connsiteX170" fmla="*/ 24320 w 477264"/>
              <a:gd name="connsiteY170" fmla="*/ 0 h 982498"/>
              <a:gd name="connsiteX171" fmla="*/ 48640 w 477264"/>
              <a:gd name="connsiteY171" fmla="*/ 24320 h 982498"/>
              <a:gd name="connsiteX172" fmla="*/ 24320 w 477264"/>
              <a:gd name="connsiteY172" fmla="*/ 48640 h 982498"/>
              <a:gd name="connsiteX173" fmla="*/ 0 w 477264"/>
              <a:gd name="connsiteY173" fmla="*/ 24320 h 982498"/>
              <a:gd name="connsiteX174" fmla="*/ 24320 w 477264"/>
              <a:gd name="connsiteY174" fmla="*/ 0 h 9824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Lst>
            <a:rect l="l" t="t" r="r" b="b"/>
            <a:pathLst>
              <a:path w="477264" h="982498">
                <a:moveTo>
                  <a:pt x="452944" y="933858"/>
                </a:moveTo>
                <a:cubicBezTo>
                  <a:pt x="466376" y="933858"/>
                  <a:pt x="477264" y="944746"/>
                  <a:pt x="477264" y="958178"/>
                </a:cubicBezTo>
                <a:cubicBezTo>
                  <a:pt x="477264" y="971610"/>
                  <a:pt x="466376" y="982498"/>
                  <a:pt x="452944" y="982498"/>
                </a:cubicBezTo>
                <a:cubicBezTo>
                  <a:pt x="439512" y="982498"/>
                  <a:pt x="428624" y="971610"/>
                  <a:pt x="428624" y="958178"/>
                </a:cubicBezTo>
                <a:cubicBezTo>
                  <a:pt x="428624" y="944746"/>
                  <a:pt x="439512" y="933858"/>
                  <a:pt x="452944" y="933858"/>
                </a:cubicBezTo>
                <a:close/>
                <a:moveTo>
                  <a:pt x="345788" y="933858"/>
                </a:moveTo>
                <a:cubicBezTo>
                  <a:pt x="359220" y="933858"/>
                  <a:pt x="370108" y="944746"/>
                  <a:pt x="370108" y="958178"/>
                </a:cubicBezTo>
                <a:cubicBezTo>
                  <a:pt x="370108" y="971610"/>
                  <a:pt x="359220" y="982498"/>
                  <a:pt x="345788" y="982498"/>
                </a:cubicBezTo>
                <a:cubicBezTo>
                  <a:pt x="332356" y="982498"/>
                  <a:pt x="321468" y="971610"/>
                  <a:pt x="321468" y="958178"/>
                </a:cubicBezTo>
                <a:cubicBezTo>
                  <a:pt x="321468" y="944746"/>
                  <a:pt x="332356" y="933858"/>
                  <a:pt x="345788" y="933858"/>
                </a:cubicBezTo>
                <a:close/>
                <a:moveTo>
                  <a:pt x="238632" y="933858"/>
                </a:moveTo>
                <a:cubicBezTo>
                  <a:pt x="252064" y="933858"/>
                  <a:pt x="262952" y="944746"/>
                  <a:pt x="262952" y="958178"/>
                </a:cubicBezTo>
                <a:cubicBezTo>
                  <a:pt x="262952" y="971610"/>
                  <a:pt x="252064" y="982498"/>
                  <a:pt x="238632" y="982498"/>
                </a:cubicBezTo>
                <a:cubicBezTo>
                  <a:pt x="225200" y="982498"/>
                  <a:pt x="214312" y="971610"/>
                  <a:pt x="214312" y="958178"/>
                </a:cubicBezTo>
                <a:cubicBezTo>
                  <a:pt x="214312" y="944746"/>
                  <a:pt x="225200" y="933858"/>
                  <a:pt x="238632" y="933858"/>
                </a:cubicBezTo>
                <a:close/>
                <a:moveTo>
                  <a:pt x="131476" y="933858"/>
                </a:moveTo>
                <a:cubicBezTo>
                  <a:pt x="144908" y="933858"/>
                  <a:pt x="155796" y="944746"/>
                  <a:pt x="155796" y="958178"/>
                </a:cubicBezTo>
                <a:cubicBezTo>
                  <a:pt x="155796" y="971610"/>
                  <a:pt x="144908" y="982498"/>
                  <a:pt x="131476" y="982498"/>
                </a:cubicBezTo>
                <a:cubicBezTo>
                  <a:pt x="118044" y="982498"/>
                  <a:pt x="107156" y="971610"/>
                  <a:pt x="107156" y="958178"/>
                </a:cubicBezTo>
                <a:cubicBezTo>
                  <a:pt x="107156" y="944746"/>
                  <a:pt x="118044" y="933858"/>
                  <a:pt x="131476" y="933858"/>
                </a:cubicBezTo>
                <a:close/>
                <a:moveTo>
                  <a:pt x="24320" y="933858"/>
                </a:moveTo>
                <a:cubicBezTo>
                  <a:pt x="37752" y="933858"/>
                  <a:pt x="48640" y="944746"/>
                  <a:pt x="48640" y="958178"/>
                </a:cubicBezTo>
                <a:cubicBezTo>
                  <a:pt x="48640" y="971610"/>
                  <a:pt x="37752" y="982498"/>
                  <a:pt x="24320" y="982498"/>
                </a:cubicBezTo>
                <a:cubicBezTo>
                  <a:pt x="10888" y="982498"/>
                  <a:pt x="0" y="971610"/>
                  <a:pt x="0" y="958178"/>
                </a:cubicBezTo>
                <a:cubicBezTo>
                  <a:pt x="0" y="944746"/>
                  <a:pt x="10888" y="933858"/>
                  <a:pt x="24320" y="933858"/>
                </a:cubicBezTo>
                <a:close/>
                <a:moveTo>
                  <a:pt x="452944" y="778215"/>
                </a:moveTo>
                <a:cubicBezTo>
                  <a:pt x="466376" y="778215"/>
                  <a:pt x="477264" y="789103"/>
                  <a:pt x="477264" y="802535"/>
                </a:cubicBezTo>
                <a:cubicBezTo>
                  <a:pt x="477264" y="815967"/>
                  <a:pt x="466376" y="826855"/>
                  <a:pt x="452944" y="826855"/>
                </a:cubicBezTo>
                <a:cubicBezTo>
                  <a:pt x="439512" y="826855"/>
                  <a:pt x="428624" y="815967"/>
                  <a:pt x="428624" y="802535"/>
                </a:cubicBezTo>
                <a:cubicBezTo>
                  <a:pt x="428624" y="789103"/>
                  <a:pt x="439512" y="778215"/>
                  <a:pt x="452944" y="778215"/>
                </a:cubicBezTo>
                <a:close/>
                <a:moveTo>
                  <a:pt x="345788" y="778215"/>
                </a:moveTo>
                <a:cubicBezTo>
                  <a:pt x="359220" y="778215"/>
                  <a:pt x="370108" y="789103"/>
                  <a:pt x="370108" y="802535"/>
                </a:cubicBezTo>
                <a:cubicBezTo>
                  <a:pt x="370108" y="815967"/>
                  <a:pt x="359220" y="826855"/>
                  <a:pt x="345788" y="826855"/>
                </a:cubicBezTo>
                <a:cubicBezTo>
                  <a:pt x="332356" y="826855"/>
                  <a:pt x="321468" y="815967"/>
                  <a:pt x="321468" y="802535"/>
                </a:cubicBezTo>
                <a:cubicBezTo>
                  <a:pt x="321468" y="789103"/>
                  <a:pt x="332356" y="778215"/>
                  <a:pt x="345788" y="778215"/>
                </a:cubicBezTo>
                <a:close/>
                <a:moveTo>
                  <a:pt x="238632" y="778215"/>
                </a:moveTo>
                <a:cubicBezTo>
                  <a:pt x="252064" y="778215"/>
                  <a:pt x="262952" y="789103"/>
                  <a:pt x="262952" y="802535"/>
                </a:cubicBezTo>
                <a:cubicBezTo>
                  <a:pt x="262952" y="815967"/>
                  <a:pt x="252064" y="826855"/>
                  <a:pt x="238632" y="826855"/>
                </a:cubicBezTo>
                <a:cubicBezTo>
                  <a:pt x="225200" y="826855"/>
                  <a:pt x="214312" y="815967"/>
                  <a:pt x="214312" y="802535"/>
                </a:cubicBezTo>
                <a:cubicBezTo>
                  <a:pt x="214312" y="789103"/>
                  <a:pt x="225200" y="778215"/>
                  <a:pt x="238632" y="778215"/>
                </a:cubicBezTo>
                <a:close/>
                <a:moveTo>
                  <a:pt x="131476" y="778215"/>
                </a:moveTo>
                <a:cubicBezTo>
                  <a:pt x="144908" y="778215"/>
                  <a:pt x="155796" y="789103"/>
                  <a:pt x="155796" y="802535"/>
                </a:cubicBezTo>
                <a:cubicBezTo>
                  <a:pt x="155796" y="815967"/>
                  <a:pt x="144908" y="826855"/>
                  <a:pt x="131476" y="826855"/>
                </a:cubicBezTo>
                <a:cubicBezTo>
                  <a:pt x="118044" y="826855"/>
                  <a:pt x="107156" y="815967"/>
                  <a:pt x="107156" y="802535"/>
                </a:cubicBezTo>
                <a:cubicBezTo>
                  <a:pt x="107156" y="789103"/>
                  <a:pt x="118044" y="778215"/>
                  <a:pt x="131476" y="778215"/>
                </a:cubicBezTo>
                <a:close/>
                <a:moveTo>
                  <a:pt x="24320" y="778215"/>
                </a:moveTo>
                <a:cubicBezTo>
                  <a:pt x="37752" y="778215"/>
                  <a:pt x="48640" y="789103"/>
                  <a:pt x="48640" y="802535"/>
                </a:cubicBezTo>
                <a:cubicBezTo>
                  <a:pt x="48640" y="815967"/>
                  <a:pt x="37752" y="826855"/>
                  <a:pt x="24320" y="826855"/>
                </a:cubicBezTo>
                <a:cubicBezTo>
                  <a:pt x="10888" y="826855"/>
                  <a:pt x="0" y="815967"/>
                  <a:pt x="0" y="802535"/>
                </a:cubicBezTo>
                <a:cubicBezTo>
                  <a:pt x="0" y="789103"/>
                  <a:pt x="10888" y="778215"/>
                  <a:pt x="24320" y="778215"/>
                </a:cubicBezTo>
                <a:close/>
                <a:moveTo>
                  <a:pt x="452944" y="622572"/>
                </a:moveTo>
                <a:cubicBezTo>
                  <a:pt x="466376" y="622572"/>
                  <a:pt x="477264" y="633460"/>
                  <a:pt x="477264" y="646892"/>
                </a:cubicBezTo>
                <a:cubicBezTo>
                  <a:pt x="477264" y="660324"/>
                  <a:pt x="466376" y="671212"/>
                  <a:pt x="452944" y="671212"/>
                </a:cubicBezTo>
                <a:cubicBezTo>
                  <a:pt x="439512" y="671212"/>
                  <a:pt x="428624" y="660324"/>
                  <a:pt x="428624" y="646892"/>
                </a:cubicBezTo>
                <a:cubicBezTo>
                  <a:pt x="428624" y="633460"/>
                  <a:pt x="439512" y="622572"/>
                  <a:pt x="452944" y="622572"/>
                </a:cubicBezTo>
                <a:close/>
                <a:moveTo>
                  <a:pt x="345788" y="622572"/>
                </a:moveTo>
                <a:cubicBezTo>
                  <a:pt x="359220" y="622572"/>
                  <a:pt x="370108" y="633460"/>
                  <a:pt x="370108" y="646892"/>
                </a:cubicBezTo>
                <a:cubicBezTo>
                  <a:pt x="370108" y="660324"/>
                  <a:pt x="359220" y="671212"/>
                  <a:pt x="345788" y="671212"/>
                </a:cubicBezTo>
                <a:cubicBezTo>
                  <a:pt x="332356" y="671212"/>
                  <a:pt x="321468" y="660324"/>
                  <a:pt x="321468" y="646892"/>
                </a:cubicBezTo>
                <a:cubicBezTo>
                  <a:pt x="321468" y="633460"/>
                  <a:pt x="332356" y="622572"/>
                  <a:pt x="345788" y="622572"/>
                </a:cubicBezTo>
                <a:close/>
                <a:moveTo>
                  <a:pt x="238632" y="622572"/>
                </a:moveTo>
                <a:cubicBezTo>
                  <a:pt x="252064" y="622572"/>
                  <a:pt x="262952" y="633460"/>
                  <a:pt x="262952" y="646892"/>
                </a:cubicBezTo>
                <a:cubicBezTo>
                  <a:pt x="262952" y="660324"/>
                  <a:pt x="252064" y="671212"/>
                  <a:pt x="238632" y="671212"/>
                </a:cubicBezTo>
                <a:cubicBezTo>
                  <a:pt x="225200" y="671212"/>
                  <a:pt x="214312" y="660324"/>
                  <a:pt x="214312" y="646892"/>
                </a:cubicBezTo>
                <a:cubicBezTo>
                  <a:pt x="214312" y="633460"/>
                  <a:pt x="225200" y="622572"/>
                  <a:pt x="238632" y="622572"/>
                </a:cubicBezTo>
                <a:close/>
                <a:moveTo>
                  <a:pt x="131476" y="622572"/>
                </a:moveTo>
                <a:cubicBezTo>
                  <a:pt x="144908" y="622572"/>
                  <a:pt x="155796" y="633460"/>
                  <a:pt x="155796" y="646892"/>
                </a:cubicBezTo>
                <a:cubicBezTo>
                  <a:pt x="155796" y="660324"/>
                  <a:pt x="144908" y="671212"/>
                  <a:pt x="131476" y="671212"/>
                </a:cubicBezTo>
                <a:cubicBezTo>
                  <a:pt x="118044" y="671212"/>
                  <a:pt x="107156" y="660324"/>
                  <a:pt x="107156" y="646892"/>
                </a:cubicBezTo>
                <a:cubicBezTo>
                  <a:pt x="107156" y="633460"/>
                  <a:pt x="118044" y="622572"/>
                  <a:pt x="131476" y="622572"/>
                </a:cubicBezTo>
                <a:close/>
                <a:moveTo>
                  <a:pt x="24320" y="622572"/>
                </a:moveTo>
                <a:cubicBezTo>
                  <a:pt x="37752" y="622572"/>
                  <a:pt x="48640" y="633460"/>
                  <a:pt x="48640" y="646892"/>
                </a:cubicBezTo>
                <a:cubicBezTo>
                  <a:pt x="48640" y="660324"/>
                  <a:pt x="37752" y="671212"/>
                  <a:pt x="24320" y="671212"/>
                </a:cubicBezTo>
                <a:cubicBezTo>
                  <a:pt x="10888" y="671212"/>
                  <a:pt x="0" y="660324"/>
                  <a:pt x="0" y="646892"/>
                </a:cubicBezTo>
                <a:cubicBezTo>
                  <a:pt x="0" y="633460"/>
                  <a:pt x="10888" y="622572"/>
                  <a:pt x="24320" y="622572"/>
                </a:cubicBezTo>
                <a:close/>
                <a:moveTo>
                  <a:pt x="24320" y="466929"/>
                </a:moveTo>
                <a:cubicBezTo>
                  <a:pt x="37752" y="466929"/>
                  <a:pt x="48640" y="477817"/>
                  <a:pt x="48640" y="491249"/>
                </a:cubicBezTo>
                <a:cubicBezTo>
                  <a:pt x="48640" y="504681"/>
                  <a:pt x="37752" y="515569"/>
                  <a:pt x="24320" y="515569"/>
                </a:cubicBezTo>
                <a:cubicBezTo>
                  <a:pt x="10888" y="515569"/>
                  <a:pt x="0" y="504681"/>
                  <a:pt x="0" y="491249"/>
                </a:cubicBezTo>
                <a:cubicBezTo>
                  <a:pt x="0" y="477817"/>
                  <a:pt x="10888" y="466929"/>
                  <a:pt x="24320" y="466929"/>
                </a:cubicBezTo>
                <a:close/>
                <a:moveTo>
                  <a:pt x="131476" y="466929"/>
                </a:moveTo>
                <a:cubicBezTo>
                  <a:pt x="144908" y="466929"/>
                  <a:pt x="155796" y="477817"/>
                  <a:pt x="155796" y="491249"/>
                </a:cubicBezTo>
                <a:cubicBezTo>
                  <a:pt x="155796" y="504681"/>
                  <a:pt x="144908" y="515569"/>
                  <a:pt x="131476" y="515569"/>
                </a:cubicBezTo>
                <a:cubicBezTo>
                  <a:pt x="118044" y="515569"/>
                  <a:pt x="107156" y="504681"/>
                  <a:pt x="107156" y="491249"/>
                </a:cubicBezTo>
                <a:cubicBezTo>
                  <a:pt x="107156" y="477817"/>
                  <a:pt x="118044" y="466929"/>
                  <a:pt x="131476" y="466929"/>
                </a:cubicBezTo>
                <a:close/>
                <a:moveTo>
                  <a:pt x="238632" y="466929"/>
                </a:moveTo>
                <a:cubicBezTo>
                  <a:pt x="252064" y="466929"/>
                  <a:pt x="262952" y="477817"/>
                  <a:pt x="262952" y="491249"/>
                </a:cubicBezTo>
                <a:cubicBezTo>
                  <a:pt x="262952" y="504681"/>
                  <a:pt x="252064" y="515569"/>
                  <a:pt x="238632" y="515569"/>
                </a:cubicBezTo>
                <a:cubicBezTo>
                  <a:pt x="225200" y="515569"/>
                  <a:pt x="214312" y="504681"/>
                  <a:pt x="214312" y="491249"/>
                </a:cubicBezTo>
                <a:cubicBezTo>
                  <a:pt x="214312" y="477817"/>
                  <a:pt x="225200" y="466929"/>
                  <a:pt x="238632" y="466929"/>
                </a:cubicBezTo>
                <a:close/>
                <a:moveTo>
                  <a:pt x="345788" y="466929"/>
                </a:moveTo>
                <a:cubicBezTo>
                  <a:pt x="359220" y="466929"/>
                  <a:pt x="370108" y="477817"/>
                  <a:pt x="370108" y="491249"/>
                </a:cubicBezTo>
                <a:cubicBezTo>
                  <a:pt x="370108" y="504681"/>
                  <a:pt x="359220" y="515569"/>
                  <a:pt x="345788" y="515569"/>
                </a:cubicBezTo>
                <a:cubicBezTo>
                  <a:pt x="332356" y="515569"/>
                  <a:pt x="321468" y="504681"/>
                  <a:pt x="321468" y="491249"/>
                </a:cubicBezTo>
                <a:cubicBezTo>
                  <a:pt x="321468" y="477817"/>
                  <a:pt x="332356" y="466929"/>
                  <a:pt x="345788" y="466929"/>
                </a:cubicBezTo>
                <a:close/>
                <a:moveTo>
                  <a:pt x="452944" y="466929"/>
                </a:moveTo>
                <a:cubicBezTo>
                  <a:pt x="466376" y="466929"/>
                  <a:pt x="477264" y="477817"/>
                  <a:pt x="477264" y="491249"/>
                </a:cubicBezTo>
                <a:cubicBezTo>
                  <a:pt x="477264" y="504681"/>
                  <a:pt x="466376" y="515569"/>
                  <a:pt x="452944" y="515569"/>
                </a:cubicBezTo>
                <a:cubicBezTo>
                  <a:pt x="439512" y="515569"/>
                  <a:pt x="428624" y="504681"/>
                  <a:pt x="428624" y="491249"/>
                </a:cubicBezTo>
                <a:cubicBezTo>
                  <a:pt x="428624" y="477817"/>
                  <a:pt x="439512" y="466929"/>
                  <a:pt x="452944" y="466929"/>
                </a:cubicBezTo>
                <a:close/>
                <a:moveTo>
                  <a:pt x="24320" y="311287"/>
                </a:moveTo>
                <a:cubicBezTo>
                  <a:pt x="37752" y="311287"/>
                  <a:pt x="48640" y="322175"/>
                  <a:pt x="48640" y="335607"/>
                </a:cubicBezTo>
                <a:cubicBezTo>
                  <a:pt x="48640" y="349038"/>
                  <a:pt x="37752" y="359926"/>
                  <a:pt x="24320" y="359926"/>
                </a:cubicBezTo>
                <a:cubicBezTo>
                  <a:pt x="10888" y="359926"/>
                  <a:pt x="0" y="349038"/>
                  <a:pt x="0" y="335607"/>
                </a:cubicBezTo>
                <a:cubicBezTo>
                  <a:pt x="0" y="322175"/>
                  <a:pt x="10888" y="311287"/>
                  <a:pt x="24320" y="311287"/>
                </a:cubicBezTo>
                <a:close/>
                <a:moveTo>
                  <a:pt x="131476" y="311286"/>
                </a:moveTo>
                <a:cubicBezTo>
                  <a:pt x="144908" y="311286"/>
                  <a:pt x="155796" y="322174"/>
                  <a:pt x="155796" y="335606"/>
                </a:cubicBezTo>
                <a:cubicBezTo>
                  <a:pt x="155796" y="349038"/>
                  <a:pt x="144908" y="359926"/>
                  <a:pt x="131476" y="359926"/>
                </a:cubicBezTo>
                <a:cubicBezTo>
                  <a:pt x="118044" y="359926"/>
                  <a:pt x="107156" y="349038"/>
                  <a:pt x="107156" y="335606"/>
                </a:cubicBezTo>
                <a:cubicBezTo>
                  <a:pt x="107156" y="322174"/>
                  <a:pt x="118044" y="311286"/>
                  <a:pt x="131476" y="311286"/>
                </a:cubicBezTo>
                <a:close/>
                <a:moveTo>
                  <a:pt x="238632" y="311286"/>
                </a:moveTo>
                <a:cubicBezTo>
                  <a:pt x="252064" y="311286"/>
                  <a:pt x="262952" y="322174"/>
                  <a:pt x="262952" y="335606"/>
                </a:cubicBezTo>
                <a:cubicBezTo>
                  <a:pt x="262952" y="349038"/>
                  <a:pt x="252064" y="359926"/>
                  <a:pt x="238632" y="359926"/>
                </a:cubicBezTo>
                <a:cubicBezTo>
                  <a:pt x="225200" y="359926"/>
                  <a:pt x="214312" y="349038"/>
                  <a:pt x="214312" y="335606"/>
                </a:cubicBezTo>
                <a:cubicBezTo>
                  <a:pt x="214312" y="322174"/>
                  <a:pt x="225200" y="311286"/>
                  <a:pt x="238632" y="311286"/>
                </a:cubicBezTo>
                <a:close/>
                <a:moveTo>
                  <a:pt x="345788" y="311286"/>
                </a:moveTo>
                <a:cubicBezTo>
                  <a:pt x="359220" y="311286"/>
                  <a:pt x="370108" y="322174"/>
                  <a:pt x="370108" y="335606"/>
                </a:cubicBezTo>
                <a:cubicBezTo>
                  <a:pt x="370108" y="349038"/>
                  <a:pt x="359220" y="359926"/>
                  <a:pt x="345788" y="359926"/>
                </a:cubicBezTo>
                <a:cubicBezTo>
                  <a:pt x="332356" y="359926"/>
                  <a:pt x="321468" y="349038"/>
                  <a:pt x="321468" y="335606"/>
                </a:cubicBezTo>
                <a:cubicBezTo>
                  <a:pt x="321468" y="322174"/>
                  <a:pt x="332356" y="311286"/>
                  <a:pt x="345788" y="311286"/>
                </a:cubicBezTo>
                <a:close/>
                <a:moveTo>
                  <a:pt x="452944" y="311286"/>
                </a:moveTo>
                <a:cubicBezTo>
                  <a:pt x="466376" y="311286"/>
                  <a:pt x="477264" y="322174"/>
                  <a:pt x="477264" y="335606"/>
                </a:cubicBezTo>
                <a:cubicBezTo>
                  <a:pt x="477264" y="349038"/>
                  <a:pt x="466376" y="359926"/>
                  <a:pt x="452944" y="359926"/>
                </a:cubicBezTo>
                <a:cubicBezTo>
                  <a:pt x="439512" y="359926"/>
                  <a:pt x="428624" y="349038"/>
                  <a:pt x="428624" y="335606"/>
                </a:cubicBezTo>
                <a:cubicBezTo>
                  <a:pt x="428624" y="322174"/>
                  <a:pt x="439512" y="311286"/>
                  <a:pt x="452944" y="311286"/>
                </a:cubicBezTo>
                <a:close/>
                <a:moveTo>
                  <a:pt x="24320" y="155643"/>
                </a:moveTo>
                <a:cubicBezTo>
                  <a:pt x="37752" y="155643"/>
                  <a:pt x="48640" y="166531"/>
                  <a:pt x="48640" y="179963"/>
                </a:cubicBezTo>
                <a:cubicBezTo>
                  <a:pt x="48640" y="193395"/>
                  <a:pt x="37752" y="204283"/>
                  <a:pt x="24320" y="204283"/>
                </a:cubicBezTo>
                <a:cubicBezTo>
                  <a:pt x="10888" y="204283"/>
                  <a:pt x="0" y="193395"/>
                  <a:pt x="0" y="179963"/>
                </a:cubicBezTo>
                <a:cubicBezTo>
                  <a:pt x="0" y="166531"/>
                  <a:pt x="10888" y="155643"/>
                  <a:pt x="24320" y="155643"/>
                </a:cubicBezTo>
                <a:close/>
                <a:moveTo>
                  <a:pt x="131476" y="155643"/>
                </a:moveTo>
                <a:cubicBezTo>
                  <a:pt x="144908" y="155643"/>
                  <a:pt x="155796" y="166531"/>
                  <a:pt x="155796" y="179963"/>
                </a:cubicBezTo>
                <a:cubicBezTo>
                  <a:pt x="155796" y="193395"/>
                  <a:pt x="144908" y="204283"/>
                  <a:pt x="131476" y="204283"/>
                </a:cubicBezTo>
                <a:cubicBezTo>
                  <a:pt x="118044" y="204283"/>
                  <a:pt x="107156" y="193395"/>
                  <a:pt x="107156" y="179963"/>
                </a:cubicBezTo>
                <a:cubicBezTo>
                  <a:pt x="107156" y="166531"/>
                  <a:pt x="118044" y="155643"/>
                  <a:pt x="131476" y="155643"/>
                </a:cubicBezTo>
                <a:close/>
                <a:moveTo>
                  <a:pt x="238632" y="155643"/>
                </a:moveTo>
                <a:cubicBezTo>
                  <a:pt x="252064" y="155643"/>
                  <a:pt x="262952" y="166531"/>
                  <a:pt x="262952" y="179963"/>
                </a:cubicBezTo>
                <a:cubicBezTo>
                  <a:pt x="262952" y="193395"/>
                  <a:pt x="252064" y="204283"/>
                  <a:pt x="238632" y="204283"/>
                </a:cubicBezTo>
                <a:cubicBezTo>
                  <a:pt x="225200" y="204283"/>
                  <a:pt x="214312" y="193395"/>
                  <a:pt x="214312" y="179963"/>
                </a:cubicBezTo>
                <a:cubicBezTo>
                  <a:pt x="214312" y="166531"/>
                  <a:pt x="225200" y="155643"/>
                  <a:pt x="238632" y="155643"/>
                </a:cubicBezTo>
                <a:close/>
                <a:moveTo>
                  <a:pt x="345788" y="155643"/>
                </a:moveTo>
                <a:cubicBezTo>
                  <a:pt x="359220" y="155643"/>
                  <a:pt x="370108" y="166531"/>
                  <a:pt x="370108" y="179963"/>
                </a:cubicBezTo>
                <a:cubicBezTo>
                  <a:pt x="370108" y="193395"/>
                  <a:pt x="359220" y="204283"/>
                  <a:pt x="345788" y="204283"/>
                </a:cubicBezTo>
                <a:cubicBezTo>
                  <a:pt x="332356" y="204283"/>
                  <a:pt x="321468" y="193395"/>
                  <a:pt x="321468" y="179963"/>
                </a:cubicBezTo>
                <a:cubicBezTo>
                  <a:pt x="321468" y="166531"/>
                  <a:pt x="332356" y="155643"/>
                  <a:pt x="345788" y="155643"/>
                </a:cubicBezTo>
                <a:close/>
                <a:moveTo>
                  <a:pt x="452944" y="155643"/>
                </a:moveTo>
                <a:cubicBezTo>
                  <a:pt x="466376" y="155643"/>
                  <a:pt x="477264" y="166531"/>
                  <a:pt x="477264" y="179963"/>
                </a:cubicBezTo>
                <a:cubicBezTo>
                  <a:pt x="477264" y="193395"/>
                  <a:pt x="466376" y="204283"/>
                  <a:pt x="452944" y="204283"/>
                </a:cubicBezTo>
                <a:cubicBezTo>
                  <a:pt x="439512" y="204283"/>
                  <a:pt x="428624" y="193395"/>
                  <a:pt x="428624" y="179963"/>
                </a:cubicBezTo>
                <a:cubicBezTo>
                  <a:pt x="428624" y="166531"/>
                  <a:pt x="439512" y="155643"/>
                  <a:pt x="452944" y="155643"/>
                </a:cubicBezTo>
                <a:close/>
                <a:moveTo>
                  <a:pt x="452944" y="0"/>
                </a:moveTo>
                <a:cubicBezTo>
                  <a:pt x="466376" y="0"/>
                  <a:pt x="477264" y="10888"/>
                  <a:pt x="477264" y="24320"/>
                </a:cubicBezTo>
                <a:cubicBezTo>
                  <a:pt x="477264" y="37752"/>
                  <a:pt x="466376" y="48640"/>
                  <a:pt x="452944" y="48640"/>
                </a:cubicBezTo>
                <a:cubicBezTo>
                  <a:pt x="439512" y="48640"/>
                  <a:pt x="428624" y="37752"/>
                  <a:pt x="428624" y="24320"/>
                </a:cubicBezTo>
                <a:cubicBezTo>
                  <a:pt x="428624" y="10888"/>
                  <a:pt x="439512" y="0"/>
                  <a:pt x="452944" y="0"/>
                </a:cubicBezTo>
                <a:close/>
                <a:moveTo>
                  <a:pt x="345788" y="0"/>
                </a:moveTo>
                <a:cubicBezTo>
                  <a:pt x="359220" y="0"/>
                  <a:pt x="370108" y="10888"/>
                  <a:pt x="370108" y="24320"/>
                </a:cubicBezTo>
                <a:cubicBezTo>
                  <a:pt x="370108" y="37752"/>
                  <a:pt x="359220" y="48640"/>
                  <a:pt x="345788" y="48640"/>
                </a:cubicBezTo>
                <a:cubicBezTo>
                  <a:pt x="332356" y="48640"/>
                  <a:pt x="321468" y="37752"/>
                  <a:pt x="321468" y="24320"/>
                </a:cubicBezTo>
                <a:cubicBezTo>
                  <a:pt x="321468" y="10888"/>
                  <a:pt x="332356" y="0"/>
                  <a:pt x="345788" y="0"/>
                </a:cubicBezTo>
                <a:close/>
                <a:moveTo>
                  <a:pt x="238632" y="0"/>
                </a:moveTo>
                <a:cubicBezTo>
                  <a:pt x="252064" y="0"/>
                  <a:pt x="262952" y="10888"/>
                  <a:pt x="262952" y="24320"/>
                </a:cubicBezTo>
                <a:cubicBezTo>
                  <a:pt x="262952" y="37752"/>
                  <a:pt x="252064" y="48640"/>
                  <a:pt x="238632" y="48640"/>
                </a:cubicBezTo>
                <a:cubicBezTo>
                  <a:pt x="225200" y="48640"/>
                  <a:pt x="214312" y="37752"/>
                  <a:pt x="214312" y="24320"/>
                </a:cubicBezTo>
                <a:cubicBezTo>
                  <a:pt x="214312" y="10888"/>
                  <a:pt x="225200" y="0"/>
                  <a:pt x="238632" y="0"/>
                </a:cubicBezTo>
                <a:close/>
                <a:moveTo>
                  <a:pt x="131476" y="0"/>
                </a:moveTo>
                <a:cubicBezTo>
                  <a:pt x="144908" y="0"/>
                  <a:pt x="155796" y="10888"/>
                  <a:pt x="155796" y="24320"/>
                </a:cubicBezTo>
                <a:cubicBezTo>
                  <a:pt x="155796" y="37752"/>
                  <a:pt x="144908" y="48640"/>
                  <a:pt x="131476" y="48640"/>
                </a:cubicBezTo>
                <a:cubicBezTo>
                  <a:pt x="118044" y="48640"/>
                  <a:pt x="107156" y="37752"/>
                  <a:pt x="107156" y="24320"/>
                </a:cubicBezTo>
                <a:cubicBezTo>
                  <a:pt x="107156" y="10888"/>
                  <a:pt x="118044" y="0"/>
                  <a:pt x="131476" y="0"/>
                </a:cubicBezTo>
                <a:close/>
                <a:moveTo>
                  <a:pt x="24320" y="0"/>
                </a:moveTo>
                <a:cubicBezTo>
                  <a:pt x="37752" y="0"/>
                  <a:pt x="48640" y="10888"/>
                  <a:pt x="48640" y="24320"/>
                </a:cubicBezTo>
                <a:cubicBezTo>
                  <a:pt x="48640" y="37752"/>
                  <a:pt x="37752" y="48640"/>
                  <a:pt x="24320" y="48640"/>
                </a:cubicBezTo>
                <a:cubicBezTo>
                  <a:pt x="10888" y="48640"/>
                  <a:pt x="0" y="37752"/>
                  <a:pt x="0" y="24320"/>
                </a:cubicBezTo>
                <a:cubicBezTo>
                  <a:pt x="0" y="10888"/>
                  <a:pt x="10888" y="0"/>
                  <a:pt x="24320" y="0"/>
                </a:cubicBezTo>
                <a:close/>
              </a:path>
            </a:pathLst>
          </a:cu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sp>
        <p:nvSpPr>
          <p:cNvPr id="27" name="矩形 26"/>
          <p:cNvSpPr/>
          <p:nvPr/>
        </p:nvSpPr>
        <p:spPr>
          <a:xfrm>
            <a:off x="11933555" y="543560"/>
            <a:ext cx="258445" cy="111760"/>
          </a:xfrm>
          <a:prstGeom prst="rect">
            <a:avLst/>
          </a:prstGeom>
          <a:solidFill>
            <a:srgbClr val="62EFF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lumMod val="85000"/>
                  <a:lumOff val="15000"/>
                </a:schemeClr>
              </a:solidFill>
            </a:endParaRPr>
          </a:p>
        </p:txBody>
      </p:sp>
      <p:grpSp>
        <p:nvGrpSpPr>
          <p:cNvPr id="10" name="组合 9"/>
          <p:cNvGrpSpPr/>
          <p:nvPr/>
        </p:nvGrpSpPr>
        <p:grpSpPr>
          <a:xfrm>
            <a:off x="284882" y="241573"/>
            <a:ext cx="6998335" cy="626543"/>
            <a:chOff x="284882" y="285115"/>
            <a:chExt cx="6998335" cy="626543"/>
          </a:xfrm>
        </p:grpSpPr>
        <p:sp>
          <p:nvSpPr>
            <p:cNvPr id="21" name="文本框 20"/>
            <p:cNvSpPr txBox="1"/>
            <p:nvPr/>
          </p:nvSpPr>
          <p:spPr>
            <a:xfrm>
              <a:off x="831617" y="285115"/>
              <a:ext cx="6451600" cy="583565"/>
            </a:xfrm>
            <a:prstGeom prst="rect">
              <a:avLst/>
            </a:prstGeom>
            <a:noFill/>
          </p:spPr>
          <p:txBody>
            <a:bodyPr wrap="square" rtlCol="0">
              <a:spAutoFit/>
            </a:bodyPr>
            <a:lstStyle/>
            <a:p>
              <a:r>
                <a:rPr lang="zh-CN" altLang="en-US" sz="3200" dirty="0">
                  <a:solidFill>
                    <a:schemeClr val="tx1">
                      <a:lumMod val="85000"/>
                      <a:lumOff val="15000"/>
                    </a:schemeClr>
                  </a:solidFill>
                  <a:latin typeface="报隶-简" panose="02010600040101010101" charset="-122"/>
                  <a:ea typeface="报隶-简" panose="02010600040101010101" charset="-122"/>
                  <a:cs typeface="+mn-ea"/>
                  <a:sym typeface="+mn-lt"/>
                </a:rPr>
                <a:t>特征工程</a:t>
              </a:r>
              <a:r>
                <a:rPr lang="en-US" altLang="zh-CN" sz="3200" dirty="0">
                  <a:solidFill>
                    <a:schemeClr val="tx1">
                      <a:lumMod val="85000"/>
                      <a:lumOff val="15000"/>
                    </a:schemeClr>
                  </a:solidFill>
                  <a:latin typeface="报隶-简" panose="02010600040101010101" charset="-122"/>
                  <a:ea typeface="报隶-简" panose="02010600040101010101" charset="-122"/>
                  <a:cs typeface="+mn-ea"/>
                  <a:sym typeface="+mn-lt"/>
                </a:rPr>
                <a:t>-Google Featuretools</a:t>
              </a:r>
              <a:endParaRPr lang="en-US" altLang="zh-CN" sz="3200" dirty="0">
                <a:solidFill>
                  <a:schemeClr val="tx1">
                    <a:lumMod val="85000"/>
                    <a:lumOff val="15000"/>
                  </a:schemeClr>
                </a:solidFill>
                <a:latin typeface="报隶-简" panose="02010600040101010101" charset="-122"/>
                <a:ea typeface="报隶-简" panose="02010600040101010101" charset="-122"/>
                <a:cs typeface="+mn-ea"/>
                <a:sym typeface="+mn-lt"/>
              </a:endParaRPr>
            </a:p>
          </p:txBody>
        </p:sp>
        <p:grpSp>
          <p:nvGrpSpPr>
            <p:cNvPr id="13" name="组合 12"/>
            <p:cNvGrpSpPr/>
            <p:nvPr/>
          </p:nvGrpSpPr>
          <p:grpSpPr>
            <a:xfrm>
              <a:off x="284882" y="369226"/>
              <a:ext cx="542432" cy="542432"/>
              <a:chOff x="4058577" y="4375150"/>
              <a:chExt cx="1384300" cy="1384300"/>
            </a:xfrm>
          </p:grpSpPr>
          <p:sp>
            <p:nvSpPr>
              <p:cNvPr id="9" name="椭圆 8"/>
              <p:cNvSpPr/>
              <p:nvPr/>
            </p:nvSpPr>
            <p:spPr>
              <a:xfrm>
                <a:off x="4058577" y="4375150"/>
                <a:ext cx="1384300" cy="1384300"/>
              </a:xfrm>
              <a:prstGeom prst="ellipse">
                <a:avLst/>
              </a:prstGeom>
              <a:gradFill flip="none" rotWithShape="1">
                <a:gsLst>
                  <a:gs pos="38000">
                    <a:srgbClr val="62EFFE"/>
                  </a:gs>
                  <a:gs pos="90000">
                    <a:srgbClr val="02ECFE"/>
                  </a:gs>
                </a:gsLst>
                <a:lin ang="54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a:solidFill>
                    <a:schemeClr val="tx1">
                      <a:lumMod val="85000"/>
                      <a:lumOff val="15000"/>
                    </a:schemeClr>
                  </a:solidFill>
                  <a:latin typeface="思源黑体 CN Bold" panose="020B0800000000000000" pitchFamily="34" charset="-122"/>
                  <a:ea typeface="思源黑体 CN Bold" panose="020B0800000000000000" pitchFamily="34" charset="-122"/>
                  <a:cs typeface="+mn-ea"/>
                </a:endParaRPr>
              </a:p>
            </p:txBody>
          </p:sp>
          <p:pic>
            <p:nvPicPr>
              <p:cNvPr id="11" name="图片 10"/>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311650" y="4619625"/>
                <a:ext cx="889000" cy="889000"/>
              </a:xfrm>
              <a:prstGeom prst="rect">
                <a:avLst/>
              </a:prstGeom>
            </p:spPr>
          </p:pic>
        </p:grpSp>
      </p:grpSp>
      <p:sp>
        <p:nvSpPr>
          <p:cNvPr id="12" name="文本框 11"/>
          <p:cNvSpPr txBox="1"/>
          <p:nvPr/>
        </p:nvSpPr>
        <p:spPr>
          <a:xfrm>
            <a:off x="9031605" y="569557"/>
            <a:ext cx="2705562" cy="337185"/>
          </a:xfrm>
          <a:prstGeom prst="rect">
            <a:avLst/>
          </a:prstGeom>
          <a:noFill/>
        </p:spPr>
        <p:txBody>
          <a:bodyPr wrap="square" rtlCol="0">
            <a:spAutoFit/>
          </a:bodyPr>
          <a:p>
            <a:pPr algn="dist"/>
            <a:r>
              <a:rPr lang="zh-CN" altLang="en-US" sz="1600" b="1" dirty="0">
                <a:solidFill>
                  <a:schemeClr val="tx1"/>
                </a:solidFill>
                <a:latin typeface="思源黑体 CN Normal" panose="020B0400000000000000" pitchFamily="34" charset="-122"/>
                <a:ea typeface="思源黑体 CN Normal" panose="020B0400000000000000" pitchFamily="34" charset="-122"/>
                <a:cs typeface="+mn-ea"/>
                <a:sym typeface="+mn-lt"/>
              </a:rPr>
              <a:t>20</a:t>
            </a:r>
            <a:r>
              <a:rPr lang="en-US" altLang="zh-CN" sz="1600" b="1" dirty="0">
                <a:solidFill>
                  <a:schemeClr val="tx1"/>
                </a:solidFill>
                <a:latin typeface="思源黑体 CN Normal" panose="020B0400000000000000" pitchFamily="34" charset="-122"/>
                <a:ea typeface="思源黑体 CN Normal" panose="020B0400000000000000" pitchFamily="34" charset="-122"/>
                <a:cs typeface="+mn-ea"/>
                <a:sym typeface="+mn-lt"/>
              </a:rPr>
              <a:t>23Google</a:t>
            </a:r>
            <a:r>
              <a:rPr lang="zh-CN" altLang="en-US" sz="1600" b="1" dirty="0">
                <a:solidFill>
                  <a:schemeClr val="tx1"/>
                </a:solidFill>
                <a:latin typeface="思源黑体 CN Normal" panose="020B0400000000000000" pitchFamily="34" charset="-122"/>
                <a:ea typeface="思源黑体 CN Normal" panose="020B0400000000000000" pitchFamily="34" charset="-122"/>
                <a:cs typeface="+mn-ea"/>
                <a:sym typeface="+mn-lt"/>
              </a:rPr>
              <a:t>开发者大会</a:t>
            </a:r>
            <a:endParaRPr lang="zh-CN" altLang="en-US" sz="1600" b="1" dirty="0">
              <a:solidFill>
                <a:schemeClr val="tx1"/>
              </a:solidFill>
              <a:latin typeface="思源黑体 CN Normal" panose="020B0400000000000000" pitchFamily="34" charset="-122"/>
              <a:ea typeface="思源黑体 CN Normal" panose="020B0400000000000000" pitchFamily="34" charset="-122"/>
              <a:cs typeface="+mn-ea"/>
              <a:sym typeface="+mn-lt"/>
            </a:endParaRPr>
          </a:p>
        </p:txBody>
      </p:sp>
      <p:sp>
        <p:nvSpPr>
          <p:cNvPr id="58" name="文本框 57"/>
          <p:cNvSpPr txBox="1"/>
          <p:nvPr/>
        </p:nvSpPr>
        <p:spPr>
          <a:xfrm>
            <a:off x="831850" y="1079500"/>
            <a:ext cx="2846070" cy="583565"/>
          </a:xfrm>
          <a:prstGeom prst="rect">
            <a:avLst/>
          </a:prstGeom>
          <a:noFill/>
        </p:spPr>
        <p:txBody>
          <a:bodyPr wrap="square" rtlCol="0">
            <a:noAutofit/>
          </a:bodyPr>
          <a:p>
            <a:pPr marL="342900" indent="-342900">
              <a:buFont typeface="Arial" panose="020B0604020202020204" pitchFamily="34" charset="0"/>
              <a:buChar char="•"/>
            </a:pPr>
            <a:r>
              <a:rPr lang="zh-CN" altLang="en-US" sz="2000" b="1">
                <a:latin typeface="汉仪中宋简" panose="02010600000101010101" charset="-122"/>
                <a:ea typeface="汉仪中宋简" panose="02010600000101010101" charset="-122"/>
                <a:cs typeface="汉仪中宋简" panose="02010600000101010101" charset="-122"/>
              </a:rPr>
              <a:t>聚合特征</a:t>
            </a:r>
            <a:endParaRPr lang="zh-CN" altLang="en-US" sz="2000" b="1">
              <a:latin typeface="汉仪中宋简" panose="02010600000101010101" charset="-122"/>
              <a:ea typeface="汉仪中宋简" panose="02010600000101010101" charset="-122"/>
              <a:cs typeface="汉仪中宋简" panose="02010600000101010101" charset="-122"/>
            </a:endParaRPr>
          </a:p>
        </p:txBody>
      </p:sp>
    </p:spTree>
  </p:cSld>
  <p:clrMapOvr>
    <a:masterClrMapping/>
  </p:clrMapOvr>
  <mc:AlternateContent xmlns:mc="http://schemas.openxmlformats.org/markup-compatibility/2006">
    <mc:Choice xmlns:p14="http://schemas.microsoft.com/office/powerpoint/2010/main" Requires="p14">
      <p:transition spd="slow" p14:dur="1600" advTm="5000">
        <p14:prism isInverted="1"/>
      </p:transition>
    </mc:Choice>
    <mc:Fallback>
      <p:transition spd="slow" advTm="5000">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8" name="组合 7"/>
          <p:cNvGrpSpPr/>
          <p:nvPr/>
        </p:nvGrpSpPr>
        <p:grpSpPr>
          <a:xfrm>
            <a:off x="-698500" y="-582990"/>
            <a:ext cx="13589000" cy="8023980"/>
            <a:chOff x="-863600" y="-584200"/>
            <a:chExt cx="13335000" cy="7874000"/>
          </a:xfrm>
          <a:solidFill>
            <a:srgbClr val="E6E6E6"/>
          </a:solidFill>
        </p:grpSpPr>
        <p:grpSp>
          <p:nvGrpSpPr>
            <p:cNvPr id="4" name="组合 3"/>
            <p:cNvGrpSpPr/>
            <p:nvPr/>
          </p:nvGrpSpPr>
          <p:grpSpPr>
            <a:xfrm>
              <a:off x="-863600" y="-584200"/>
              <a:ext cx="165100" cy="7874000"/>
              <a:chOff x="-863600" y="-584200"/>
              <a:chExt cx="165100" cy="7874000"/>
            </a:xfrm>
            <a:grpFill/>
          </p:grpSpPr>
          <p:sp>
            <p:nvSpPr>
              <p:cNvPr id="2" name="椭圆 1"/>
              <p:cNvSpPr/>
              <p:nvPr/>
            </p:nvSpPr>
            <p:spPr>
              <a:xfrm>
                <a:off x="-863600" y="-584200"/>
                <a:ext cx="165100" cy="165100"/>
              </a:xfrm>
              <a:prstGeom prst="ellipse">
                <a:avLst/>
              </a:prstGeom>
              <a:grp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椭圆 2"/>
              <p:cNvSpPr/>
              <p:nvPr/>
            </p:nvSpPr>
            <p:spPr>
              <a:xfrm>
                <a:off x="-863600" y="7124700"/>
                <a:ext cx="165100" cy="165100"/>
              </a:xfrm>
              <a:prstGeom prst="ellipse">
                <a:avLst/>
              </a:prstGeom>
              <a:grp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5" name="组合 4"/>
            <p:cNvGrpSpPr/>
            <p:nvPr/>
          </p:nvGrpSpPr>
          <p:grpSpPr>
            <a:xfrm>
              <a:off x="12306300" y="-584200"/>
              <a:ext cx="165100" cy="7874000"/>
              <a:chOff x="-863600" y="-584200"/>
              <a:chExt cx="165100" cy="7874000"/>
            </a:xfrm>
            <a:grpFill/>
          </p:grpSpPr>
          <p:sp>
            <p:nvSpPr>
              <p:cNvPr id="6" name="椭圆 5"/>
              <p:cNvSpPr/>
              <p:nvPr/>
            </p:nvSpPr>
            <p:spPr>
              <a:xfrm>
                <a:off x="-863600" y="-584200"/>
                <a:ext cx="165100" cy="165100"/>
              </a:xfrm>
              <a:prstGeom prst="ellipse">
                <a:avLst/>
              </a:prstGeom>
              <a:grp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椭圆 6"/>
              <p:cNvSpPr/>
              <p:nvPr/>
            </p:nvSpPr>
            <p:spPr>
              <a:xfrm>
                <a:off x="-863600" y="7124700"/>
                <a:ext cx="165100" cy="165100"/>
              </a:xfrm>
              <a:prstGeom prst="ellipse">
                <a:avLst/>
              </a:prstGeom>
              <a:grp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sp>
        <p:nvSpPr>
          <p:cNvPr id="25" name="任意多边形: 形状 24"/>
          <p:cNvSpPr/>
          <p:nvPr/>
        </p:nvSpPr>
        <p:spPr>
          <a:xfrm>
            <a:off x="11328401" y="5059045"/>
            <a:ext cx="396593" cy="816428"/>
          </a:xfrm>
          <a:custGeom>
            <a:avLst/>
            <a:gdLst>
              <a:gd name="connsiteX0" fmla="*/ 452944 w 477264"/>
              <a:gd name="connsiteY0" fmla="*/ 933858 h 982498"/>
              <a:gd name="connsiteX1" fmla="*/ 477264 w 477264"/>
              <a:gd name="connsiteY1" fmla="*/ 958178 h 982498"/>
              <a:gd name="connsiteX2" fmla="*/ 452944 w 477264"/>
              <a:gd name="connsiteY2" fmla="*/ 982498 h 982498"/>
              <a:gd name="connsiteX3" fmla="*/ 428624 w 477264"/>
              <a:gd name="connsiteY3" fmla="*/ 958178 h 982498"/>
              <a:gd name="connsiteX4" fmla="*/ 452944 w 477264"/>
              <a:gd name="connsiteY4" fmla="*/ 933858 h 982498"/>
              <a:gd name="connsiteX5" fmla="*/ 345788 w 477264"/>
              <a:gd name="connsiteY5" fmla="*/ 933858 h 982498"/>
              <a:gd name="connsiteX6" fmla="*/ 370108 w 477264"/>
              <a:gd name="connsiteY6" fmla="*/ 958178 h 982498"/>
              <a:gd name="connsiteX7" fmla="*/ 345788 w 477264"/>
              <a:gd name="connsiteY7" fmla="*/ 982498 h 982498"/>
              <a:gd name="connsiteX8" fmla="*/ 321468 w 477264"/>
              <a:gd name="connsiteY8" fmla="*/ 958178 h 982498"/>
              <a:gd name="connsiteX9" fmla="*/ 345788 w 477264"/>
              <a:gd name="connsiteY9" fmla="*/ 933858 h 982498"/>
              <a:gd name="connsiteX10" fmla="*/ 238632 w 477264"/>
              <a:gd name="connsiteY10" fmla="*/ 933858 h 982498"/>
              <a:gd name="connsiteX11" fmla="*/ 262952 w 477264"/>
              <a:gd name="connsiteY11" fmla="*/ 958178 h 982498"/>
              <a:gd name="connsiteX12" fmla="*/ 238632 w 477264"/>
              <a:gd name="connsiteY12" fmla="*/ 982498 h 982498"/>
              <a:gd name="connsiteX13" fmla="*/ 214312 w 477264"/>
              <a:gd name="connsiteY13" fmla="*/ 958178 h 982498"/>
              <a:gd name="connsiteX14" fmla="*/ 238632 w 477264"/>
              <a:gd name="connsiteY14" fmla="*/ 933858 h 982498"/>
              <a:gd name="connsiteX15" fmla="*/ 131476 w 477264"/>
              <a:gd name="connsiteY15" fmla="*/ 933858 h 982498"/>
              <a:gd name="connsiteX16" fmla="*/ 155796 w 477264"/>
              <a:gd name="connsiteY16" fmla="*/ 958178 h 982498"/>
              <a:gd name="connsiteX17" fmla="*/ 131476 w 477264"/>
              <a:gd name="connsiteY17" fmla="*/ 982498 h 982498"/>
              <a:gd name="connsiteX18" fmla="*/ 107156 w 477264"/>
              <a:gd name="connsiteY18" fmla="*/ 958178 h 982498"/>
              <a:gd name="connsiteX19" fmla="*/ 131476 w 477264"/>
              <a:gd name="connsiteY19" fmla="*/ 933858 h 982498"/>
              <a:gd name="connsiteX20" fmla="*/ 24320 w 477264"/>
              <a:gd name="connsiteY20" fmla="*/ 933858 h 982498"/>
              <a:gd name="connsiteX21" fmla="*/ 48640 w 477264"/>
              <a:gd name="connsiteY21" fmla="*/ 958178 h 982498"/>
              <a:gd name="connsiteX22" fmla="*/ 24320 w 477264"/>
              <a:gd name="connsiteY22" fmla="*/ 982498 h 982498"/>
              <a:gd name="connsiteX23" fmla="*/ 0 w 477264"/>
              <a:gd name="connsiteY23" fmla="*/ 958178 h 982498"/>
              <a:gd name="connsiteX24" fmla="*/ 24320 w 477264"/>
              <a:gd name="connsiteY24" fmla="*/ 933858 h 982498"/>
              <a:gd name="connsiteX25" fmla="*/ 452944 w 477264"/>
              <a:gd name="connsiteY25" fmla="*/ 778215 h 982498"/>
              <a:gd name="connsiteX26" fmla="*/ 477264 w 477264"/>
              <a:gd name="connsiteY26" fmla="*/ 802535 h 982498"/>
              <a:gd name="connsiteX27" fmla="*/ 452944 w 477264"/>
              <a:gd name="connsiteY27" fmla="*/ 826855 h 982498"/>
              <a:gd name="connsiteX28" fmla="*/ 428624 w 477264"/>
              <a:gd name="connsiteY28" fmla="*/ 802535 h 982498"/>
              <a:gd name="connsiteX29" fmla="*/ 452944 w 477264"/>
              <a:gd name="connsiteY29" fmla="*/ 778215 h 982498"/>
              <a:gd name="connsiteX30" fmla="*/ 345788 w 477264"/>
              <a:gd name="connsiteY30" fmla="*/ 778215 h 982498"/>
              <a:gd name="connsiteX31" fmla="*/ 370108 w 477264"/>
              <a:gd name="connsiteY31" fmla="*/ 802535 h 982498"/>
              <a:gd name="connsiteX32" fmla="*/ 345788 w 477264"/>
              <a:gd name="connsiteY32" fmla="*/ 826855 h 982498"/>
              <a:gd name="connsiteX33" fmla="*/ 321468 w 477264"/>
              <a:gd name="connsiteY33" fmla="*/ 802535 h 982498"/>
              <a:gd name="connsiteX34" fmla="*/ 345788 w 477264"/>
              <a:gd name="connsiteY34" fmla="*/ 778215 h 982498"/>
              <a:gd name="connsiteX35" fmla="*/ 238632 w 477264"/>
              <a:gd name="connsiteY35" fmla="*/ 778215 h 982498"/>
              <a:gd name="connsiteX36" fmla="*/ 262952 w 477264"/>
              <a:gd name="connsiteY36" fmla="*/ 802535 h 982498"/>
              <a:gd name="connsiteX37" fmla="*/ 238632 w 477264"/>
              <a:gd name="connsiteY37" fmla="*/ 826855 h 982498"/>
              <a:gd name="connsiteX38" fmla="*/ 214312 w 477264"/>
              <a:gd name="connsiteY38" fmla="*/ 802535 h 982498"/>
              <a:gd name="connsiteX39" fmla="*/ 238632 w 477264"/>
              <a:gd name="connsiteY39" fmla="*/ 778215 h 982498"/>
              <a:gd name="connsiteX40" fmla="*/ 131476 w 477264"/>
              <a:gd name="connsiteY40" fmla="*/ 778215 h 982498"/>
              <a:gd name="connsiteX41" fmla="*/ 155796 w 477264"/>
              <a:gd name="connsiteY41" fmla="*/ 802535 h 982498"/>
              <a:gd name="connsiteX42" fmla="*/ 131476 w 477264"/>
              <a:gd name="connsiteY42" fmla="*/ 826855 h 982498"/>
              <a:gd name="connsiteX43" fmla="*/ 107156 w 477264"/>
              <a:gd name="connsiteY43" fmla="*/ 802535 h 982498"/>
              <a:gd name="connsiteX44" fmla="*/ 131476 w 477264"/>
              <a:gd name="connsiteY44" fmla="*/ 778215 h 982498"/>
              <a:gd name="connsiteX45" fmla="*/ 24320 w 477264"/>
              <a:gd name="connsiteY45" fmla="*/ 778215 h 982498"/>
              <a:gd name="connsiteX46" fmla="*/ 48640 w 477264"/>
              <a:gd name="connsiteY46" fmla="*/ 802535 h 982498"/>
              <a:gd name="connsiteX47" fmla="*/ 24320 w 477264"/>
              <a:gd name="connsiteY47" fmla="*/ 826855 h 982498"/>
              <a:gd name="connsiteX48" fmla="*/ 0 w 477264"/>
              <a:gd name="connsiteY48" fmla="*/ 802535 h 982498"/>
              <a:gd name="connsiteX49" fmla="*/ 24320 w 477264"/>
              <a:gd name="connsiteY49" fmla="*/ 778215 h 982498"/>
              <a:gd name="connsiteX50" fmla="*/ 452944 w 477264"/>
              <a:gd name="connsiteY50" fmla="*/ 622572 h 982498"/>
              <a:gd name="connsiteX51" fmla="*/ 477264 w 477264"/>
              <a:gd name="connsiteY51" fmla="*/ 646892 h 982498"/>
              <a:gd name="connsiteX52" fmla="*/ 452944 w 477264"/>
              <a:gd name="connsiteY52" fmla="*/ 671212 h 982498"/>
              <a:gd name="connsiteX53" fmla="*/ 428624 w 477264"/>
              <a:gd name="connsiteY53" fmla="*/ 646892 h 982498"/>
              <a:gd name="connsiteX54" fmla="*/ 452944 w 477264"/>
              <a:gd name="connsiteY54" fmla="*/ 622572 h 982498"/>
              <a:gd name="connsiteX55" fmla="*/ 345788 w 477264"/>
              <a:gd name="connsiteY55" fmla="*/ 622572 h 982498"/>
              <a:gd name="connsiteX56" fmla="*/ 370108 w 477264"/>
              <a:gd name="connsiteY56" fmla="*/ 646892 h 982498"/>
              <a:gd name="connsiteX57" fmla="*/ 345788 w 477264"/>
              <a:gd name="connsiteY57" fmla="*/ 671212 h 982498"/>
              <a:gd name="connsiteX58" fmla="*/ 321468 w 477264"/>
              <a:gd name="connsiteY58" fmla="*/ 646892 h 982498"/>
              <a:gd name="connsiteX59" fmla="*/ 345788 w 477264"/>
              <a:gd name="connsiteY59" fmla="*/ 622572 h 982498"/>
              <a:gd name="connsiteX60" fmla="*/ 238632 w 477264"/>
              <a:gd name="connsiteY60" fmla="*/ 622572 h 982498"/>
              <a:gd name="connsiteX61" fmla="*/ 262952 w 477264"/>
              <a:gd name="connsiteY61" fmla="*/ 646892 h 982498"/>
              <a:gd name="connsiteX62" fmla="*/ 238632 w 477264"/>
              <a:gd name="connsiteY62" fmla="*/ 671212 h 982498"/>
              <a:gd name="connsiteX63" fmla="*/ 214312 w 477264"/>
              <a:gd name="connsiteY63" fmla="*/ 646892 h 982498"/>
              <a:gd name="connsiteX64" fmla="*/ 238632 w 477264"/>
              <a:gd name="connsiteY64" fmla="*/ 622572 h 982498"/>
              <a:gd name="connsiteX65" fmla="*/ 131476 w 477264"/>
              <a:gd name="connsiteY65" fmla="*/ 622572 h 982498"/>
              <a:gd name="connsiteX66" fmla="*/ 155796 w 477264"/>
              <a:gd name="connsiteY66" fmla="*/ 646892 h 982498"/>
              <a:gd name="connsiteX67" fmla="*/ 131476 w 477264"/>
              <a:gd name="connsiteY67" fmla="*/ 671212 h 982498"/>
              <a:gd name="connsiteX68" fmla="*/ 107156 w 477264"/>
              <a:gd name="connsiteY68" fmla="*/ 646892 h 982498"/>
              <a:gd name="connsiteX69" fmla="*/ 131476 w 477264"/>
              <a:gd name="connsiteY69" fmla="*/ 622572 h 982498"/>
              <a:gd name="connsiteX70" fmla="*/ 24320 w 477264"/>
              <a:gd name="connsiteY70" fmla="*/ 622572 h 982498"/>
              <a:gd name="connsiteX71" fmla="*/ 48640 w 477264"/>
              <a:gd name="connsiteY71" fmla="*/ 646892 h 982498"/>
              <a:gd name="connsiteX72" fmla="*/ 24320 w 477264"/>
              <a:gd name="connsiteY72" fmla="*/ 671212 h 982498"/>
              <a:gd name="connsiteX73" fmla="*/ 0 w 477264"/>
              <a:gd name="connsiteY73" fmla="*/ 646892 h 982498"/>
              <a:gd name="connsiteX74" fmla="*/ 24320 w 477264"/>
              <a:gd name="connsiteY74" fmla="*/ 622572 h 982498"/>
              <a:gd name="connsiteX75" fmla="*/ 24320 w 477264"/>
              <a:gd name="connsiteY75" fmla="*/ 466929 h 982498"/>
              <a:gd name="connsiteX76" fmla="*/ 48640 w 477264"/>
              <a:gd name="connsiteY76" fmla="*/ 491249 h 982498"/>
              <a:gd name="connsiteX77" fmla="*/ 24320 w 477264"/>
              <a:gd name="connsiteY77" fmla="*/ 515569 h 982498"/>
              <a:gd name="connsiteX78" fmla="*/ 0 w 477264"/>
              <a:gd name="connsiteY78" fmla="*/ 491249 h 982498"/>
              <a:gd name="connsiteX79" fmla="*/ 24320 w 477264"/>
              <a:gd name="connsiteY79" fmla="*/ 466929 h 982498"/>
              <a:gd name="connsiteX80" fmla="*/ 131476 w 477264"/>
              <a:gd name="connsiteY80" fmla="*/ 466929 h 982498"/>
              <a:gd name="connsiteX81" fmla="*/ 155796 w 477264"/>
              <a:gd name="connsiteY81" fmla="*/ 491249 h 982498"/>
              <a:gd name="connsiteX82" fmla="*/ 131476 w 477264"/>
              <a:gd name="connsiteY82" fmla="*/ 515569 h 982498"/>
              <a:gd name="connsiteX83" fmla="*/ 107156 w 477264"/>
              <a:gd name="connsiteY83" fmla="*/ 491249 h 982498"/>
              <a:gd name="connsiteX84" fmla="*/ 131476 w 477264"/>
              <a:gd name="connsiteY84" fmla="*/ 466929 h 982498"/>
              <a:gd name="connsiteX85" fmla="*/ 238632 w 477264"/>
              <a:gd name="connsiteY85" fmla="*/ 466929 h 982498"/>
              <a:gd name="connsiteX86" fmla="*/ 262952 w 477264"/>
              <a:gd name="connsiteY86" fmla="*/ 491249 h 982498"/>
              <a:gd name="connsiteX87" fmla="*/ 238632 w 477264"/>
              <a:gd name="connsiteY87" fmla="*/ 515569 h 982498"/>
              <a:gd name="connsiteX88" fmla="*/ 214312 w 477264"/>
              <a:gd name="connsiteY88" fmla="*/ 491249 h 982498"/>
              <a:gd name="connsiteX89" fmla="*/ 238632 w 477264"/>
              <a:gd name="connsiteY89" fmla="*/ 466929 h 982498"/>
              <a:gd name="connsiteX90" fmla="*/ 345788 w 477264"/>
              <a:gd name="connsiteY90" fmla="*/ 466929 h 982498"/>
              <a:gd name="connsiteX91" fmla="*/ 370108 w 477264"/>
              <a:gd name="connsiteY91" fmla="*/ 491249 h 982498"/>
              <a:gd name="connsiteX92" fmla="*/ 345788 w 477264"/>
              <a:gd name="connsiteY92" fmla="*/ 515569 h 982498"/>
              <a:gd name="connsiteX93" fmla="*/ 321468 w 477264"/>
              <a:gd name="connsiteY93" fmla="*/ 491249 h 982498"/>
              <a:gd name="connsiteX94" fmla="*/ 345788 w 477264"/>
              <a:gd name="connsiteY94" fmla="*/ 466929 h 982498"/>
              <a:gd name="connsiteX95" fmla="*/ 452944 w 477264"/>
              <a:gd name="connsiteY95" fmla="*/ 466929 h 982498"/>
              <a:gd name="connsiteX96" fmla="*/ 477264 w 477264"/>
              <a:gd name="connsiteY96" fmla="*/ 491249 h 982498"/>
              <a:gd name="connsiteX97" fmla="*/ 452944 w 477264"/>
              <a:gd name="connsiteY97" fmla="*/ 515569 h 982498"/>
              <a:gd name="connsiteX98" fmla="*/ 428624 w 477264"/>
              <a:gd name="connsiteY98" fmla="*/ 491249 h 982498"/>
              <a:gd name="connsiteX99" fmla="*/ 452944 w 477264"/>
              <a:gd name="connsiteY99" fmla="*/ 466929 h 982498"/>
              <a:gd name="connsiteX100" fmla="*/ 24320 w 477264"/>
              <a:gd name="connsiteY100" fmla="*/ 311287 h 982498"/>
              <a:gd name="connsiteX101" fmla="*/ 48640 w 477264"/>
              <a:gd name="connsiteY101" fmla="*/ 335607 h 982498"/>
              <a:gd name="connsiteX102" fmla="*/ 24320 w 477264"/>
              <a:gd name="connsiteY102" fmla="*/ 359926 h 982498"/>
              <a:gd name="connsiteX103" fmla="*/ 0 w 477264"/>
              <a:gd name="connsiteY103" fmla="*/ 335607 h 982498"/>
              <a:gd name="connsiteX104" fmla="*/ 24320 w 477264"/>
              <a:gd name="connsiteY104" fmla="*/ 311287 h 982498"/>
              <a:gd name="connsiteX105" fmla="*/ 131476 w 477264"/>
              <a:gd name="connsiteY105" fmla="*/ 311286 h 982498"/>
              <a:gd name="connsiteX106" fmla="*/ 155796 w 477264"/>
              <a:gd name="connsiteY106" fmla="*/ 335606 h 982498"/>
              <a:gd name="connsiteX107" fmla="*/ 131476 w 477264"/>
              <a:gd name="connsiteY107" fmla="*/ 359926 h 982498"/>
              <a:gd name="connsiteX108" fmla="*/ 107156 w 477264"/>
              <a:gd name="connsiteY108" fmla="*/ 335606 h 982498"/>
              <a:gd name="connsiteX109" fmla="*/ 131476 w 477264"/>
              <a:gd name="connsiteY109" fmla="*/ 311286 h 982498"/>
              <a:gd name="connsiteX110" fmla="*/ 238632 w 477264"/>
              <a:gd name="connsiteY110" fmla="*/ 311286 h 982498"/>
              <a:gd name="connsiteX111" fmla="*/ 262952 w 477264"/>
              <a:gd name="connsiteY111" fmla="*/ 335606 h 982498"/>
              <a:gd name="connsiteX112" fmla="*/ 238632 w 477264"/>
              <a:gd name="connsiteY112" fmla="*/ 359926 h 982498"/>
              <a:gd name="connsiteX113" fmla="*/ 214312 w 477264"/>
              <a:gd name="connsiteY113" fmla="*/ 335606 h 982498"/>
              <a:gd name="connsiteX114" fmla="*/ 238632 w 477264"/>
              <a:gd name="connsiteY114" fmla="*/ 311286 h 982498"/>
              <a:gd name="connsiteX115" fmla="*/ 345788 w 477264"/>
              <a:gd name="connsiteY115" fmla="*/ 311286 h 982498"/>
              <a:gd name="connsiteX116" fmla="*/ 370108 w 477264"/>
              <a:gd name="connsiteY116" fmla="*/ 335606 h 982498"/>
              <a:gd name="connsiteX117" fmla="*/ 345788 w 477264"/>
              <a:gd name="connsiteY117" fmla="*/ 359926 h 982498"/>
              <a:gd name="connsiteX118" fmla="*/ 321468 w 477264"/>
              <a:gd name="connsiteY118" fmla="*/ 335606 h 982498"/>
              <a:gd name="connsiteX119" fmla="*/ 345788 w 477264"/>
              <a:gd name="connsiteY119" fmla="*/ 311286 h 982498"/>
              <a:gd name="connsiteX120" fmla="*/ 452944 w 477264"/>
              <a:gd name="connsiteY120" fmla="*/ 311286 h 982498"/>
              <a:gd name="connsiteX121" fmla="*/ 477264 w 477264"/>
              <a:gd name="connsiteY121" fmla="*/ 335606 h 982498"/>
              <a:gd name="connsiteX122" fmla="*/ 452944 w 477264"/>
              <a:gd name="connsiteY122" fmla="*/ 359926 h 982498"/>
              <a:gd name="connsiteX123" fmla="*/ 428624 w 477264"/>
              <a:gd name="connsiteY123" fmla="*/ 335606 h 982498"/>
              <a:gd name="connsiteX124" fmla="*/ 452944 w 477264"/>
              <a:gd name="connsiteY124" fmla="*/ 311286 h 982498"/>
              <a:gd name="connsiteX125" fmla="*/ 24320 w 477264"/>
              <a:gd name="connsiteY125" fmla="*/ 155643 h 982498"/>
              <a:gd name="connsiteX126" fmla="*/ 48640 w 477264"/>
              <a:gd name="connsiteY126" fmla="*/ 179963 h 982498"/>
              <a:gd name="connsiteX127" fmla="*/ 24320 w 477264"/>
              <a:gd name="connsiteY127" fmla="*/ 204283 h 982498"/>
              <a:gd name="connsiteX128" fmla="*/ 0 w 477264"/>
              <a:gd name="connsiteY128" fmla="*/ 179963 h 982498"/>
              <a:gd name="connsiteX129" fmla="*/ 24320 w 477264"/>
              <a:gd name="connsiteY129" fmla="*/ 155643 h 982498"/>
              <a:gd name="connsiteX130" fmla="*/ 131476 w 477264"/>
              <a:gd name="connsiteY130" fmla="*/ 155643 h 982498"/>
              <a:gd name="connsiteX131" fmla="*/ 155796 w 477264"/>
              <a:gd name="connsiteY131" fmla="*/ 179963 h 982498"/>
              <a:gd name="connsiteX132" fmla="*/ 131476 w 477264"/>
              <a:gd name="connsiteY132" fmla="*/ 204283 h 982498"/>
              <a:gd name="connsiteX133" fmla="*/ 107156 w 477264"/>
              <a:gd name="connsiteY133" fmla="*/ 179963 h 982498"/>
              <a:gd name="connsiteX134" fmla="*/ 131476 w 477264"/>
              <a:gd name="connsiteY134" fmla="*/ 155643 h 982498"/>
              <a:gd name="connsiteX135" fmla="*/ 238632 w 477264"/>
              <a:gd name="connsiteY135" fmla="*/ 155643 h 982498"/>
              <a:gd name="connsiteX136" fmla="*/ 262952 w 477264"/>
              <a:gd name="connsiteY136" fmla="*/ 179963 h 982498"/>
              <a:gd name="connsiteX137" fmla="*/ 238632 w 477264"/>
              <a:gd name="connsiteY137" fmla="*/ 204283 h 982498"/>
              <a:gd name="connsiteX138" fmla="*/ 214312 w 477264"/>
              <a:gd name="connsiteY138" fmla="*/ 179963 h 982498"/>
              <a:gd name="connsiteX139" fmla="*/ 238632 w 477264"/>
              <a:gd name="connsiteY139" fmla="*/ 155643 h 982498"/>
              <a:gd name="connsiteX140" fmla="*/ 345788 w 477264"/>
              <a:gd name="connsiteY140" fmla="*/ 155643 h 982498"/>
              <a:gd name="connsiteX141" fmla="*/ 370108 w 477264"/>
              <a:gd name="connsiteY141" fmla="*/ 179963 h 982498"/>
              <a:gd name="connsiteX142" fmla="*/ 345788 w 477264"/>
              <a:gd name="connsiteY142" fmla="*/ 204283 h 982498"/>
              <a:gd name="connsiteX143" fmla="*/ 321468 w 477264"/>
              <a:gd name="connsiteY143" fmla="*/ 179963 h 982498"/>
              <a:gd name="connsiteX144" fmla="*/ 345788 w 477264"/>
              <a:gd name="connsiteY144" fmla="*/ 155643 h 982498"/>
              <a:gd name="connsiteX145" fmla="*/ 452944 w 477264"/>
              <a:gd name="connsiteY145" fmla="*/ 155643 h 982498"/>
              <a:gd name="connsiteX146" fmla="*/ 477264 w 477264"/>
              <a:gd name="connsiteY146" fmla="*/ 179963 h 982498"/>
              <a:gd name="connsiteX147" fmla="*/ 452944 w 477264"/>
              <a:gd name="connsiteY147" fmla="*/ 204283 h 982498"/>
              <a:gd name="connsiteX148" fmla="*/ 428624 w 477264"/>
              <a:gd name="connsiteY148" fmla="*/ 179963 h 982498"/>
              <a:gd name="connsiteX149" fmla="*/ 452944 w 477264"/>
              <a:gd name="connsiteY149" fmla="*/ 155643 h 982498"/>
              <a:gd name="connsiteX150" fmla="*/ 452944 w 477264"/>
              <a:gd name="connsiteY150" fmla="*/ 0 h 982498"/>
              <a:gd name="connsiteX151" fmla="*/ 477264 w 477264"/>
              <a:gd name="connsiteY151" fmla="*/ 24320 h 982498"/>
              <a:gd name="connsiteX152" fmla="*/ 452944 w 477264"/>
              <a:gd name="connsiteY152" fmla="*/ 48640 h 982498"/>
              <a:gd name="connsiteX153" fmla="*/ 428624 w 477264"/>
              <a:gd name="connsiteY153" fmla="*/ 24320 h 982498"/>
              <a:gd name="connsiteX154" fmla="*/ 452944 w 477264"/>
              <a:gd name="connsiteY154" fmla="*/ 0 h 982498"/>
              <a:gd name="connsiteX155" fmla="*/ 345788 w 477264"/>
              <a:gd name="connsiteY155" fmla="*/ 0 h 982498"/>
              <a:gd name="connsiteX156" fmla="*/ 370108 w 477264"/>
              <a:gd name="connsiteY156" fmla="*/ 24320 h 982498"/>
              <a:gd name="connsiteX157" fmla="*/ 345788 w 477264"/>
              <a:gd name="connsiteY157" fmla="*/ 48640 h 982498"/>
              <a:gd name="connsiteX158" fmla="*/ 321468 w 477264"/>
              <a:gd name="connsiteY158" fmla="*/ 24320 h 982498"/>
              <a:gd name="connsiteX159" fmla="*/ 345788 w 477264"/>
              <a:gd name="connsiteY159" fmla="*/ 0 h 982498"/>
              <a:gd name="connsiteX160" fmla="*/ 238632 w 477264"/>
              <a:gd name="connsiteY160" fmla="*/ 0 h 982498"/>
              <a:gd name="connsiteX161" fmla="*/ 262952 w 477264"/>
              <a:gd name="connsiteY161" fmla="*/ 24320 h 982498"/>
              <a:gd name="connsiteX162" fmla="*/ 238632 w 477264"/>
              <a:gd name="connsiteY162" fmla="*/ 48640 h 982498"/>
              <a:gd name="connsiteX163" fmla="*/ 214312 w 477264"/>
              <a:gd name="connsiteY163" fmla="*/ 24320 h 982498"/>
              <a:gd name="connsiteX164" fmla="*/ 238632 w 477264"/>
              <a:gd name="connsiteY164" fmla="*/ 0 h 982498"/>
              <a:gd name="connsiteX165" fmla="*/ 131476 w 477264"/>
              <a:gd name="connsiteY165" fmla="*/ 0 h 982498"/>
              <a:gd name="connsiteX166" fmla="*/ 155796 w 477264"/>
              <a:gd name="connsiteY166" fmla="*/ 24320 h 982498"/>
              <a:gd name="connsiteX167" fmla="*/ 131476 w 477264"/>
              <a:gd name="connsiteY167" fmla="*/ 48640 h 982498"/>
              <a:gd name="connsiteX168" fmla="*/ 107156 w 477264"/>
              <a:gd name="connsiteY168" fmla="*/ 24320 h 982498"/>
              <a:gd name="connsiteX169" fmla="*/ 131476 w 477264"/>
              <a:gd name="connsiteY169" fmla="*/ 0 h 982498"/>
              <a:gd name="connsiteX170" fmla="*/ 24320 w 477264"/>
              <a:gd name="connsiteY170" fmla="*/ 0 h 982498"/>
              <a:gd name="connsiteX171" fmla="*/ 48640 w 477264"/>
              <a:gd name="connsiteY171" fmla="*/ 24320 h 982498"/>
              <a:gd name="connsiteX172" fmla="*/ 24320 w 477264"/>
              <a:gd name="connsiteY172" fmla="*/ 48640 h 982498"/>
              <a:gd name="connsiteX173" fmla="*/ 0 w 477264"/>
              <a:gd name="connsiteY173" fmla="*/ 24320 h 982498"/>
              <a:gd name="connsiteX174" fmla="*/ 24320 w 477264"/>
              <a:gd name="connsiteY174" fmla="*/ 0 h 9824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Lst>
            <a:rect l="l" t="t" r="r" b="b"/>
            <a:pathLst>
              <a:path w="477264" h="982498">
                <a:moveTo>
                  <a:pt x="452944" y="933858"/>
                </a:moveTo>
                <a:cubicBezTo>
                  <a:pt x="466376" y="933858"/>
                  <a:pt x="477264" y="944746"/>
                  <a:pt x="477264" y="958178"/>
                </a:cubicBezTo>
                <a:cubicBezTo>
                  <a:pt x="477264" y="971610"/>
                  <a:pt x="466376" y="982498"/>
                  <a:pt x="452944" y="982498"/>
                </a:cubicBezTo>
                <a:cubicBezTo>
                  <a:pt x="439512" y="982498"/>
                  <a:pt x="428624" y="971610"/>
                  <a:pt x="428624" y="958178"/>
                </a:cubicBezTo>
                <a:cubicBezTo>
                  <a:pt x="428624" y="944746"/>
                  <a:pt x="439512" y="933858"/>
                  <a:pt x="452944" y="933858"/>
                </a:cubicBezTo>
                <a:close/>
                <a:moveTo>
                  <a:pt x="345788" y="933858"/>
                </a:moveTo>
                <a:cubicBezTo>
                  <a:pt x="359220" y="933858"/>
                  <a:pt x="370108" y="944746"/>
                  <a:pt x="370108" y="958178"/>
                </a:cubicBezTo>
                <a:cubicBezTo>
                  <a:pt x="370108" y="971610"/>
                  <a:pt x="359220" y="982498"/>
                  <a:pt x="345788" y="982498"/>
                </a:cubicBezTo>
                <a:cubicBezTo>
                  <a:pt x="332356" y="982498"/>
                  <a:pt x="321468" y="971610"/>
                  <a:pt x="321468" y="958178"/>
                </a:cubicBezTo>
                <a:cubicBezTo>
                  <a:pt x="321468" y="944746"/>
                  <a:pt x="332356" y="933858"/>
                  <a:pt x="345788" y="933858"/>
                </a:cubicBezTo>
                <a:close/>
                <a:moveTo>
                  <a:pt x="238632" y="933858"/>
                </a:moveTo>
                <a:cubicBezTo>
                  <a:pt x="252064" y="933858"/>
                  <a:pt x="262952" y="944746"/>
                  <a:pt x="262952" y="958178"/>
                </a:cubicBezTo>
                <a:cubicBezTo>
                  <a:pt x="262952" y="971610"/>
                  <a:pt x="252064" y="982498"/>
                  <a:pt x="238632" y="982498"/>
                </a:cubicBezTo>
                <a:cubicBezTo>
                  <a:pt x="225200" y="982498"/>
                  <a:pt x="214312" y="971610"/>
                  <a:pt x="214312" y="958178"/>
                </a:cubicBezTo>
                <a:cubicBezTo>
                  <a:pt x="214312" y="944746"/>
                  <a:pt x="225200" y="933858"/>
                  <a:pt x="238632" y="933858"/>
                </a:cubicBezTo>
                <a:close/>
                <a:moveTo>
                  <a:pt x="131476" y="933858"/>
                </a:moveTo>
                <a:cubicBezTo>
                  <a:pt x="144908" y="933858"/>
                  <a:pt x="155796" y="944746"/>
                  <a:pt x="155796" y="958178"/>
                </a:cubicBezTo>
                <a:cubicBezTo>
                  <a:pt x="155796" y="971610"/>
                  <a:pt x="144908" y="982498"/>
                  <a:pt x="131476" y="982498"/>
                </a:cubicBezTo>
                <a:cubicBezTo>
                  <a:pt x="118044" y="982498"/>
                  <a:pt x="107156" y="971610"/>
                  <a:pt x="107156" y="958178"/>
                </a:cubicBezTo>
                <a:cubicBezTo>
                  <a:pt x="107156" y="944746"/>
                  <a:pt x="118044" y="933858"/>
                  <a:pt x="131476" y="933858"/>
                </a:cubicBezTo>
                <a:close/>
                <a:moveTo>
                  <a:pt x="24320" y="933858"/>
                </a:moveTo>
                <a:cubicBezTo>
                  <a:pt x="37752" y="933858"/>
                  <a:pt x="48640" y="944746"/>
                  <a:pt x="48640" y="958178"/>
                </a:cubicBezTo>
                <a:cubicBezTo>
                  <a:pt x="48640" y="971610"/>
                  <a:pt x="37752" y="982498"/>
                  <a:pt x="24320" y="982498"/>
                </a:cubicBezTo>
                <a:cubicBezTo>
                  <a:pt x="10888" y="982498"/>
                  <a:pt x="0" y="971610"/>
                  <a:pt x="0" y="958178"/>
                </a:cubicBezTo>
                <a:cubicBezTo>
                  <a:pt x="0" y="944746"/>
                  <a:pt x="10888" y="933858"/>
                  <a:pt x="24320" y="933858"/>
                </a:cubicBezTo>
                <a:close/>
                <a:moveTo>
                  <a:pt x="452944" y="778215"/>
                </a:moveTo>
                <a:cubicBezTo>
                  <a:pt x="466376" y="778215"/>
                  <a:pt x="477264" y="789103"/>
                  <a:pt x="477264" y="802535"/>
                </a:cubicBezTo>
                <a:cubicBezTo>
                  <a:pt x="477264" y="815967"/>
                  <a:pt x="466376" y="826855"/>
                  <a:pt x="452944" y="826855"/>
                </a:cubicBezTo>
                <a:cubicBezTo>
                  <a:pt x="439512" y="826855"/>
                  <a:pt x="428624" y="815967"/>
                  <a:pt x="428624" y="802535"/>
                </a:cubicBezTo>
                <a:cubicBezTo>
                  <a:pt x="428624" y="789103"/>
                  <a:pt x="439512" y="778215"/>
                  <a:pt x="452944" y="778215"/>
                </a:cubicBezTo>
                <a:close/>
                <a:moveTo>
                  <a:pt x="345788" y="778215"/>
                </a:moveTo>
                <a:cubicBezTo>
                  <a:pt x="359220" y="778215"/>
                  <a:pt x="370108" y="789103"/>
                  <a:pt x="370108" y="802535"/>
                </a:cubicBezTo>
                <a:cubicBezTo>
                  <a:pt x="370108" y="815967"/>
                  <a:pt x="359220" y="826855"/>
                  <a:pt x="345788" y="826855"/>
                </a:cubicBezTo>
                <a:cubicBezTo>
                  <a:pt x="332356" y="826855"/>
                  <a:pt x="321468" y="815967"/>
                  <a:pt x="321468" y="802535"/>
                </a:cubicBezTo>
                <a:cubicBezTo>
                  <a:pt x="321468" y="789103"/>
                  <a:pt x="332356" y="778215"/>
                  <a:pt x="345788" y="778215"/>
                </a:cubicBezTo>
                <a:close/>
                <a:moveTo>
                  <a:pt x="238632" y="778215"/>
                </a:moveTo>
                <a:cubicBezTo>
                  <a:pt x="252064" y="778215"/>
                  <a:pt x="262952" y="789103"/>
                  <a:pt x="262952" y="802535"/>
                </a:cubicBezTo>
                <a:cubicBezTo>
                  <a:pt x="262952" y="815967"/>
                  <a:pt x="252064" y="826855"/>
                  <a:pt x="238632" y="826855"/>
                </a:cubicBezTo>
                <a:cubicBezTo>
                  <a:pt x="225200" y="826855"/>
                  <a:pt x="214312" y="815967"/>
                  <a:pt x="214312" y="802535"/>
                </a:cubicBezTo>
                <a:cubicBezTo>
                  <a:pt x="214312" y="789103"/>
                  <a:pt x="225200" y="778215"/>
                  <a:pt x="238632" y="778215"/>
                </a:cubicBezTo>
                <a:close/>
                <a:moveTo>
                  <a:pt x="131476" y="778215"/>
                </a:moveTo>
                <a:cubicBezTo>
                  <a:pt x="144908" y="778215"/>
                  <a:pt x="155796" y="789103"/>
                  <a:pt x="155796" y="802535"/>
                </a:cubicBezTo>
                <a:cubicBezTo>
                  <a:pt x="155796" y="815967"/>
                  <a:pt x="144908" y="826855"/>
                  <a:pt x="131476" y="826855"/>
                </a:cubicBezTo>
                <a:cubicBezTo>
                  <a:pt x="118044" y="826855"/>
                  <a:pt x="107156" y="815967"/>
                  <a:pt x="107156" y="802535"/>
                </a:cubicBezTo>
                <a:cubicBezTo>
                  <a:pt x="107156" y="789103"/>
                  <a:pt x="118044" y="778215"/>
                  <a:pt x="131476" y="778215"/>
                </a:cubicBezTo>
                <a:close/>
                <a:moveTo>
                  <a:pt x="24320" y="778215"/>
                </a:moveTo>
                <a:cubicBezTo>
                  <a:pt x="37752" y="778215"/>
                  <a:pt x="48640" y="789103"/>
                  <a:pt x="48640" y="802535"/>
                </a:cubicBezTo>
                <a:cubicBezTo>
                  <a:pt x="48640" y="815967"/>
                  <a:pt x="37752" y="826855"/>
                  <a:pt x="24320" y="826855"/>
                </a:cubicBezTo>
                <a:cubicBezTo>
                  <a:pt x="10888" y="826855"/>
                  <a:pt x="0" y="815967"/>
                  <a:pt x="0" y="802535"/>
                </a:cubicBezTo>
                <a:cubicBezTo>
                  <a:pt x="0" y="789103"/>
                  <a:pt x="10888" y="778215"/>
                  <a:pt x="24320" y="778215"/>
                </a:cubicBezTo>
                <a:close/>
                <a:moveTo>
                  <a:pt x="452944" y="622572"/>
                </a:moveTo>
                <a:cubicBezTo>
                  <a:pt x="466376" y="622572"/>
                  <a:pt x="477264" y="633460"/>
                  <a:pt x="477264" y="646892"/>
                </a:cubicBezTo>
                <a:cubicBezTo>
                  <a:pt x="477264" y="660324"/>
                  <a:pt x="466376" y="671212"/>
                  <a:pt x="452944" y="671212"/>
                </a:cubicBezTo>
                <a:cubicBezTo>
                  <a:pt x="439512" y="671212"/>
                  <a:pt x="428624" y="660324"/>
                  <a:pt x="428624" y="646892"/>
                </a:cubicBezTo>
                <a:cubicBezTo>
                  <a:pt x="428624" y="633460"/>
                  <a:pt x="439512" y="622572"/>
                  <a:pt x="452944" y="622572"/>
                </a:cubicBezTo>
                <a:close/>
                <a:moveTo>
                  <a:pt x="345788" y="622572"/>
                </a:moveTo>
                <a:cubicBezTo>
                  <a:pt x="359220" y="622572"/>
                  <a:pt x="370108" y="633460"/>
                  <a:pt x="370108" y="646892"/>
                </a:cubicBezTo>
                <a:cubicBezTo>
                  <a:pt x="370108" y="660324"/>
                  <a:pt x="359220" y="671212"/>
                  <a:pt x="345788" y="671212"/>
                </a:cubicBezTo>
                <a:cubicBezTo>
                  <a:pt x="332356" y="671212"/>
                  <a:pt x="321468" y="660324"/>
                  <a:pt x="321468" y="646892"/>
                </a:cubicBezTo>
                <a:cubicBezTo>
                  <a:pt x="321468" y="633460"/>
                  <a:pt x="332356" y="622572"/>
                  <a:pt x="345788" y="622572"/>
                </a:cubicBezTo>
                <a:close/>
                <a:moveTo>
                  <a:pt x="238632" y="622572"/>
                </a:moveTo>
                <a:cubicBezTo>
                  <a:pt x="252064" y="622572"/>
                  <a:pt x="262952" y="633460"/>
                  <a:pt x="262952" y="646892"/>
                </a:cubicBezTo>
                <a:cubicBezTo>
                  <a:pt x="262952" y="660324"/>
                  <a:pt x="252064" y="671212"/>
                  <a:pt x="238632" y="671212"/>
                </a:cubicBezTo>
                <a:cubicBezTo>
                  <a:pt x="225200" y="671212"/>
                  <a:pt x="214312" y="660324"/>
                  <a:pt x="214312" y="646892"/>
                </a:cubicBezTo>
                <a:cubicBezTo>
                  <a:pt x="214312" y="633460"/>
                  <a:pt x="225200" y="622572"/>
                  <a:pt x="238632" y="622572"/>
                </a:cubicBezTo>
                <a:close/>
                <a:moveTo>
                  <a:pt x="131476" y="622572"/>
                </a:moveTo>
                <a:cubicBezTo>
                  <a:pt x="144908" y="622572"/>
                  <a:pt x="155796" y="633460"/>
                  <a:pt x="155796" y="646892"/>
                </a:cubicBezTo>
                <a:cubicBezTo>
                  <a:pt x="155796" y="660324"/>
                  <a:pt x="144908" y="671212"/>
                  <a:pt x="131476" y="671212"/>
                </a:cubicBezTo>
                <a:cubicBezTo>
                  <a:pt x="118044" y="671212"/>
                  <a:pt x="107156" y="660324"/>
                  <a:pt x="107156" y="646892"/>
                </a:cubicBezTo>
                <a:cubicBezTo>
                  <a:pt x="107156" y="633460"/>
                  <a:pt x="118044" y="622572"/>
                  <a:pt x="131476" y="622572"/>
                </a:cubicBezTo>
                <a:close/>
                <a:moveTo>
                  <a:pt x="24320" y="622572"/>
                </a:moveTo>
                <a:cubicBezTo>
                  <a:pt x="37752" y="622572"/>
                  <a:pt x="48640" y="633460"/>
                  <a:pt x="48640" y="646892"/>
                </a:cubicBezTo>
                <a:cubicBezTo>
                  <a:pt x="48640" y="660324"/>
                  <a:pt x="37752" y="671212"/>
                  <a:pt x="24320" y="671212"/>
                </a:cubicBezTo>
                <a:cubicBezTo>
                  <a:pt x="10888" y="671212"/>
                  <a:pt x="0" y="660324"/>
                  <a:pt x="0" y="646892"/>
                </a:cubicBezTo>
                <a:cubicBezTo>
                  <a:pt x="0" y="633460"/>
                  <a:pt x="10888" y="622572"/>
                  <a:pt x="24320" y="622572"/>
                </a:cubicBezTo>
                <a:close/>
                <a:moveTo>
                  <a:pt x="24320" y="466929"/>
                </a:moveTo>
                <a:cubicBezTo>
                  <a:pt x="37752" y="466929"/>
                  <a:pt x="48640" y="477817"/>
                  <a:pt x="48640" y="491249"/>
                </a:cubicBezTo>
                <a:cubicBezTo>
                  <a:pt x="48640" y="504681"/>
                  <a:pt x="37752" y="515569"/>
                  <a:pt x="24320" y="515569"/>
                </a:cubicBezTo>
                <a:cubicBezTo>
                  <a:pt x="10888" y="515569"/>
                  <a:pt x="0" y="504681"/>
                  <a:pt x="0" y="491249"/>
                </a:cubicBezTo>
                <a:cubicBezTo>
                  <a:pt x="0" y="477817"/>
                  <a:pt x="10888" y="466929"/>
                  <a:pt x="24320" y="466929"/>
                </a:cubicBezTo>
                <a:close/>
                <a:moveTo>
                  <a:pt x="131476" y="466929"/>
                </a:moveTo>
                <a:cubicBezTo>
                  <a:pt x="144908" y="466929"/>
                  <a:pt x="155796" y="477817"/>
                  <a:pt x="155796" y="491249"/>
                </a:cubicBezTo>
                <a:cubicBezTo>
                  <a:pt x="155796" y="504681"/>
                  <a:pt x="144908" y="515569"/>
                  <a:pt x="131476" y="515569"/>
                </a:cubicBezTo>
                <a:cubicBezTo>
                  <a:pt x="118044" y="515569"/>
                  <a:pt x="107156" y="504681"/>
                  <a:pt x="107156" y="491249"/>
                </a:cubicBezTo>
                <a:cubicBezTo>
                  <a:pt x="107156" y="477817"/>
                  <a:pt x="118044" y="466929"/>
                  <a:pt x="131476" y="466929"/>
                </a:cubicBezTo>
                <a:close/>
                <a:moveTo>
                  <a:pt x="238632" y="466929"/>
                </a:moveTo>
                <a:cubicBezTo>
                  <a:pt x="252064" y="466929"/>
                  <a:pt x="262952" y="477817"/>
                  <a:pt x="262952" y="491249"/>
                </a:cubicBezTo>
                <a:cubicBezTo>
                  <a:pt x="262952" y="504681"/>
                  <a:pt x="252064" y="515569"/>
                  <a:pt x="238632" y="515569"/>
                </a:cubicBezTo>
                <a:cubicBezTo>
                  <a:pt x="225200" y="515569"/>
                  <a:pt x="214312" y="504681"/>
                  <a:pt x="214312" y="491249"/>
                </a:cubicBezTo>
                <a:cubicBezTo>
                  <a:pt x="214312" y="477817"/>
                  <a:pt x="225200" y="466929"/>
                  <a:pt x="238632" y="466929"/>
                </a:cubicBezTo>
                <a:close/>
                <a:moveTo>
                  <a:pt x="345788" y="466929"/>
                </a:moveTo>
                <a:cubicBezTo>
                  <a:pt x="359220" y="466929"/>
                  <a:pt x="370108" y="477817"/>
                  <a:pt x="370108" y="491249"/>
                </a:cubicBezTo>
                <a:cubicBezTo>
                  <a:pt x="370108" y="504681"/>
                  <a:pt x="359220" y="515569"/>
                  <a:pt x="345788" y="515569"/>
                </a:cubicBezTo>
                <a:cubicBezTo>
                  <a:pt x="332356" y="515569"/>
                  <a:pt x="321468" y="504681"/>
                  <a:pt x="321468" y="491249"/>
                </a:cubicBezTo>
                <a:cubicBezTo>
                  <a:pt x="321468" y="477817"/>
                  <a:pt x="332356" y="466929"/>
                  <a:pt x="345788" y="466929"/>
                </a:cubicBezTo>
                <a:close/>
                <a:moveTo>
                  <a:pt x="452944" y="466929"/>
                </a:moveTo>
                <a:cubicBezTo>
                  <a:pt x="466376" y="466929"/>
                  <a:pt x="477264" y="477817"/>
                  <a:pt x="477264" y="491249"/>
                </a:cubicBezTo>
                <a:cubicBezTo>
                  <a:pt x="477264" y="504681"/>
                  <a:pt x="466376" y="515569"/>
                  <a:pt x="452944" y="515569"/>
                </a:cubicBezTo>
                <a:cubicBezTo>
                  <a:pt x="439512" y="515569"/>
                  <a:pt x="428624" y="504681"/>
                  <a:pt x="428624" y="491249"/>
                </a:cubicBezTo>
                <a:cubicBezTo>
                  <a:pt x="428624" y="477817"/>
                  <a:pt x="439512" y="466929"/>
                  <a:pt x="452944" y="466929"/>
                </a:cubicBezTo>
                <a:close/>
                <a:moveTo>
                  <a:pt x="24320" y="311287"/>
                </a:moveTo>
                <a:cubicBezTo>
                  <a:pt x="37752" y="311287"/>
                  <a:pt x="48640" y="322175"/>
                  <a:pt x="48640" y="335607"/>
                </a:cubicBezTo>
                <a:cubicBezTo>
                  <a:pt x="48640" y="349038"/>
                  <a:pt x="37752" y="359926"/>
                  <a:pt x="24320" y="359926"/>
                </a:cubicBezTo>
                <a:cubicBezTo>
                  <a:pt x="10888" y="359926"/>
                  <a:pt x="0" y="349038"/>
                  <a:pt x="0" y="335607"/>
                </a:cubicBezTo>
                <a:cubicBezTo>
                  <a:pt x="0" y="322175"/>
                  <a:pt x="10888" y="311287"/>
                  <a:pt x="24320" y="311287"/>
                </a:cubicBezTo>
                <a:close/>
                <a:moveTo>
                  <a:pt x="131476" y="311286"/>
                </a:moveTo>
                <a:cubicBezTo>
                  <a:pt x="144908" y="311286"/>
                  <a:pt x="155796" y="322174"/>
                  <a:pt x="155796" y="335606"/>
                </a:cubicBezTo>
                <a:cubicBezTo>
                  <a:pt x="155796" y="349038"/>
                  <a:pt x="144908" y="359926"/>
                  <a:pt x="131476" y="359926"/>
                </a:cubicBezTo>
                <a:cubicBezTo>
                  <a:pt x="118044" y="359926"/>
                  <a:pt x="107156" y="349038"/>
                  <a:pt x="107156" y="335606"/>
                </a:cubicBezTo>
                <a:cubicBezTo>
                  <a:pt x="107156" y="322174"/>
                  <a:pt x="118044" y="311286"/>
                  <a:pt x="131476" y="311286"/>
                </a:cubicBezTo>
                <a:close/>
                <a:moveTo>
                  <a:pt x="238632" y="311286"/>
                </a:moveTo>
                <a:cubicBezTo>
                  <a:pt x="252064" y="311286"/>
                  <a:pt x="262952" y="322174"/>
                  <a:pt x="262952" y="335606"/>
                </a:cubicBezTo>
                <a:cubicBezTo>
                  <a:pt x="262952" y="349038"/>
                  <a:pt x="252064" y="359926"/>
                  <a:pt x="238632" y="359926"/>
                </a:cubicBezTo>
                <a:cubicBezTo>
                  <a:pt x="225200" y="359926"/>
                  <a:pt x="214312" y="349038"/>
                  <a:pt x="214312" y="335606"/>
                </a:cubicBezTo>
                <a:cubicBezTo>
                  <a:pt x="214312" y="322174"/>
                  <a:pt x="225200" y="311286"/>
                  <a:pt x="238632" y="311286"/>
                </a:cubicBezTo>
                <a:close/>
                <a:moveTo>
                  <a:pt x="345788" y="311286"/>
                </a:moveTo>
                <a:cubicBezTo>
                  <a:pt x="359220" y="311286"/>
                  <a:pt x="370108" y="322174"/>
                  <a:pt x="370108" y="335606"/>
                </a:cubicBezTo>
                <a:cubicBezTo>
                  <a:pt x="370108" y="349038"/>
                  <a:pt x="359220" y="359926"/>
                  <a:pt x="345788" y="359926"/>
                </a:cubicBezTo>
                <a:cubicBezTo>
                  <a:pt x="332356" y="359926"/>
                  <a:pt x="321468" y="349038"/>
                  <a:pt x="321468" y="335606"/>
                </a:cubicBezTo>
                <a:cubicBezTo>
                  <a:pt x="321468" y="322174"/>
                  <a:pt x="332356" y="311286"/>
                  <a:pt x="345788" y="311286"/>
                </a:cubicBezTo>
                <a:close/>
                <a:moveTo>
                  <a:pt x="452944" y="311286"/>
                </a:moveTo>
                <a:cubicBezTo>
                  <a:pt x="466376" y="311286"/>
                  <a:pt x="477264" y="322174"/>
                  <a:pt x="477264" y="335606"/>
                </a:cubicBezTo>
                <a:cubicBezTo>
                  <a:pt x="477264" y="349038"/>
                  <a:pt x="466376" y="359926"/>
                  <a:pt x="452944" y="359926"/>
                </a:cubicBezTo>
                <a:cubicBezTo>
                  <a:pt x="439512" y="359926"/>
                  <a:pt x="428624" y="349038"/>
                  <a:pt x="428624" y="335606"/>
                </a:cubicBezTo>
                <a:cubicBezTo>
                  <a:pt x="428624" y="322174"/>
                  <a:pt x="439512" y="311286"/>
                  <a:pt x="452944" y="311286"/>
                </a:cubicBezTo>
                <a:close/>
                <a:moveTo>
                  <a:pt x="24320" y="155643"/>
                </a:moveTo>
                <a:cubicBezTo>
                  <a:pt x="37752" y="155643"/>
                  <a:pt x="48640" y="166531"/>
                  <a:pt x="48640" y="179963"/>
                </a:cubicBezTo>
                <a:cubicBezTo>
                  <a:pt x="48640" y="193395"/>
                  <a:pt x="37752" y="204283"/>
                  <a:pt x="24320" y="204283"/>
                </a:cubicBezTo>
                <a:cubicBezTo>
                  <a:pt x="10888" y="204283"/>
                  <a:pt x="0" y="193395"/>
                  <a:pt x="0" y="179963"/>
                </a:cubicBezTo>
                <a:cubicBezTo>
                  <a:pt x="0" y="166531"/>
                  <a:pt x="10888" y="155643"/>
                  <a:pt x="24320" y="155643"/>
                </a:cubicBezTo>
                <a:close/>
                <a:moveTo>
                  <a:pt x="131476" y="155643"/>
                </a:moveTo>
                <a:cubicBezTo>
                  <a:pt x="144908" y="155643"/>
                  <a:pt x="155796" y="166531"/>
                  <a:pt x="155796" y="179963"/>
                </a:cubicBezTo>
                <a:cubicBezTo>
                  <a:pt x="155796" y="193395"/>
                  <a:pt x="144908" y="204283"/>
                  <a:pt x="131476" y="204283"/>
                </a:cubicBezTo>
                <a:cubicBezTo>
                  <a:pt x="118044" y="204283"/>
                  <a:pt x="107156" y="193395"/>
                  <a:pt x="107156" y="179963"/>
                </a:cubicBezTo>
                <a:cubicBezTo>
                  <a:pt x="107156" y="166531"/>
                  <a:pt x="118044" y="155643"/>
                  <a:pt x="131476" y="155643"/>
                </a:cubicBezTo>
                <a:close/>
                <a:moveTo>
                  <a:pt x="238632" y="155643"/>
                </a:moveTo>
                <a:cubicBezTo>
                  <a:pt x="252064" y="155643"/>
                  <a:pt x="262952" y="166531"/>
                  <a:pt x="262952" y="179963"/>
                </a:cubicBezTo>
                <a:cubicBezTo>
                  <a:pt x="262952" y="193395"/>
                  <a:pt x="252064" y="204283"/>
                  <a:pt x="238632" y="204283"/>
                </a:cubicBezTo>
                <a:cubicBezTo>
                  <a:pt x="225200" y="204283"/>
                  <a:pt x="214312" y="193395"/>
                  <a:pt x="214312" y="179963"/>
                </a:cubicBezTo>
                <a:cubicBezTo>
                  <a:pt x="214312" y="166531"/>
                  <a:pt x="225200" y="155643"/>
                  <a:pt x="238632" y="155643"/>
                </a:cubicBezTo>
                <a:close/>
                <a:moveTo>
                  <a:pt x="345788" y="155643"/>
                </a:moveTo>
                <a:cubicBezTo>
                  <a:pt x="359220" y="155643"/>
                  <a:pt x="370108" y="166531"/>
                  <a:pt x="370108" y="179963"/>
                </a:cubicBezTo>
                <a:cubicBezTo>
                  <a:pt x="370108" y="193395"/>
                  <a:pt x="359220" y="204283"/>
                  <a:pt x="345788" y="204283"/>
                </a:cubicBezTo>
                <a:cubicBezTo>
                  <a:pt x="332356" y="204283"/>
                  <a:pt x="321468" y="193395"/>
                  <a:pt x="321468" y="179963"/>
                </a:cubicBezTo>
                <a:cubicBezTo>
                  <a:pt x="321468" y="166531"/>
                  <a:pt x="332356" y="155643"/>
                  <a:pt x="345788" y="155643"/>
                </a:cubicBezTo>
                <a:close/>
                <a:moveTo>
                  <a:pt x="452944" y="155643"/>
                </a:moveTo>
                <a:cubicBezTo>
                  <a:pt x="466376" y="155643"/>
                  <a:pt x="477264" y="166531"/>
                  <a:pt x="477264" y="179963"/>
                </a:cubicBezTo>
                <a:cubicBezTo>
                  <a:pt x="477264" y="193395"/>
                  <a:pt x="466376" y="204283"/>
                  <a:pt x="452944" y="204283"/>
                </a:cubicBezTo>
                <a:cubicBezTo>
                  <a:pt x="439512" y="204283"/>
                  <a:pt x="428624" y="193395"/>
                  <a:pt x="428624" y="179963"/>
                </a:cubicBezTo>
                <a:cubicBezTo>
                  <a:pt x="428624" y="166531"/>
                  <a:pt x="439512" y="155643"/>
                  <a:pt x="452944" y="155643"/>
                </a:cubicBezTo>
                <a:close/>
                <a:moveTo>
                  <a:pt x="452944" y="0"/>
                </a:moveTo>
                <a:cubicBezTo>
                  <a:pt x="466376" y="0"/>
                  <a:pt x="477264" y="10888"/>
                  <a:pt x="477264" y="24320"/>
                </a:cubicBezTo>
                <a:cubicBezTo>
                  <a:pt x="477264" y="37752"/>
                  <a:pt x="466376" y="48640"/>
                  <a:pt x="452944" y="48640"/>
                </a:cubicBezTo>
                <a:cubicBezTo>
                  <a:pt x="439512" y="48640"/>
                  <a:pt x="428624" y="37752"/>
                  <a:pt x="428624" y="24320"/>
                </a:cubicBezTo>
                <a:cubicBezTo>
                  <a:pt x="428624" y="10888"/>
                  <a:pt x="439512" y="0"/>
                  <a:pt x="452944" y="0"/>
                </a:cubicBezTo>
                <a:close/>
                <a:moveTo>
                  <a:pt x="345788" y="0"/>
                </a:moveTo>
                <a:cubicBezTo>
                  <a:pt x="359220" y="0"/>
                  <a:pt x="370108" y="10888"/>
                  <a:pt x="370108" y="24320"/>
                </a:cubicBezTo>
                <a:cubicBezTo>
                  <a:pt x="370108" y="37752"/>
                  <a:pt x="359220" y="48640"/>
                  <a:pt x="345788" y="48640"/>
                </a:cubicBezTo>
                <a:cubicBezTo>
                  <a:pt x="332356" y="48640"/>
                  <a:pt x="321468" y="37752"/>
                  <a:pt x="321468" y="24320"/>
                </a:cubicBezTo>
                <a:cubicBezTo>
                  <a:pt x="321468" y="10888"/>
                  <a:pt x="332356" y="0"/>
                  <a:pt x="345788" y="0"/>
                </a:cubicBezTo>
                <a:close/>
                <a:moveTo>
                  <a:pt x="238632" y="0"/>
                </a:moveTo>
                <a:cubicBezTo>
                  <a:pt x="252064" y="0"/>
                  <a:pt x="262952" y="10888"/>
                  <a:pt x="262952" y="24320"/>
                </a:cubicBezTo>
                <a:cubicBezTo>
                  <a:pt x="262952" y="37752"/>
                  <a:pt x="252064" y="48640"/>
                  <a:pt x="238632" y="48640"/>
                </a:cubicBezTo>
                <a:cubicBezTo>
                  <a:pt x="225200" y="48640"/>
                  <a:pt x="214312" y="37752"/>
                  <a:pt x="214312" y="24320"/>
                </a:cubicBezTo>
                <a:cubicBezTo>
                  <a:pt x="214312" y="10888"/>
                  <a:pt x="225200" y="0"/>
                  <a:pt x="238632" y="0"/>
                </a:cubicBezTo>
                <a:close/>
                <a:moveTo>
                  <a:pt x="131476" y="0"/>
                </a:moveTo>
                <a:cubicBezTo>
                  <a:pt x="144908" y="0"/>
                  <a:pt x="155796" y="10888"/>
                  <a:pt x="155796" y="24320"/>
                </a:cubicBezTo>
                <a:cubicBezTo>
                  <a:pt x="155796" y="37752"/>
                  <a:pt x="144908" y="48640"/>
                  <a:pt x="131476" y="48640"/>
                </a:cubicBezTo>
                <a:cubicBezTo>
                  <a:pt x="118044" y="48640"/>
                  <a:pt x="107156" y="37752"/>
                  <a:pt x="107156" y="24320"/>
                </a:cubicBezTo>
                <a:cubicBezTo>
                  <a:pt x="107156" y="10888"/>
                  <a:pt x="118044" y="0"/>
                  <a:pt x="131476" y="0"/>
                </a:cubicBezTo>
                <a:close/>
                <a:moveTo>
                  <a:pt x="24320" y="0"/>
                </a:moveTo>
                <a:cubicBezTo>
                  <a:pt x="37752" y="0"/>
                  <a:pt x="48640" y="10888"/>
                  <a:pt x="48640" y="24320"/>
                </a:cubicBezTo>
                <a:cubicBezTo>
                  <a:pt x="48640" y="37752"/>
                  <a:pt x="37752" y="48640"/>
                  <a:pt x="24320" y="48640"/>
                </a:cubicBezTo>
                <a:cubicBezTo>
                  <a:pt x="10888" y="48640"/>
                  <a:pt x="0" y="37752"/>
                  <a:pt x="0" y="24320"/>
                </a:cubicBezTo>
                <a:cubicBezTo>
                  <a:pt x="0" y="10888"/>
                  <a:pt x="10888" y="0"/>
                  <a:pt x="24320" y="0"/>
                </a:cubicBezTo>
                <a:close/>
              </a:path>
            </a:pathLst>
          </a:cu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sp>
        <p:nvSpPr>
          <p:cNvPr id="27" name="矩形 26"/>
          <p:cNvSpPr/>
          <p:nvPr/>
        </p:nvSpPr>
        <p:spPr>
          <a:xfrm>
            <a:off x="11933555" y="543560"/>
            <a:ext cx="258445" cy="111760"/>
          </a:xfrm>
          <a:prstGeom prst="rect">
            <a:avLst/>
          </a:prstGeom>
          <a:solidFill>
            <a:srgbClr val="62EFF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lumMod val="85000"/>
                  <a:lumOff val="15000"/>
                </a:schemeClr>
              </a:solidFill>
            </a:endParaRPr>
          </a:p>
        </p:txBody>
      </p:sp>
      <p:grpSp>
        <p:nvGrpSpPr>
          <p:cNvPr id="10" name="组合 9"/>
          <p:cNvGrpSpPr/>
          <p:nvPr/>
        </p:nvGrpSpPr>
        <p:grpSpPr>
          <a:xfrm>
            <a:off x="284882" y="241573"/>
            <a:ext cx="6998335" cy="626543"/>
            <a:chOff x="284882" y="285115"/>
            <a:chExt cx="6998335" cy="626543"/>
          </a:xfrm>
        </p:grpSpPr>
        <p:sp>
          <p:nvSpPr>
            <p:cNvPr id="21" name="文本框 20"/>
            <p:cNvSpPr txBox="1"/>
            <p:nvPr/>
          </p:nvSpPr>
          <p:spPr>
            <a:xfrm>
              <a:off x="831617" y="285115"/>
              <a:ext cx="6451600" cy="583565"/>
            </a:xfrm>
            <a:prstGeom prst="rect">
              <a:avLst/>
            </a:prstGeom>
            <a:noFill/>
          </p:spPr>
          <p:txBody>
            <a:bodyPr wrap="square" rtlCol="0">
              <a:spAutoFit/>
            </a:bodyPr>
            <a:lstStyle/>
            <a:p>
              <a:r>
                <a:rPr lang="zh-CN" altLang="en-US" sz="3200" dirty="0">
                  <a:solidFill>
                    <a:schemeClr val="tx1">
                      <a:lumMod val="85000"/>
                      <a:lumOff val="15000"/>
                    </a:schemeClr>
                  </a:solidFill>
                  <a:latin typeface="报隶-简" panose="02010600040101010101" charset="-122"/>
                  <a:ea typeface="报隶-简" panose="02010600040101010101" charset="-122"/>
                  <a:cs typeface="+mn-ea"/>
                  <a:sym typeface="+mn-lt"/>
                </a:rPr>
                <a:t>特征筛选</a:t>
              </a:r>
              <a:r>
                <a:rPr lang="en-US" altLang="zh-CN" sz="3200" dirty="0">
                  <a:solidFill>
                    <a:schemeClr val="tx1">
                      <a:lumMod val="85000"/>
                      <a:lumOff val="15000"/>
                    </a:schemeClr>
                  </a:solidFill>
                  <a:latin typeface="报隶-简" panose="02010600040101010101" charset="-122"/>
                  <a:ea typeface="报隶-简" panose="02010600040101010101" charset="-122"/>
                  <a:cs typeface="+mn-ea"/>
                  <a:sym typeface="+mn-lt"/>
                </a:rPr>
                <a:t>-Google </a:t>
              </a:r>
              <a:r>
                <a:rPr lang="en-US" altLang="zh-CN" sz="3200" dirty="0">
                  <a:solidFill>
                    <a:schemeClr val="tx1">
                      <a:lumMod val="85000"/>
                      <a:lumOff val="15000"/>
                    </a:schemeClr>
                  </a:solidFill>
                  <a:latin typeface="报隶-简" panose="02010600040101010101" charset="-122"/>
                  <a:ea typeface="报隶-简" panose="02010600040101010101" charset="-122"/>
                  <a:cs typeface="+mn-ea"/>
                  <a:sym typeface="+mn-lt"/>
                </a:rPr>
                <a:t>SHAP</a:t>
              </a:r>
              <a:endParaRPr lang="en-US" altLang="zh-CN" sz="3200" dirty="0">
                <a:solidFill>
                  <a:schemeClr val="tx1">
                    <a:lumMod val="85000"/>
                    <a:lumOff val="15000"/>
                  </a:schemeClr>
                </a:solidFill>
                <a:latin typeface="报隶-简" panose="02010600040101010101" charset="-122"/>
                <a:ea typeface="报隶-简" panose="02010600040101010101" charset="-122"/>
                <a:cs typeface="+mn-ea"/>
                <a:sym typeface="+mn-lt"/>
              </a:endParaRPr>
            </a:p>
          </p:txBody>
        </p:sp>
        <p:grpSp>
          <p:nvGrpSpPr>
            <p:cNvPr id="13" name="组合 12"/>
            <p:cNvGrpSpPr/>
            <p:nvPr/>
          </p:nvGrpSpPr>
          <p:grpSpPr>
            <a:xfrm>
              <a:off x="284882" y="369226"/>
              <a:ext cx="542432" cy="542432"/>
              <a:chOff x="4058577" y="4375150"/>
              <a:chExt cx="1384300" cy="1384300"/>
            </a:xfrm>
          </p:grpSpPr>
          <p:sp>
            <p:nvSpPr>
              <p:cNvPr id="9" name="椭圆 8"/>
              <p:cNvSpPr/>
              <p:nvPr/>
            </p:nvSpPr>
            <p:spPr>
              <a:xfrm>
                <a:off x="4058577" y="4375150"/>
                <a:ext cx="1384300" cy="1384300"/>
              </a:xfrm>
              <a:prstGeom prst="ellipse">
                <a:avLst/>
              </a:prstGeom>
              <a:gradFill flip="none" rotWithShape="1">
                <a:gsLst>
                  <a:gs pos="38000">
                    <a:srgbClr val="62EFFE"/>
                  </a:gs>
                  <a:gs pos="90000">
                    <a:srgbClr val="02ECFE"/>
                  </a:gs>
                </a:gsLst>
                <a:lin ang="54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a:solidFill>
                    <a:schemeClr val="tx1">
                      <a:lumMod val="85000"/>
                      <a:lumOff val="15000"/>
                    </a:schemeClr>
                  </a:solidFill>
                  <a:latin typeface="思源黑体 CN Bold" panose="020B0800000000000000" pitchFamily="34" charset="-122"/>
                  <a:ea typeface="思源黑体 CN Bold" panose="020B0800000000000000" pitchFamily="34" charset="-122"/>
                  <a:cs typeface="+mn-ea"/>
                </a:endParaRPr>
              </a:p>
            </p:txBody>
          </p:sp>
          <p:pic>
            <p:nvPicPr>
              <p:cNvPr id="11" name="图片 10"/>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4311650" y="4619625"/>
                <a:ext cx="889000" cy="889000"/>
              </a:xfrm>
              <a:prstGeom prst="rect">
                <a:avLst/>
              </a:prstGeom>
            </p:spPr>
          </p:pic>
        </p:grpSp>
      </p:grpSp>
      <p:sp>
        <p:nvSpPr>
          <p:cNvPr id="12" name="文本框 11"/>
          <p:cNvSpPr txBox="1"/>
          <p:nvPr/>
        </p:nvSpPr>
        <p:spPr>
          <a:xfrm>
            <a:off x="9031605" y="569557"/>
            <a:ext cx="2705562" cy="337185"/>
          </a:xfrm>
          <a:prstGeom prst="rect">
            <a:avLst/>
          </a:prstGeom>
          <a:noFill/>
        </p:spPr>
        <p:txBody>
          <a:bodyPr wrap="square" rtlCol="0">
            <a:spAutoFit/>
          </a:bodyPr>
          <a:p>
            <a:pPr algn="dist"/>
            <a:r>
              <a:rPr lang="zh-CN" altLang="en-US" sz="1600" b="1" dirty="0">
                <a:solidFill>
                  <a:schemeClr val="tx1"/>
                </a:solidFill>
                <a:latin typeface="思源黑体 CN Normal" panose="020B0400000000000000" pitchFamily="34" charset="-122"/>
                <a:ea typeface="思源黑体 CN Normal" panose="020B0400000000000000" pitchFamily="34" charset="-122"/>
                <a:cs typeface="+mn-ea"/>
                <a:sym typeface="+mn-lt"/>
              </a:rPr>
              <a:t>20</a:t>
            </a:r>
            <a:r>
              <a:rPr lang="en-US" altLang="zh-CN" sz="1600" b="1" dirty="0">
                <a:solidFill>
                  <a:schemeClr val="tx1"/>
                </a:solidFill>
                <a:latin typeface="思源黑体 CN Normal" panose="020B0400000000000000" pitchFamily="34" charset="-122"/>
                <a:ea typeface="思源黑体 CN Normal" panose="020B0400000000000000" pitchFamily="34" charset="-122"/>
                <a:cs typeface="+mn-ea"/>
                <a:sym typeface="+mn-lt"/>
              </a:rPr>
              <a:t>23Google</a:t>
            </a:r>
            <a:r>
              <a:rPr lang="zh-CN" altLang="en-US" sz="1600" b="1" dirty="0">
                <a:solidFill>
                  <a:schemeClr val="tx1"/>
                </a:solidFill>
                <a:latin typeface="思源黑体 CN Normal" panose="020B0400000000000000" pitchFamily="34" charset="-122"/>
                <a:ea typeface="思源黑体 CN Normal" panose="020B0400000000000000" pitchFamily="34" charset="-122"/>
                <a:cs typeface="+mn-ea"/>
                <a:sym typeface="+mn-lt"/>
              </a:rPr>
              <a:t>开发者大会</a:t>
            </a:r>
            <a:endParaRPr lang="zh-CN" altLang="en-US" sz="1600" b="1" dirty="0">
              <a:solidFill>
                <a:schemeClr val="tx1"/>
              </a:solidFill>
              <a:latin typeface="思源黑体 CN Normal" panose="020B0400000000000000" pitchFamily="34" charset="-122"/>
              <a:ea typeface="思源黑体 CN Normal" panose="020B0400000000000000" pitchFamily="34" charset="-122"/>
              <a:cs typeface="+mn-ea"/>
              <a:sym typeface="+mn-lt"/>
            </a:endParaRPr>
          </a:p>
        </p:txBody>
      </p:sp>
      <p:sp>
        <p:nvSpPr>
          <p:cNvPr id="15" name="右箭头 14"/>
          <p:cNvSpPr/>
          <p:nvPr/>
        </p:nvSpPr>
        <p:spPr>
          <a:xfrm>
            <a:off x="5744210" y="4086225"/>
            <a:ext cx="891540" cy="243840"/>
          </a:xfrm>
          <a:prstGeom prst="rightArrow">
            <a:avLst/>
          </a:prstGeom>
        </p:spPr>
        <p:style>
          <a:lnRef idx="2">
            <a:schemeClr val="dk1">
              <a:shade val="50000"/>
            </a:schemeClr>
          </a:lnRef>
          <a:fillRef idx="1">
            <a:schemeClr val="dk1"/>
          </a:fillRef>
          <a:effectRef idx="0">
            <a:schemeClr val="dk1"/>
          </a:effectRef>
          <a:fontRef idx="minor">
            <a:schemeClr val="lt1"/>
          </a:fontRef>
        </p:style>
        <p:txBody>
          <a:bodyPr rtlCol="0" anchor="ctr"/>
          <a:p>
            <a:pPr algn="ctr"/>
            <a:endParaRPr lang="zh-CN" altLang="en-US"/>
          </a:p>
        </p:txBody>
      </p:sp>
      <p:pic>
        <p:nvPicPr>
          <p:cNvPr id="16" name="图片 15"/>
          <p:cNvPicPr>
            <a:picLocks noChangeAspect="1"/>
          </p:cNvPicPr>
          <p:nvPr/>
        </p:nvPicPr>
        <p:blipFill>
          <a:blip r:embed="rId2"/>
          <a:stretch>
            <a:fillRect/>
          </a:stretch>
        </p:blipFill>
        <p:spPr>
          <a:xfrm>
            <a:off x="1033145" y="3157855"/>
            <a:ext cx="4028440" cy="2715895"/>
          </a:xfrm>
          <a:prstGeom prst="rect">
            <a:avLst/>
          </a:prstGeom>
        </p:spPr>
      </p:pic>
      <p:pic>
        <p:nvPicPr>
          <p:cNvPr id="17" name="图片 16"/>
          <p:cNvPicPr>
            <a:picLocks noChangeAspect="1"/>
          </p:cNvPicPr>
          <p:nvPr/>
        </p:nvPicPr>
        <p:blipFill>
          <a:blip r:embed="rId3"/>
          <a:stretch>
            <a:fillRect/>
          </a:stretch>
        </p:blipFill>
        <p:spPr>
          <a:xfrm>
            <a:off x="2642235" y="5485130"/>
            <a:ext cx="1920240" cy="407035"/>
          </a:xfrm>
          <a:prstGeom prst="rect">
            <a:avLst/>
          </a:prstGeom>
        </p:spPr>
      </p:pic>
      <p:pic>
        <p:nvPicPr>
          <p:cNvPr id="18" name="图片 17"/>
          <p:cNvPicPr>
            <a:picLocks noChangeAspect="1"/>
          </p:cNvPicPr>
          <p:nvPr/>
        </p:nvPicPr>
        <p:blipFill>
          <a:blip r:embed="rId4"/>
          <a:stretch>
            <a:fillRect/>
          </a:stretch>
        </p:blipFill>
        <p:spPr>
          <a:xfrm>
            <a:off x="7468870" y="3176270"/>
            <a:ext cx="3300095" cy="2826385"/>
          </a:xfrm>
          <a:prstGeom prst="rect">
            <a:avLst/>
          </a:prstGeom>
        </p:spPr>
      </p:pic>
      <p:pic>
        <p:nvPicPr>
          <p:cNvPr id="19" name="图片 18"/>
          <p:cNvPicPr>
            <a:picLocks noChangeAspect="1"/>
          </p:cNvPicPr>
          <p:nvPr/>
        </p:nvPicPr>
        <p:blipFill>
          <a:blip r:embed="rId5"/>
          <a:stretch>
            <a:fillRect/>
          </a:stretch>
        </p:blipFill>
        <p:spPr>
          <a:xfrm>
            <a:off x="9939020" y="5758815"/>
            <a:ext cx="829945" cy="243840"/>
          </a:xfrm>
          <a:prstGeom prst="rect">
            <a:avLst/>
          </a:prstGeom>
        </p:spPr>
      </p:pic>
      <p:sp>
        <p:nvSpPr>
          <p:cNvPr id="20" name="文本框 19"/>
          <p:cNvSpPr txBox="1"/>
          <p:nvPr/>
        </p:nvSpPr>
        <p:spPr>
          <a:xfrm>
            <a:off x="554355" y="1484630"/>
            <a:ext cx="10789285" cy="1476375"/>
          </a:xfrm>
          <a:prstGeom prst="rect">
            <a:avLst/>
          </a:prstGeom>
          <a:noFill/>
        </p:spPr>
        <p:txBody>
          <a:bodyPr wrap="square" rtlCol="0" anchor="t">
            <a:spAutoFit/>
          </a:bodyPr>
          <a:p>
            <a:pPr marL="285750" indent="-285750">
              <a:buFont typeface="Arial" panose="020B0604020202020204" pitchFamily="34" charset="0"/>
              <a:buChar char="•"/>
            </a:pPr>
            <a:r>
              <a:rPr lang="zh-CN" altLang="en-US">
                <a:latin typeface="汉仪中宋简" panose="02010600000101010101" charset="-122"/>
                <a:ea typeface="汉仪中宋简" panose="02010600000101010101" charset="-122"/>
                <a:cs typeface="汉仪中宋简" panose="02010600000101010101" charset="-122"/>
              </a:rPr>
              <a:t>SHAP是</a:t>
            </a:r>
            <a:r>
              <a:rPr lang="zh-CN" altLang="en-US">
                <a:latin typeface="汉仪中宋简" panose="02010600000101010101" charset="-122"/>
                <a:ea typeface="汉仪中宋简" panose="02010600000101010101" charset="-122"/>
                <a:cs typeface="汉仪中宋简" panose="02010600000101010101" charset="-122"/>
              </a:rPr>
              <a:t>谷歌个开发的一个"模型解释"包，可以解释任何机器学习模型的输出。</a:t>
            </a:r>
            <a:endParaRPr lang="zh-CN" altLang="en-US">
              <a:latin typeface="汉仪中宋简" panose="02010600000101010101" charset="-122"/>
              <a:ea typeface="汉仪中宋简" panose="02010600000101010101" charset="-122"/>
              <a:cs typeface="汉仪中宋简" panose="02010600000101010101" charset="-122"/>
            </a:endParaRPr>
          </a:p>
          <a:p>
            <a:pPr marL="285750" indent="-285750">
              <a:buFont typeface="Arial" panose="020B0604020202020204" pitchFamily="34" charset="0"/>
              <a:buChar char="•"/>
            </a:pPr>
            <a:endParaRPr lang="zh-CN" altLang="en-US">
              <a:latin typeface="汉仪中宋简" panose="02010600000101010101" charset="-122"/>
              <a:ea typeface="汉仪中宋简" panose="02010600000101010101" charset="-122"/>
              <a:cs typeface="汉仪中宋简" panose="02010600000101010101" charset="-122"/>
            </a:endParaRPr>
          </a:p>
          <a:p>
            <a:pPr marL="285750" indent="-285750">
              <a:buFont typeface="Arial" panose="020B0604020202020204" pitchFamily="34" charset="0"/>
              <a:buChar char="•"/>
            </a:pPr>
            <a:r>
              <a:rPr lang="zh-CN" altLang="en-US">
                <a:latin typeface="汉仪中宋简" panose="02010600000101010101" charset="-122"/>
                <a:ea typeface="汉仪中宋简" panose="02010600000101010101" charset="-122"/>
                <a:cs typeface="汉仪中宋简" panose="02010600000101010101" charset="-122"/>
              </a:rPr>
              <a:t>在合作博弈论的启发下SHAP构建一个加性的解释模型，所有的特征都视为“贡献者”。</a:t>
            </a:r>
            <a:endParaRPr lang="zh-CN" altLang="en-US">
              <a:latin typeface="汉仪中宋简" panose="02010600000101010101" charset="-122"/>
              <a:ea typeface="汉仪中宋简" panose="02010600000101010101" charset="-122"/>
              <a:cs typeface="汉仪中宋简" panose="02010600000101010101" charset="-122"/>
            </a:endParaRPr>
          </a:p>
          <a:p>
            <a:pPr marL="285750" indent="-285750">
              <a:buFont typeface="Arial" panose="020B0604020202020204" pitchFamily="34" charset="0"/>
              <a:buChar char="•"/>
            </a:pPr>
            <a:endParaRPr lang="zh-CN" altLang="en-US">
              <a:latin typeface="汉仪中宋简" panose="02010600000101010101" charset="-122"/>
              <a:ea typeface="汉仪中宋简" panose="02010600000101010101" charset="-122"/>
              <a:cs typeface="汉仪中宋简" panose="02010600000101010101" charset="-122"/>
            </a:endParaRPr>
          </a:p>
          <a:p>
            <a:pPr marL="285750" indent="-285750">
              <a:buFont typeface="Arial" panose="020B0604020202020204" pitchFamily="34" charset="0"/>
              <a:buChar char="•"/>
            </a:pPr>
            <a:r>
              <a:rPr lang="zh-CN" altLang="en-US">
                <a:latin typeface="汉仪中宋简" panose="02010600000101010101" charset="-122"/>
                <a:ea typeface="汉仪中宋简" panose="02010600000101010101" charset="-122"/>
                <a:cs typeface="汉仪中宋简" panose="02010600000101010101" charset="-122"/>
              </a:rPr>
              <a:t>对于每个预测样本，模型都产生一个预测值，SHAP value就是该样本中每个特征所分配到的数值。</a:t>
            </a:r>
            <a:endParaRPr lang="zh-CN" altLang="en-US">
              <a:latin typeface="汉仪中宋简" panose="02010600000101010101" charset="-122"/>
              <a:ea typeface="汉仪中宋简" panose="02010600000101010101" charset="-122"/>
              <a:cs typeface="汉仪中宋简" panose="02010600000101010101" charset="-122"/>
            </a:endParaRPr>
          </a:p>
        </p:txBody>
      </p:sp>
    </p:spTree>
  </p:cSld>
  <p:clrMapOvr>
    <a:masterClrMapping/>
  </p:clrMapOvr>
  <mc:AlternateContent xmlns:mc="http://schemas.openxmlformats.org/markup-compatibility/2006">
    <mc:Choice xmlns:p14="http://schemas.microsoft.com/office/powerpoint/2010/main" Requires="p14">
      <p:transition spd="slow" p14:dur="1600" advTm="5000">
        <p14:prism isInverted="1"/>
      </p:transition>
    </mc:Choice>
    <mc:Fallback>
      <p:transition spd="slow" advTm="5000">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8" name="组合 7"/>
          <p:cNvGrpSpPr/>
          <p:nvPr/>
        </p:nvGrpSpPr>
        <p:grpSpPr>
          <a:xfrm>
            <a:off x="-698500" y="-582990"/>
            <a:ext cx="13589000" cy="8023980"/>
            <a:chOff x="-863600" y="-584200"/>
            <a:chExt cx="13335000" cy="7874000"/>
          </a:xfrm>
          <a:solidFill>
            <a:srgbClr val="E6E6E6"/>
          </a:solidFill>
        </p:grpSpPr>
        <p:grpSp>
          <p:nvGrpSpPr>
            <p:cNvPr id="4" name="组合 3"/>
            <p:cNvGrpSpPr/>
            <p:nvPr/>
          </p:nvGrpSpPr>
          <p:grpSpPr>
            <a:xfrm>
              <a:off x="-863600" y="-584200"/>
              <a:ext cx="165100" cy="7874000"/>
              <a:chOff x="-863600" y="-584200"/>
              <a:chExt cx="165100" cy="7874000"/>
            </a:xfrm>
            <a:grpFill/>
          </p:grpSpPr>
          <p:sp>
            <p:nvSpPr>
              <p:cNvPr id="2" name="椭圆 1"/>
              <p:cNvSpPr/>
              <p:nvPr/>
            </p:nvSpPr>
            <p:spPr>
              <a:xfrm>
                <a:off x="-863600" y="-584200"/>
                <a:ext cx="165100" cy="165100"/>
              </a:xfrm>
              <a:prstGeom prst="ellipse">
                <a:avLst/>
              </a:prstGeom>
              <a:grp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椭圆 2"/>
              <p:cNvSpPr/>
              <p:nvPr/>
            </p:nvSpPr>
            <p:spPr>
              <a:xfrm>
                <a:off x="-863600" y="7124700"/>
                <a:ext cx="165100" cy="165100"/>
              </a:xfrm>
              <a:prstGeom prst="ellipse">
                <a:avLst/>
              </a:prstGeom>
              <a:grp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5" name="组合 4"/>
            <p:cNvGrpSpPr/>
            <p:nvPr/>
          </p:nvGrpSpPr>
          <p:grpSpPr>
            <a:xfrm>
              <a:off x="12306300" y="-584200"/>
              <a:ext cx="165100" cy="7874000"/>
              <a:chOff x="-863600" y="-584200"/>
              <a:chExt cx="165100" cy="7874000"/>
            </a:xfrm>
            <a:grpFill/>
          </p:grpSpPr>
          <p:sp>
            <p:nvSpPr>
              <p:cNvPr id="6" name="椭圆 5"/>
              <p:cNvSpPr/>
              <p:nvPr/>
            </p:nvSpPr>
            <p:spPr>
              <a:xfrm>
                <a:off x="-863600" y="-584200"/>
                <a:ext cx="165100" cy="165100"/>
              </a:xfrm>
              <a:prstGeom prst="ellipse">
                <a:avLst/>
              </a:prstGeom>
              <a:grp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椭圆 6"/>
              <p:cNvSpPr/>
              <p:nvPr/>
            </p:nvSpPr>
            <p:spPr>
              <a:xfrm>
                <a:off x="-863600" y="7124700"/>
                <a:ext cx="165100" cy="165100"/>
              </a:xfrm>
              <a:prstGeom prst="ellipse">
                <a:avLst/>
              </a:prstGeom>
              <a:grp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sp>
        <p:nvSpPr>
          <p:cNvPr id="25" name="任意多边形: 形状 24"/>
          <p:cNvSpPr/>
          <p:nvPr/>
        </p:nvSpPr>
        <p:spPr>
          <a:xfrm>
            <a:off x="11291571" y="4451350"/>
            <a:ext cx="396593" cy="816428"/>
          </a:xfrm>
          <a:custGeom>
            <a:avLst/>
            <a:gdLst>
              <a:gd name="connsiteX0" fmla="*/ 452944 w 477264"/>
              <a:gd name="connsiteY0" fmla="*/ 933858 h 982498"/>
              <a:gd name="connsiteX1" fmla="*/ 477264 w 477264"/>
              <a:gd name="connsiteY1" fmla="*/ 958178 h 982498"/>
              <a:gd name="connsiteX2" fmla="*/ 452944 w 477264"/>
              <a:gd name="connsiteY2" fmla="*/ 982498 h 982498"/>
              <a:gd name="connsiteX3" fmla="*/ 428624 w 477264"/>
              <a:gd name="connsiteY3" fmla="*/ 958178 h 982498"/>
              <a:gd name="connsiteX4" fmla="*/ 452944 w 477264"/>
              <a:gd name="connsiteY4" fmla="*/ 933858 h 982498"/>
              <a:gd name="connsiteX5" fmla="*/ 345788 w 477264"/>
              <a:gd name="connsiteY5" fmla="*/ 933858 h 982498"/>
              <a:gd name="connsiteX6" fmla="*/ 370108 w 477264"/>
              <a:gd name="connsiteY6" fmla="*/ 958178 h 982498"/>
              <a:gd name="connsiteX7" fmla="*/ 345788 w 477264"/>
              <a:gd name="connsiteY7" fmla="*/ 982498 h 982498"/>
              <a:gd name="connsiteX8" fmla="*/ 321468 w 477264"/>
              <a:gd name="connsiteY8" fmla="*/ 958178 h 982498"/>
              <a:gd name="connsiteX9" fmla="*/ 345788 w 477264"/>
              <a:gd name="connsiteY9" fmla="*/ 933858 h 982498"/>
              <a:gd name="connsiteX10" fmla="*/ 238632 w 477264"/>
              <a:gd name="connsiteY10" fmla="*/ 933858 h 982498"/>
              <a:gd name="connsiteX11" fmla="*/ 262952 w 477264"/>
              <a:gd name="connsiteY11" fmla="*/ 958178 h 982498"/>
              <a:gd name="connsiteX12" fmla="*/ 238632 w 477264"/>
              <a:gd name="connsiteY12" fmla="*/ 982498 h 982498"/>
              <a:gd name="connsiteX13" fmla="*/ 214312 w 477264"/>
              <a:gd name="connsiteY13" fmla="*/ 958178 h 982498"/>
              <a:gd name="connsiteX14" fmla="*/ 238632 w 477264"/>
              <a:gd name="connsiteY14" fmla="*/ 933858 h 982498"/>
              <a:gd name="connsiteX15" fmla="*/ 131476 w 477264"/>
              <a:gd name="connsiteY15" fmla="*/ 933858 h 982498"/>
              <a:gd name="connsiteX16" fmla="*/ 155796 w 477264"/>
              <a:gd name="connsiteY16" fmla="*/ 958178 h 982498"/>
              <a:gd name="connsiteX17" fmla="*/ 131476 w 477264"/>
              <a:gd name="connsiteY17" fmla="*/ 982498 h 982498"/>
              <a:gd name="connsiteX18" fmla="*/ 107156 w 477264"/>
              <a:gd name="connsiteY18" fmla="*/ 958178 h 982498"/>
              <a:gd name="connsiteX19" fmla="*/ 131476 w 477264"/>
              <a:gd name="connsiteY19" fmla="*/ 933858 h 982498"/>
              <a:gd name="connsiteX20" fmla="*/ 24320 w 477264"/>
              <a:gd name="connsiteY20" fmla="*/ 933858 h 982498"/>
              <a:gd name="connsiteX21" fmla="*/ 48640 w 477264"/>
              <a:gd name="connsiteY21" fmla="*/ 958178 h 982498"/>
              <a:gd name="connsiteX22" fmla="*/ 24320 w 477264"/>
              <a:gd name="connsiteY22" fmla="*/ 982498 h 982498"/>
              <a:gd name="connsiteX23" fmla="*/ 0 w 477264"/>
              <a:gd name="connsiteY23" fmla="*/ 958178 h 982498"/>
              <a:gd name="connsiteX24" fmla="*/ 24320 w 477264"/>
              <a:gd name="connsiteY24" fmla="*/ 933858 h 982498"/>
              <a:gd name="connsiteX25" fmla="*/ 452944 w 477264"/>
              <a:gd name="connsiteY25" fmla="*/ 778215 h 982498"/>
              <a:gd name="connsiteX26" fmla="*/ 477264 w 477264"/>
              <a:gd name="connsiteY26" fmla="*/ 802535 h 982498"/>
              <a:gd name="connsiteX27" fmla="*/ 452944 w 477264"/>
              <a:gd name="connsiteY27" fmla="*/ 826855 h 982498"/>
              <a:gd name="connsiteX28" fmla="*/ 428624 w 477264"/>
              <a:gd name="connsiteY28" fmla="*/ 802535 h 982498"/>
              <a:gd name="connsiteX29" fmla="*/ 452944 w 477264"/>
              <a:gd name="connsiteY29" fmla="*/ 778215 h 982498"/>
              <a:gd name="connsiteX30" fmla="*/ 345788 w 477264"/>
              <a:gd name="connsiteY30" fmla="*/ 778215 h 982498"/>
              <a:gd name="connsiteX31" fmla="*/ 370108 w 477264"/>
              <a:gd name="connsiteY31" fmla="*/ 802535 h 982498"/>
              <a:gd name="connsiteX32" fmla="*/ 345788 w 477264"/>
              <a:gd name="connsiteY32" fmla="*/ 826855 h 982498"/>
              <a:gd name="connsiteX33" fmla="*/ 321468 w 477264"/>
              <a:gd name="connsiteY33" fmla="*/ 802535 h 982498"/>
              <a:gd name="connsiteX34" fmla="*/ 345788 w 477264"/>
              <a:gd name="connsiteY34" fmla="*/ 778215 h 982498"/>
              <a:gd name="connsiteX35" fmla="*/ 238632 w 477264"/>
              <a:gd name="connsiteY35" fmla="*/ 778215 h 982498"/>
              <a:gd name="connsiteX36" fmla="*/ 262952 w 477264"/>
              <a:gd name="connsiteY36" fmla="*/ 802535 h 982498"/>
              <a:gd name="connsiteX37" fmla="*/ 238632 w 477264"/>
              <a:gd name="connsiteY37" fmla="*/ 826855 h 982498"/>
              <a:gd name="connsiteX38" fmla="*/ 214312 w 477264"/>
              <a:gd name="connsiteY38" fmla="*/ 802535 h 982498"/>
              <a:gd name="connsiteX39" fmla="*/ 238632 w 477264"/>
              <a:gd name="connsiteY39" fmla="*/ 778215 h 982498"/>
              <a:gd name="connsiteX40" fmla="*/ 131476 w 477264"/>
              <a:gd name="connsiteY40" fmla="*/ 778215 h 982498"/>
              <a:gd name="connsiteX41" fmla="*/ 155796 w 477264"/>
              <a:gd name="connsiteY41" fmla="*/ 802535 h 982498"/>
              <a:gd name="connsiteX42" fmla="*/ 131476 w 477264"/>
              <a:gd name="connsiteY42" fmla="*/ 826855 h 982498"/>
              <a:gd name="connsiteX43" fmla="*/ 107156 w 477264"/>
              <a:gd name="connsiteY43" fmla="*/ 802535 h 982498"/>
              <a:gd name="connsiteX44" fmla="*/ 131476 w 477264"/>
              <a:gd name="connsiteY44" fmla="*/ 778215 h 982498"/>
              <a:gd name="connsiteX45" fmla="*/ 24320 w 477264"/>
              <a:gd name="connsiteY45" fmla="*/ 778215 h 982498"/>
              <a:gd name="connsiteX46" fmla="*/ 48640 w 477264"/>
              <a:gd name="connsiteY46" fmla="*/ 802535 h 982498"/>
              <a:gd name="connsiteX47" fmla="*/ 24320 w 477264"/>
              <a:gd name="connsiteY47" fmla="*/ 826855 h 982498"/>
              <a:gd name="connsiteX48" fmla="*/ 0 w 477264"/>
              <a:gd name="connsiteY48" fmla="*/ 802535 h 982498"/>
              <a:gd name="connsiteX49" fmla="*/ 24320 w 477264"/>
              <a:gd name="connsiteY49" fmla="*/ 778215 h 982498"/>
              <a:gd name="connsiteX50" fmla="*/ 452944 w 477264"/>
              <a:gd name="connsiteY50" fmla="*/ 622572 h 982498"/>
              <a:gd name="connsiteX51" fmla="*/ 477264 w 477264"/>
              <a:gd name="connsiteY51" fmla="*/ 646892 h 982498"/>
              <a:gd name="connsiteX52" fmla="*/ 452944 w 477264"/>
              <a:gd name="connsiteY52" fmla="*/ 671212 h 982498"/>
              <a:gd name="connsiteX53" fmla="*/ 428624 w 477264"/>
              <a:gd name="connsiteY53" fmla="*/ 646892 h 982498"/>
              <a:gd name="connsiteX54" fmla="*/ 452944 w 477264"/>
              <a:gd name="connsiteY54" fmla="*/ 622572 h 982498"/>
              <a:gd name="connsiteX55" fmla="*/ 345788 w 477264"/>
              <a:gd name="connsiteY55" fmla="*/ 622572 h 982498"/>
              <a:gd name="connsiteX56" fmla="*/ 370108 w 477264"/>
              <a:gd name="connsiteY56" fmla="*/ 646892 h 982498"/>
              <a:gd name="connsiteX57" fmla="*/ 345788 w 477264"/>
              <a:gd name="connsiteY57" fmla="*/ 671212 h 982498"/>
              <a:gd name="connsiteX58" fmla="*/ 321468 w 477264"/>
              <a:gd name="connsiteY58" fmla="*/ 646892 h 982498"/>
              <a:gd name="connsiteX59" fmla="*/ 345788 w 477264"/>
              <a:gd name="connsiteY59" fmla="*/ 622572 h 982498"/>
              <a:gd name="connsiteX60" fmla="*/ 238632 w 477264"/>
              <a:gd name="connsiteY60" fmla="*/ 622572 h 982498"/>
              <a:gd name="connsiteX61" fmla="*/ 262952 w 477264"/>
              <a:gd name="connsiteY61" fmla="*/ 646892 h 982498"/>
              <a:gd name="connsiteX62" fmla="*/ 238632 w 477264"/>
              <a:gd name="connsiteY62" fmla="*/ 671212 h 982498"/>
              <a:gd name="connsiteX63" fmla="*/ 214312 w 477264"/>
              <a:gd name="connsiteY63" fmla="*/ 646892 h 982498"/>
              <a:gd name="connsiteX64" fmla="*/ 238632 w 477264"/>
              <a:gd name="connsiteY64" fmla="*/ 622572 h 982498"/>
              <a:gd name="connsiteX65" fmla="*/ 131476 w 477264"/>
              <a:gd name="connsiteY65" fmla="*/ 622572 h 982498"/>
              <a:gd name="connsiteX66" fmla="*/ 155796 w 477264"/>
              <a:gd name="connsiteY66" fmla="*/ 646892 h 982498"/>
              <a:gd name="connsiteX67" fmla="*/ 131476 w 477264"/>
              <a:gd name="connsiteY67" fmla="*/ 671212 h 982498"/>
              <a:gd name="connsiteX68" fmla="*/ 107156 w 477264"/>
              <a:gd name="connsiteY68" fmla="*/ 646892 h 982498"/>
              <a:gd name="connsiteX69" fmla="*/ 131476 w 477264"/>
              <a:gd name="connsiteY69" fmla="*/ 622572 h 982498"/>
              <a:gd name="connsiteX70" fmla="*/ 24320 w 477264"/>
              <a:gd name="connsiteY70" fmla="*/ 622572 h 982498"/>
              <a:gd name="connsiteX71" fmla="*/ 48640 w 477264"/>
              <a:gd name="connsiteY71" fmla="*/ 646892 h 982498"/>
              <a:gd name="connsiteX72" fmla="*/ 24320 w 477264"/>
              <a:gd name="connsiteY72" fmla="*/ 671212 h 982498"/>
              <a:gd name="connsiteX73" fmla="*/ 0 w 477264"/>
              <a:gd name="connsiteY73" fmla="*/ 646892 h 982498"/>
              <a:gd name="connsiteX74" fmla="*/ 24320 w 477264"/>
              <a:gd name="connsiteY74" fmla="*/ 622572 h 982498"/>
              <a:gd name="connsiteX75" fmla="*/ 24320 w 477264"/>
              <a:gd name="connsiteY75" fmla="*/ 466929 h 982498"/>
              <a:gd name="connsiteX76" fmla="*/ 48640 w 477264"/>
              <a:gd name="connsiteY76" fmla="*/ 491249 h 982498"/>
              <a:gd name="connsiteX77" fmla="*/ 24320 w 477264"/>
              <a:gd name="connsiteY77" fmla="*/ 515569 h 982498"/>
              <a:gd name="connsiteX78" fmla="*/ 0 w 477264"/>
              <a:gd name="connsiteY78" fmla="*/ 491249 h 982498"/>
              <a:gd name="connsiteX79" fmla="*/ 24320 w 477264"/>
              <a:gd name="connsiteY79" fmla="*/ 466929 h 982498"/>
              <a:gd name="connsiteX80" fmla="*/ 131476 w 477264"/>
              <a:gd name="connsiteY80" fmla="*/ 466929 h 982498"/>
              <a:gd name="connsiteX81" fmla="*/ 155796 w 477264"/>
              <a:gd name="connsiteY81" fmla="*/ 491249 h 982498"/>
              <a:gd name="connsiteX82" fmla="*/ 131476 w 477264"/>
              <a:gd name="connsiteY82" fmla="*/ 515569 h 982498"/>
              <a:gd name="connsiteX83" fmla="*/ 107156 w 477264"/>
              <a:gd name="connsiteY83" fmla="*/ 491249 h 982498"/>
              <a:gd name="connsiteX84" fmla="*/ 131476 w 477264"/>
              <a:gd name="connsiteY84" fmla="*/ 466929 h 982498"/>
              <a:gd name="connsiteX85" fmla="*/ 238632 w 477264"/>
              <a:gd name="connsiteY85" fmla="*/ 466929 h 982498"/>
              <a:gd name="connsiteX86" fmla="*/ 262952 w 477264"/>
              <a:gd name="connsiteY86" fmla="*/ 491249 h 982498"/>
              <a:gd name="connsiteX87" fmla="*/ 238632 w 477264"/>
              <a:gd name="connsiteY87" fmla="*/ 515569 h 982498"/>
              <a:gd name="connsiteX88" fmla="*/ 214312 w 477264"/>
              <a:gd name="connsiteY88" fmla="*/ 491249 h 982498"/>
              <a:gd name="connsiteX89" fmla="*/ 238632 w 477264"/>
              <a:gd name="connsiteY89" fmla="*/ 466929 h 982498"/>
              <a:gd name="connsiteX90" fmla="*/ 345788 w 477264"/>
              <a:gd name="connsiteY90" fmla="*/ 466929 h 982498"/>
              <a:gd name="connsiteX91" fmla="*/ 370108 w 477264"/>
              <a:gd name="connsiteY91" fmla="*/ 491249 h 982498"/>
              <a:gd name="connsiteX92" fmla="*/ 345788 w 477264"/>
              <a:gd name="connsiteY92" fmla="*/ 515569 h 982498"/>
              <a:gd name="connsiteX93" fmla="*/ 321468 w 477264"/>
              <a:gd name="connsiteY93" fmla="*/ 491249 h 982498"/>
              <a:gd name="connsiteX94" fmla="*/ 345788 w 477264"/>
              <a:gd name="connsiteY94" fmla="*/ 466929 h 982498"/>
              <a:gd name="connsiteX95" fmla="*/ 452944 w 477264"/>
              <a:gd name="connsiteY95" fmla="*/ 466929 h 982498"/>
              <a:gd name="connsiteX96" fmla="*/ 477264 w 477264"/>
              <a:gd name="connsiteY96" fmla="*/ 491249 h 982498"/>
              <a:gd name="connsiteX97" fmla="*/ 452944 w 477264"/>
              <a:gd name="connsiteY97" fmla="*/ 515569 h 982498"/>
              <a:gd name="connsiteX98" fmla="*/ 428624 w 477264"/>
              <a:gd name="connsiteY98" fmla="*/ 491249 h 982498"/>
              <a:gd name="connsiteX99" fmla="*/ 452944 w 477264"/>
              <a:gd name="connsiteY99" fmla="*/ 466929 h 982498"/>
              <a:gd name="connsiteX100" fmla="*/ 24320 w 477264"/>
              <a:gd name="connsiteY100" fmla="*/ 311287 h 982498"/>
              <a:gd name="connsiteX101" fmla="*/ 48640 w 477264"/>
              <a:gd name="connsiteY101" fmla="*/ 335607 h 982498"/>
              <a:gd name="connsiteX102" fmla="*/ 24320 w 477264"/>
              <a:gd name="connsiteY102" fmla="*/ 359926 h 982498"/>
              <a:gd name="connsiteX103" fmla="*/ 0 w 477264"/>
              <a:gd name="connsiteY103" fmla="*/ 335607 h 982498"/>
              <a:gd name="connsiteX104" fmla="*/ 24320 w 477264"/>
              <a:gd name="connsiteY104" fmla="*/ 311287 h 982498"/>
              <a:gd name="connsiteX105" fmla="*/ 131476 w 477264"/>
              <a:gd name="connsiteY105" fmla="*/ 311286 h 982498"/>
              <a:gd name="connsiteX106" fmla="*/ 155796 w 477264"/>
              <a:gd name="connsiteY106" fmla="*/ 335606 h 982498"/>
              <a:gd name="connsiteX107" fmla="*/ 131476 w 477264"/>
              <a:gd name="connsiteY107" fmla="*/ 359926 h 982498"/>
              <a:gd name="connsiteX108" fmla="*/ 107156 w 477264"/>
              <a:gd name="connsiteY108" fmla="*/ 335606 h 982498"/>
              <a:gd name="connsiteX109" fmla="*/ 131476 w 477264"/>
              <a:gd name="connsiteY109" fmla="*/ 311286 h 982498"/>
              <a:gd name="connsiteX110" fmla="*/ 238632 w 477264"/>
              <a:gd name="connsiteY110" fmla="*/ 311286 h 982498"/>
              <a:gd name="connsiteX111" fmla="*/ 262952 w 477264"/>
              <a:gd name="connsiteY111" fmla="*/ 335606 h 982498"/>
              <a:gd name="connsiteX112" fmla="*/ 238632 w 477264"/>
              <a:gd name="connsiteY112" fmla="*/ 359926 h 982498"/>
              <a:gd name="connsiteX113" fmla="*/ 214312 w 477264"/>
              <a:gd name="connsiteY113" fmla="*/ 335606 h 982498"/>
              <a:gd name="connsiteX114" fmla="*/ 238632 w 477264"/>
              <a:gd name="connsiteY114" fmla="*/ 311286 h 982498"/>
              <a:gd name="connsiteX115" fmla="*/ 345788 w 477264"/>
              <a:gd name="connsiteY115" fmla="*/ 311286 h 982498"/>
              <a:gd name="connsiteX116" fmla="*/ 370108 w 477264"/>
              <a:gd name="connsiteY116" fmla="*/ 335606 h 982498"/>
              <a:gd name="connsiteX117" fmla="*/ 345788 w 477264"/>
              <a:gd name="connsiteY117" fmla="*/ 359926 h 982498"/>
              <a:gd name="connsiteX118" fmla="*/ 321468 w 477264"/>
              <a:gd name="connsiteY118" fmla="*/ 335606 h 982498"/>
              <a:gd name="connsiteX119" fmla="*/ 345788 w 477264"/>
              <a:gd name="connsiteY119" fmla="*/ 311286 h 982498"/>
              <a:gd name="connsiteX120" fmla="*/ 452944 w 477264"/>
              <a:gd name="connsiteY120" fmla="*/ 311286 h 982498"/>
              <a:gd name="connsiteX121" fmla="*/ 477264 w 477264"/>
              <a:gd name="connsiteY121" fmla="*/ 335606 h 982498"/>
              <a:gd name="connsiteX122" fmla="*/ 452944 w 477264"/>
              <a:gd name="connsiteY122" fmla="*/ 359926 h 982498"/>
              <a:gd name="connsiteX123" fmla="*/ 428624 w 477264"/>
              <a:gd name="connsiteY123" fmla="*/ 335606 h 982498"/>
              <a:gd name="connsiteX124" fmla="*/ 452944 w 477264"/>
              <a:gd name="connsiteY124" fmla="*/ 311286 h 982498"/>
              <a:gd name="connsiteX125" fmla="*/ 24320 w 477264"/>
              <a:gd name="connsiteY125" fmla="*/ 155643 h 982498"/>
              <a:gd name="connsiteX126" fmla="*/ 48640 w 477264"/>
              <a:gd name="connsiteY126" fmla="*/ 179963 h 982498"/>
              <a:gd name="connsiteX127" fmla="*/ 24320 w 477264"/>
              <a:gd name="connsiteY127" fmla="*/ 204283 h 982498"/>
              <a:gd name="connsiteX128" fmla="*/ 0 w 477264"/>
              <a:gd name="connsiteY128" fmla="*/ 179963 h 982498"/>
              <a:gd name="connsiteX129" fmla="*/ 24320 w 477264"/>
              <a:gd name="connsiteY129" fmla="*/ 155643 h 982498"/>
              <a:gd name="connsiteX130" fmla="*/ 131476 w 477264"/>
              <a:gd name="connsiteY130" fmla="*/ 155643 h 982498"/>
              <a:gd name="connsiteX131" fmla="*/ 155796 w 477264"/>
              <a:gd name="connsiteY131" fmla="*/ 179963 h 982498"/>
              <a:gd name="connsiteX132" fmla="*/ 131476 w 477264"/>
              <a:gd name="connsiteY132" fmla="*/ 204283 h 982498"/>
              <a:gd name="connsiteX133" fmla="*/ 107156 w 477264"/>
              <a:gd name="connsiteY133" fmla="*/ 179963 h 982498"/>
              <a:gd name="connsiteX134" fmla="*/ 131476 w 477264"/>
              <a:gd name="connsiteY134" fmla="*/ 155643 h 982498"/>
              <a:gd name="connsiteX135" fmla="*/ 238632 w 477264"/>
              <a:gd name="connsiteY135" fmla="*/ 155643 h 982498"/>
              <a:gd name="connsiteX136" fmla="*/ 262952 w 477264"/>
              <a:gd name="connsiteY136" fmla="*/ 179963 h 982498"/>
              <a:gd name="connsiteX137" fmla="*/ 238632 w 477264"/>
              <a:gd name="connsiteY137" fmla="*/ 204283 h 982498"/>
              <a:gd name="connsiteX138" fmla="*/ 214312 w 477264"/>
              <a:gd name="connsiteY138" fmla="*/ 179963 h 982498"/>
              <a:gd name="connsiteX139" fmla="*/ 238632 w 477264"/>
              <a:gd name="connsiteY139" fmla="*/ 155643 h 982498"/>
              <a:gd name="connsiteX140" fmla="*/ 345788 w 477264"/>
              <a:gd name="connsiteY140" fmla="*/ 155643 h 982498"/>
              <a:gd name="connsiteX141" fmla="*/ 370108 w 477264"/>
              <a:gd name="connsiteY141" fmla="*/ 179963 h 982498"/>
              <a:gd name="connsiteX142" fmla="*/ 345788 w 477264"/>
              <a:gd name="connsiteY142" fmla="*/ 204283 h 982498"/>
              <a:gd name="connsiteX143" fmla="*/ 321468 w 477264"/>
              <a:gd name="connsiteY143" fmla="*/ 179963 h 982498"/>
              <a:gd name="connsiteX144" fmla="*/ 345788 w 477264"/>
              <a:gd name="connsiteY144" fmla="*/ 155643 h 982498"/>
              <a:gd name="connsiteX145" fmla="*/ 452944 w 477264"/>
              <a:gd name="connsiteY145" fmla="*/ 155643 h 982498"/>
              <a:gd name="connsiteX146" fmla="*/ 477264 w 477264"/>
              <a:gd name="connsiteY146" fmla="*/ 179963 h 982498"/>
              <a:gd name="connsiteX147" fmla="*/ 452944 w 477264"/>
              <a:gd name="connsiteY147" fmla="*/ 204283 h 982498"/>
              <a:gd name="connsiteX148" fmla="*/ 428624 w 477264"/>
              <a:gd name="connsiteY148" fmla="*/ 179963 h 982498"/>
              <a:gd name="connsiteX149" fmla="*/ 452944 w 477264"/>
              <a:gd name="connsiteY149" fmla="*/ 155643 h 982498"/>
              <a:gd name="connsiteX150" fmla="*/ 452944 w 477264"/>
              <a:gd name="connsiteY150" fmla="*/ 0 h 982498"/>
              <a:gd name="connsiteX151" fmla="*/ 477264 w 477264"/>
              <a:gd name="connsiteY151" fmla="*/ 24320 h 982498"/>
              <a:gd name="connsiteX152" fmla="*/ 452944 w 477264"/>
              <a:gd name="connsiteY152" fmla="*/ 48640 h 982498"/>
              <a:gd name="connsiteX153" fmla="*/ 428624 w 477264"/>
              <a:gd name="connsiteY153" fmla="*/ 24320 h 982498"/>
              <a:gd name="connsiteX154" fmla="*/ 452944 w 477264"/>
              <a:gd name="connsiteY154" fmla="*/ 0 h 982498"/>
              <a:gd name="connsiteX155" fmla="*/ 345788 w 477264"/>
              <a:gd name="connsiteY155" fmla="*/ 0 h 982498"/>
              <a:gd name="connsiteX156" fmla="*/ 370108 w 477264"/>
              <a:gd name="connsiteY156" fmla="*/ 24320 h 982498"/>
              <a:gd name="connsiteX157" fmla="*/ 345788 w 477264"/>
              <a:gd name="connsiteY157" fmla="*/ 48640 h 982498"/>
              <a:gd name="connsiteX158" fmla="*/ 321468 w 477264"/>
              <a:gd name="connsiteY158" fmla="*/ 24320 h 982498"/>
              <a:gd name="connsiteX159" fmla="*/ 345788 w 477264"/>
              <a:gd name="connsiteY159" fmla="*/ 0 h 982498"/>
              <a:gd name="connsiteX160" fmla="*/ 238632 w 477264"/>
              <a:gd name="connsiteY160" fmla="*/ 0 h 982498"/>
              <a:gd name="connsiteX161" fmla="*/ 262952 w 477264"/>
              <a:gd name="connsiteY161" fmla="*/ 24320 h 982498"/>
              <a:gd name="connsiteX162" fmla="*/ 238632 w 477264"/>
              <a:gd name="connsiteY162" fmla="*/ 48640 h 982498"/>
              <a:gd name="connsiteX163" fmla="*/ 214312 w 477264"/>
              <a:gd name="connsiteY163" fmla="*/ 24320 h 982498"/>
              <a:gd name="connsiteX164" fmla="*/ 238632 w 477264"/>
              <a:gd name="connsiteY164" fmla="*/ 0 h 982498"/>
              <a:gd name="connsiteX165" fmla="*/ 131476 w 477264"/>
              <a:gd name="connsiteY165" fmla="*/ 0 h 982498"/>
              <a:gd name="connsiteX166" fmla="*/ 155796 w 477264"/>
              <a:gd name="connsiteY166" fmla="*/ 24320 h 982498"/>
              <a:gd name="connsiteX167" fmla="*/ 131476 w 477264"/>
              <a:gd name="connsiteY167" fmla="*/ 48640 h 982498"/>
              <a:gd name="connsiteX168" fmla="*/ 107156 w 477264"/>
              <a:gd name="connsiteY168" fmla="*/ 24320 h 982498"/>
              <a:gd name="connsiteX169" fmla="*/ 131476 w 477264"/>
              <a:gd name="connsiteY169" fmla="*/ 0 h 982498"/>
              <a:gd name="connsiteX170" fmla="*/ 24320 w 477264"/>
              <a:gd name="connsiteY170" fmla="*/ 0 h 982498"/>
              <a:gd name="connsiteX171" fmla="*/ 48640 w 477264"/>
              <a:gd name="connsiteY171" fmla="*/ 24320 h 982498"/>
              <a:gd name="connsiteX172" fmla="*/ 24320 w 477264"/>
              <a:gd name="connsiteY172" fmla="*/ 48640 h 982498"/>
              <a:gd name="connsiteX173" fmla="*/ 0 w 477264"/>
              <a:gd name="connsiteY173" fmla="*/ 24320 h 982498"/>
              <a:gd name="connsiteX174" fmla="*/ 24320 w 477264"/>
              <a:gd name="connsiteY174" fmla="*/ 0 h 9824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Lst>
            <a:rect l="l" t="t" r="r" b="b"/>
            <a:pathLst>
              <a:path w="477264" h="982498">
                <a:moveTo>
                  <a:pt x="452944" y="933858"/>
                </a:moveTo>
                <a:cubicBezTo>
                  <a:pt x="466376" y="933858"/>
                  <a:pt x="477264" y="944746"/>
                  <a:pt x="477264" y="958178"/>
                </a:cubicBezTo>
                <a:cubicBezTo>
                  <a:pt x="477264" y="971610"/>
                  <a:pt x="466376" y="982498"/>
                  <a:pt x="452944" y="982498"/>
                </a:cubicBezTo>
                <a:cubicBezTo>
                  <a:pt x="439512" y="982498"/>
                  <a:pt x="428624" y="971610"/>
                  <a:pt x="428624" y="958178"/>
                </a:cubicBezTo>
                <a:cubicBezTo>
                  <a:pt x="428624" y="944746"/>
                  <a:pt x="439512" y="933858"/>
                  <a:pt x="452944" y="933858"/>
                </a:cubicBezTo>
                <a:close/>
                <a:moveTo>
                  <a:pt x="345788" y="933858"/>
                </a:moveTo>
                <a:cubicBezTo>
                  <a:pt x="359220" y="933858"/>
                  <a:pt x="370108" y="944746"/>
                  <a:pt x="370108" y="958178"/>
                </a:cubicBezTo>
                <a:cubicBezTo>
                  <a:pt x="370108" y="971610"/>
                  <a:pt x="359220" y="982498"/>
                  <a:pt x="345788" y="982498"/>
                </a:cubicBezTo>
                <a:cubicBezTo>
                  <a:pt x="332356" y="982498"/>
                  <a:pt x="321468" y="971610"/>
                  <a:pt x="321468" y="958178"/>
                </a:cubicBezTo>
                <a:cubicBezTo>
                  <a:pt x="321468" y="944746"/>
                  <a:pt x="332356" y="933858"/>
                  <a:pt x="345788" y="933858"/>
                </a:cubicBezTo>
                <a:close/>
                <a:moveTo>
                  <a:pt x="238632" y="933858"/>
                </a:moveTo>
                <a:cubicBezTo>
                  <a:pt x="252064" y="933858"/>
                  <a:pt x="262952" y="944746"/>
                  <a:pt x="262952" y="958178"/>
                </a:cubicBezTo>
                <a:cubicBezTo>
                  <a:pt x="262952" y="971610"/>
                  <a:pt x="252064" y="982498"/>
                  <a:pt x="238632" y="982498"/>
                </a:cubicBezTo>
                <a:cubicBezTo>
                  <a:pt x="225200" y="982498"/>
                  <a:pt x="214312" y="971610"/>
                  <a:pt x="214312" y="958178"/>
                </a:cubicBezTo>
                <a:cubicBezTo>
                  <a:pt x="214312" y="944746"/>
                  <a:pt x="225200" y="933858"/>
                  <a:pt x="238632" y="933858"/>
                </a:cubicBezTo>
                <a:close/>
                <a:moveTo>
                  <a:pt x="131476" y="933858"/>
                </a:moveTo>
                <a:cubicBezTo>
                  <a:pt x="144908" y="933858"/>
                  <a:pt x="155796" y="944746"/>
                  <a:pt x="155796" y="958178"/>
                </a:cubicBezTo>
                <a:cubicBezTo>
                  <a:pt x="155796" y="971610"/>
                  <a:pt x="144908" y="982498"/>
                  <a:pt x="131476" y="982498"/>
                </a:cubicBezTo>
                <a:cubicBezTo>
                  <a:pt x="118044" y="982498"/>
                  <a:pt x="107156" y="971610"/>
                  <a:pt x="107156" y="958178"/>
                </a:cubicBezTo>
                <a:cubicBezTo>
                  <a:pt x="107156" y="944746"/>
                  <a:pt x="118044" y="933858"/>
                  <a:pt x="131476" y="933858"/>
                </a:cubicBezTo>
                <a:close/>
                <a:moveTo>
                  <a:pt x="24320" y="933858"/>
                </a:moveTo>
                <a:cubicBezTo>
                  <a:pt x="37752" y="933858"/>
                  <a:pt x="48640" y="944746"/>
                  <a:pt x="48640" y="958178"/>
                </a:cubicBezTo>
                <a:cubicBezTo>
                  <a:pt x="48640" y="971610"/>
                  <a:pt x="37752" y="982498"/>
                  <a:pt x="24320" y="982498"/>
                </a:cubicBezTo>
                <a:cubicBezTo>
                  <a:pt x="10888" y="982498"/>
                  <a:pt x="0" y="971610"/>
                  <a:pt x="0" y="958178"/>
                </a:cubicBezTo>
                <a:cubicBezTo>
                  <a:pt x="0" y="944746"/>
                  <a:pt x="10888" y="933858"/>
                  <a:pt x="24320" y="933858"/>
                </a:cubicBezTo>
                <a:close/>
                <a:moveTo>
                  <a:pt x="452944" y="778215"/>
                </a:moveTo>
                <a:cubicBezTo>
                  <a:pt x="466376" y="778215"/>
                  <a:pt x="477264" y="789103"/>
                  <a:pt x="477264" y="802535"/>
                </a:cubicBezTo>
                <a:cubicBezTo>
                  <a:pt x="477264" y="815967"/>
                  <a:pt x="466376" y="826855"/>
                  <a:pt x="452944" y="826855"/>
                </a:cubicBezTo>
                <a:cubicBezTo>
                  <a:pt x="439512" y="826855"/>
                  <a:pt x="428624" y="815967"/>
                  <a:pt x="428624" y="802535"/>
                </a:cubicBezTo>
                <a:cubicBezTo>
                  <a:pt x="428624" y="789103"/>
                  <a:pt x="439512" y="778215"/>
                  <a:pt x="452944" y="778215"/>
                </a:cubicBezTo>
                <a:close/>
                <a:moveTo>
                  <a:pt x="345788" y="778215"/>
                </a:moveTo>
                <a:cubicBezTo>
                  <a:pt x="359220" y="778215"/>
                  <a:pt x="370108" y="789103"/>
                  <a:pt x="370108" y="802535"/>
                </a:cubicBezTo>
                <a:cubicBezTo>
                  <a:pt x="370108" y="815967"/>
                  <a:pt x="359220" y="826855"/>
                  <a:pt x="345788" y="826855"/>
                </a:cubicBezTo>
                <a:cubicBezTo>
                  <a:pt x="332356" y="826855"/>
                  <a:pt x="321468" y="815967"/>
                  <a:pt x="321468" y="802535"/>
                </a:cubicBezTo>
                <a:cubicBezTo>
                  <a:pt x="321468" y="789103"/>
                  <a:pt x="332356" y="778215"/>
                  <a:pt x="345788" y="778215"/>
                </a:cubicBezTo>
                <a:close/>
                <a:moveTo>
                  <a:pt x="238632" y="778215"/>
                </a:moveTo>
                <a:cubicBezTo>
                  <a:pt x="252064" y="778215"/>
                  <a:pt x="262952" y="789103"/>
                  <a:pt x="262952" y="802535"/>
                </a:cubicBezTo>
                <a:cubicBezTo>
                  <a:pt x="262952" y="815967"/>
                  <a:pt x="252064" y="826855"/>
                  <a:pt x="238632" y="826855"/>
                </a:cubicBezTo>
                <a:cubicBezTo>
                  <a:pt x="225200" y="826855"/>
                  <a:pt x="214312" y="815967"/>
                  <a:pt x="214312" y="802535"/>
                </a:cubicBezTo>
                <a:cubicBezTo>
                  <a:pt x="214312" y="789103"/>
                  <a:pt x="225200" y="778215"/>
                  <a:pt x="238632" y="778215"/>
                </a:cubicBezTo>
                <a:close/>
                <a:moveTo>
                  <a:pt x="131476" y="778215"/>
                </a:moveTo>
                <a:cubicBezTo>
                  <a:pt x="144908" y="778215"/>
                  <a:pt x="155796" y="789103"/>
                  <a:pt x="155796" y="802535"/>
                </a:cubicBezTo>
                <a:cubicBezTo>
                  <a:pt x="155796" y="815967"/>
                  <a:pt x="144908" y="826855"/>
                  <a:pt x="131476" y="826855"/>
                </a:cubicBezTo>
                <a:cubicBezTo>
                  <a:pt x="118044" y="826855"/>
                  <a:pt x="107156" y="815967"/>
                  <a:pt x="107156" y="802535"/>
                </a:cubicBezTo>
                <a:cubicBezTo>
                  <a:pt x="107156" y="789103"/>
                  <a:pt x="118044" y="778215"/>
                  <a:pt x="131476" y="778215"/>
                </a:cubicBezTo>
                <a:close/>
                <a:moveTo>
                  <a:pt x="24320" y="778215"/>
                </a:moveTo>
                <a:cubicBezTo>
                  <a:pt x="37752" y="778215"/>
                  <a:pt x="48640" y="789103"/>
                  <a:pt x="48640" y="802535"/>
                </a:cubicBezTo>
                <a:cubicBezTo>
                  <a:pt x="48640" y="815967"/>
                  <a:pt x="37752" y="826855"/>
                  <a:pt x="24320" y="826855"/>
                </a:cubicBezTo>
                <a:cubicBezTo>
                  <a:pt x="10888" y="826855"/>
                  <a:pt x="0" y="815967"/>
                  <a:pt x="0" y="802535"/>
                </a:cubicBezTo>
                <a:cubicBezTo>
                  <a:pt x="0" y="789103"/>
                  <a:pt x="10888" y="778215"/>
                  <a:pt x="24320" y="778215"/>
                </a:cubicBezTo>
                <a:close/>
                <a:moveTo>
                  <a:pt x="452944" y="622572"/>
                </a:moveTo>
                <a:cubicBezTo>
                  <a:pt x="466376" y="622572"/>
                  <a:pt x="477264" y="633460"/>
                  <a:pt x="477264" y="646892"/>
                </a:cubicBezTo>
                <a:cubicBezTo>
                  <a:pt x="477264" y="660324"/>
                  <a:pt x="466376" y="671212"/>
                  <a:pt x="452944" y="671212"/>
                </a:cubicBezTo>
                <a:cubicBezTo>
                  <a:pt x="439512" y="671212"/>
                  <a:pt x="428624" y="660324"/>
                  <a:pt x="428624" y="646892"/>
                </a:cubicBezTo>
                <a:cubicBezTo>
                  <a:pt x="428624" y="633460"/>
                  <a:pt x="439512" y="622572"/>
                  <a:pt x="452944" y="622572"/>
                </a:cubicBezTo>
                <a:close/>
                <a:moveTo>
                  <a:pt x="345788" y="622572"/>
                </a:moveTo>
                <a:cubicBezTo>
                  <a:pt x="359220" y="622572"/>
                  <a:pt x="370108" y="633460"/>
                  <a:pt x="370108" y="646892"/>
                </a:cubicBezTo>
                <a:cubicBezTo>
                  <a:pt x="370108" y="660324"/>
                  <a:pt x="359220" y="671212"/>
                  <a:pt x="345788" y="671212"/>
                </a:cubicBezTo>
                <a:cubicBezTo>
                  <a:pt x="332356" y="671212"/>
                  <a:pt x="321468" y="660324"/>
                  <a:pt x="321468" y="646892"/>
                </a:cubicBezTo>
                <a:cubicBezTo>
                  <a:pt x="321468" y="633460"/>
                  <a:pt x="332356" y="622572"/>
                  <a:pt x="345788" y="622572"/>
                </a:cubicBezTo>
                <a:close/>
                <a:moveTo>
                  <a:pt x="238632" y="622572"/>
                </a:moveTo>
                <a:cubicBezTo>
                  <a:pt x="252064" y="622572"/>
                  <a:pt x="262952" y="633460"/>
                  <a:pt x="262952" y="646892"/>
                </a:cubicBezTo>
                <a:cubicBezTo>
                  <a:pt x="262952" y="660324"/>
                  <a:pt x="252064" y="671212"/>
                  <a:pt x="238632" y="671212"/>
                </a:cubicBezTo>
                <a:cubicBezTo>
                  <a:pt x="225200" y="671212"/>
                  <a:pt x="214312" y="660324"/>
                  <a:pt x="214312" y="646892"/>
                </a:cubicBezTo>
                <a:cubicBezTo>
                  <a:pt x="214312" y="633460"/>
                  <a:pt x="225200" y="622572"/>
                  <a:pt x="238632" y="622572"/>
                </a:cubicBezTo>
                <a:close/>
                <a:moveTo>
                  <a:pt x="131476" y="622572"/>
                </a:moveTo>
                <a:cubicBezTo>
                  <a:pt x="144908" y="622572"/>
                  <a:pt x="155796" y="633460"/>
                  <a:pt x="155796" y="646892"/>
                </a:cubicBezTo>
                <a:cubicBezTo>
                  <a:pt x="155796" y="660324"/>
                  <a:pt x="144908" y="671212"/>
                  <a:pt x="131476" y="671212"/>
                </a:cubicBezTo>
                <a:cubicBezTo>
                  <a:pt x="118044" y="671212"/>
                  <a:pt x="107156" y="660324"/>
                  <a:pt x="107156" y="646892"/>
                </a:cubicBezTo>
                <a:cubicBezTo>
                  <a:pt x="107156" y="633460"/>
                  <a:pt x="118044" y="622572"/>
                  <a:pt x="131476" y="622572"/>
                </a:cubicBezTo>
                <a:close/>
                <a:moveTo>
                  <a:pt x="24320" y="622572"/>
                </a:moveTo>
                <a:cubicBezTo>
                  <a:pt x="37752" y="622572"/>
                  <a:pt x="48640" y="633460"/>
                  <a:pt x="48640" y="646892"/>
                </a:cubicBezTo>
                <a:cubicBezTo>
                  <a:pt x="48640" y="660324"/>
                  <a:pt x="37752" y="671212"/>
                  <a:pt x="24320" y="671212"/>
                </a:cubicBezTo>
                <a:cubicBezTo>
                  <a:pt x="10888" y="671212"/>
                  <a:pt x="0" y="660324"/>
                  <a:pt x="0" y="646892"/>
                </a:cubicBezTo>
                <a:cubicBezTo>
                  <a:pt x="0" y="633460"/>
                  <a:pt x="10888" y="622572"/>
                  <a:pt x="24320" y="622572"/>
                </a:cubicBezTo>
                <a:close/>
                <a:moveTo>
                  <a:pt x="24320" y="466929"/>
                </a:moveTo>
                <a:cubicBezTo>
                  <a:pt x="37752" y="466929"/>
                  <a:pt x="48640" y="477817"/>
                  <a:pt x="48640" y="491249"/>
                </a:cubicBezTo>
                <a:cubicBezTo>
                  <a:pt x="48640" y="504681"/>
                  <a:pt x="37752" y="515569"/>
                  <a:pt x="24320" y="515569"/>
                </a:cubicBezTo>
                <a:cubicBezTo>
                  <a:pt x="10888" y="515569"/>
                  <a:pt x="0" y="504681"/>
                  <a:pt x="0" y="491249"/>
                </a:cubicBezTo>
                <a:cubicBezTo>
                  <a:pt x="0" y="477817"/>
                  <a:pt x="10888" y="466929"/>
                  <a:pt x="24320" y="466929"/>
                </a:cubicBezTo>
                <a:close/>
                <a:moveTo>
                  <a:pt x="131476" y="466929"/>
                </a:moveTo>
                <a:cubicBezTo>
                  <a:pt x="144908" y="466929"/>
                  <a:pt x="155796" y="477817"/>
                  <a:pt x="155796" y="491249"/>
                </a:cubicBezTo>
                <a:cubicBezTo>
                  <a:pt x="155796" y="504681"/>
                  <a:pt x="144908" y="515569"/>
                  <a:pt x="131476" y="515569"/>
                </a:cubicBezTo>
                <a:cubicBezTo>
                  <a:pt x="118044" y="515569"/>
                  <a:pt x="107156" y="504681"/>
                  <a:pt x="107156" y="491249"/>
                </a:cubicBezTo>
                <a:cubicBezTo>
                  <a:pt x="107156" y="477817"/>
                  <a:pt x="118044" y="466929"/>
                  <a:pt x="131476" y="466929"/>
                </a:cubicBezTo>
                <a:close/>
                <a:moveTo>
                  <a:pt x="238632" y="466929"/>
                </a:moveTo>
                <a:cubicBezTo>
                  <a:pt x="252064" y="466929"/>
                  <a:pt x="262952" y="477817"/>
                  <a:pt x="262952" y="491249"/>
                </a:cubicBezTo>
                <a:cubicBezTo>
                  <a:pt x="262952" y="504681"/>
                  <a:pt x="252064" y="515569"/>
                  <a:pt x="238632" y="515569"/>
                </a:cubicBezTo>
                <a:cubicBezTo>
                  <a:pt x="225200" y="515569"/>
                  <a:pt x="214312" y="504681"/>
                  <a:pt x="214312" y="491249"/>
                </a:cubicBezTo>
                <a:cubicBezTo>
                  <a:pt x="214312" y="477817"/>
                  <a:pt x="225200" y="466929"/>
                  <a:pt x="238632" y="466929"/>
                </a:cubicBezTo>
                <a:close/>
                <a:moveTo>
                  <a:pt x="345788" y="466929"/>
                </a:moveTo>
                <a:cubicBezTo>
                  <a:pt x="359220" y="466929"/>
                  <a:pt x="370108" y="477817"/>
                  <a:pt x="370108" y="491249"/>
                </a:cubicBezTo>
                <a:cubicBezTo>
                  <a:pt x="370108" y="504681"/>
                  <a:pt x="359220" y="515569"/>
                  <a:pt x="345788" y="515569"/>
                </a:cubicBezTo>
                <a:cubicBezTo>
                  <a:pt x="332356" y="515569"/>
                  <a:pt x="321468" y="504681"/>
                  <a:pt x="321468" y="491249"/>
                </a:cubicBezTo>
                <a:cubicBezTo>
                  <a:pt x="321468" y="477817"/>
                  <a:pt x="332356" y="466929"/>
                  <a:pt x="345788" y="466929"/>
                </a:cubicBezTo>
                <a:close/>
                <a:moveTo>
                  <a:pt x="452944" y="466929"/>
                </a:moveTo>
                <a:cubicBezTo>
                  <a:pt x="466376" y="466929"/>
                  <a:pt x="477264" y="477817"/>
                  <a:pt x="477264" y="491249"/>
                </a:cubicBezTo>
                <a:cubicBezTo>
                  <a:pt x="477264" y="504681"/>
                  <a:pt x="466376" y="515569"/>
                  <a:pt x="452944" y="515569"/>
                </a:cubicBezTo>
                <a:cubicBezTo>
                  <a:pt x="439512" y="515569"/>
                  <a:pt x="428624" y="504681"/>
                  <a:pt x="428624" y="491249"/>
                </a:cubicBezTo>
                <a:cubicBezTo>
                  <a:pt x="428624" y="477817"/>
                  <a:pt x="439512" y="466929"/>
                  <a:pt x="452944" y="466929"/>
                </a:cubicBezTo>
                <a:close/>
                <a:moveTo>
                  <a:pt x="24320" y="311287"/>
                </a:moveTo>
                <a:cubicBezTo>
                  <a:pt x="37752" y="311287"/>
                  <a:pt x="48640" y="322175"/>
                  <a:pt x="48640" y="335607"/>
                </a:cubicBezTo>
                <a:cubicBezTo>
                  <a:pt x="48640" y="349038"/>
                  <a:pt x="37752" y="359926"/>
                  <a:pt x="24320" y="359926"/>
                </a:cubicBezTo>
                <a:cubicBezTo>
                  <a:pt x="10888" y="359926"/>
                  <a:pt x="0" y="349038"/>
                  <a:pt x="0" y="335607"/>
                </a:cubicBezTo>
                <a:cubicBezTo>
                  <a:pt x="0" y="322175"/>
                  <a:pt x="10888" y="311287"/>
                  <a:pt x="24320" y="311287"/>
                </a:cubicBezTo>
                <a:close/>
                <a:moveTo>
                  <a:pt x="131476" y="311286"/>
                </a:moveTo>
                <a:cubicBezTo>
                  <a:pt x="144908" y="311286"/>
                  <a:pt x="155796" y="322174"/>
                  <a:pt x="155796" y="335606"/>
                </a:cubicBezTo>
                <a:cubicBezTo>
                  <a:pt x="155796" y="349038"/>
                  <a:pt x="144908" y="359926"/>
                  <a:pt x="131476" y="359926"/>
                </a:cubicBezTo>
                <a:cubicBezTo>
                  <a:pt x="118044" y="359926"/>
                  <a:pt x="107156" y="349038"/>
                  <a:pt x="107156" y="335606"/>
                </a:cubicBezTo>
                <a:cubicBezTo>
                  <a:pt x="107156" y="322174"/>
                  <a:pt x="118044" y="311286"/>
                  <a:pt x="131476" y="311286"/>
                </a:cubicBezTo>
                <a:close/>
                <a:moveTo>
                  <a:pt x="238632" y="311286"/>
                </a:moveTo>
                <a:cubicBezTo>
                  <a:pt x="252064" y="311286"/>
                  <a:pt x="262952" y="322174"/>
                  <a:pt x="262952" y="335606"/>
                </a:cubicBezTo>
                <a:cubicBezTo>
                  <a:pt x="262952" y="349038"/>
                  <a:pt x="252064" y="359926"/>
                  <a:pt x="238632" y="359926"/>
                </a:cubicBezTo>
                <a:cubicBezTo>
                  <a:pt x="225200" y="359926"/>
                  <a:pt x="214312" y="349038"/>
                  <a:pt x="214312" y="335606"/>
                </a:cubicBezTo>
                <a:cubicBezTo>
                  <a:pt x="214312" y="322174"/>
                  <a:pt x="225200" y="311286"/>
                  <a:pt x="238632" y="311286"/>
                </a:cubicBezTo>
                <a:close/>
                <a:moveTo>
                  <a:pt x="345788" y="311286"/>
                </a:moveTo>
                <a:cubicBezTo>
                  <a:pt x="359220" y="311286"/>
                  <a:pt x="370108" y="322174"/>
                  <a:pt x="370108" y="335606"/>
                </a:cubicBezTo>
                <a:cubicBezTo>
                  <a:pt x="370108" y="349038"/>
                  <a:pt x="359220" y="359926"/>
                  <a:pt x="345788" y="359926"/>
                </a:cubicBezTo>
                <a:cubicBezTo>
                  <a:pt x="332356" y="359926"/>
                  <a:pt x="321468" y="349038"/>
                  <a:pt x="321468" y="335606"/>
                </a:cubicBezTo>
                <a:cubicBezTo>
                  <a:pt x="321468" y="322174"/>
                  <a:pt x="332356" y="311286"/>
                  <a:pt x="345788" y="311286"/>
                </a:cubicBezTo>
                <a:close/>
                <a:moveTo>
                  <a:pt x="452944" y="311286"/>
                </a:moveTo>
                <a:cubicBezTo>
                  <a:pt x="466376" y="311286"/>
                  <a:pt x="477264" y="322174"/>
                  <a:pt x="477264" y="335606"/>
                </a:cubicBezTo>
                <a:cubicBezTo>
                  <a:pt x="477264" y="349038"/>
                  <a:pt x="466376" y="359926"/>
                  <a:pt x="452944" y="359926"/>
                </a:cubicBezTo>
                <a:cubicBezTo>
                  <a:pt x="439512" y="359926"/>
                  <a:pt x="428624" y="349038"/>
                  <a:pt x="428624" y="335606"/>
                </a:cubicBezTo>
                <a:cubicBezTo>
                  <a:pt x="428624" y="322174"/>
                  <a:pt x="439512" y="311286"/>
                  <a:pt x="452944" y="311286"/>
                </a:cubicBezTo>
                <a:close/>
                <a:moveTo>
                  <a:pt x="24320" y="155643"/>
                </a:moveTo>
                <a:cubicBezTo>
                  <a:pt x="37752" y="155643"/>
                  <a:pt x="48640" y="166531"/>
                  <a:pt x="48640" y="179963"/>
                </a:cubicBezTo>
                <a:cubicBezTo>
                  <a:pt x="48640" y="193395"/>
                  <a:pt x="37752" y="204283"/>
                  <a:pt x="24320" y="204283"/>
                </a:cubicBezTo>
                <a:cubicBezTo>
                  <a:pt x="10888" y="204283"/>
                  <a:pt x="0" y="193395"/>
                  <a:pt x="0" y="179963"/>
                </a:cubicBezTo>
                <a:cubicBezTo>
                  <a:pt x="0" y="166531"/>
                  <a:pt x="10888" y="155643"/>
                  <a:pt x="24320" y="155643"/>
                </a:cubicBezTo>
                <a:close/>
                <a:moveTo>
                  <a:pt x="131476" y="155643"/>
                </a:moveTo>
                <a:cubicBezTo>
                  <a:pt x="144908" y="155643"/>
                  <a:pt x="155796" y="166531"/>
                  <a:pt x="155796" y="179963"/>
                </a:cubicBezTo>
                <a:cubicBezTo>
                  <a:pt x="155796" y="193395"/>
                  <a:pt x="144908" y="204283"/>
                  <a:pt x="131476" y="204283"/>
                </a:cubicBezTo>
                <a:cubicBezTo>
                  <a:pt x="118044" y="204283"/>
                  <a:pt x="107156" y="193395"/>
                  <a:pt x="107156" y="179963"/>
                </a:cubicBezTo>
                <a:cubicBezTo>
                  <a:pt x="107156" y="166531"/>
                  <a:pt x="118044" y="155643"/>
                  <a:pt x="131476" y="155643"/>
                </a:cubicBezTo>
                <a:close/>
                <a:moveTo>
                  <a:pt x="238632" y="155643"/>
                </a:moveTo>
                <a:cubicBezTo>
                  <a:pt x="252064" y="155643"/>
                  <a:pt x="262952" y="166531"/>
                  <a:pt x="262952" y="179963"/>
                </a:cubicBezTo>
                <a:cubicBezTo>
                  <a:pt x="262952" y="193395"/>
                  <a:pt x="252064" y="204283"/>
                  <a:pt x="238632" y="204283"/>
                </a:cubicBezTo>
                <a:cubicBezTo>
                  <a:pt x="225200" y="204283"/>
                  <a:pt x="214312" y="193395"/>
                  <a:pt x="214312" y="179963"/>
                </a:cubicBezTo>
                <a:cubicBezTo>
                  <a:pt x="214312" y="166531"/>
                  <a:pt x="225200" y="155643"/>
                  <a:pt x="238632" y="155643"/>
                </a:cubicBezTo>
                <a:close/>
                <a:moveTo>
                  <a:pt x="345788" y="155643"/>
                </a:moveTo>
                <a:cubicBezTo>
                  <a:pt x="359220" y="155643"/>
                  <a:pt x="370108" y="166531"/>
                  <a:pt x="370108" y="179963"/>
                </a:cubicBezTo>
                <a:cubicBezTo>
                  <a:pt x="370108" y="193395"/>
                  <a:pt x="359220" y="204283"/>
                  <a:pt x="345788" y="204283"/>
                </a:cubicBezTo>
                <a:cubicBezTo>
                  <a:pt x="332356" y="204283"/>
                  <a:pt x="321468" y="193395"/>
                  <a:pt x="321468" y="179963"/>
                </a:cubicBezTo>
                <a:cubicBezTo>
                  <a:pt x="321468" y="166531"/>
                  <a:pt x="332356" y="155643"/>
                  <a:pt x="345788" y="155643"/>
                </a:cubicBezTo>
                <a:close/>
                <a:moveTo>
                  <a:pt x="452944" y="155643"/>
                </a:moveTo>
                <a:cubicBezTo>
                  <a:pt x="466376" y="155643"/>
                  <a:pt x="477264" y="166531"/>
                  <a:pt x="477264" y="179963"/>
                </a:cubicBezTo>
                <a:cubicBezTo>
                  <a:pt x="477264" y="193395"/>
                  <a:pt x="466376" y="204283"/>
                  <a:pt x="452944" y="204283"/>
                </a:cubicBezTo>
                <a:cubicBezTo>
                  <a:pt x="439512" y="204283"/>
                  <a:pt x="428624" y="193395"/>
                  <a:pt x="428624" y="179963"/>
                </a:cubicBezTo>
                <a:cubicBezTo>
                  <a:pt x="428624" y="166531"/>
                  <a:pt x="439512" y="155643"/>
                  <a:pt x="452944" y="155643"/>
                </a:cubicBezTo>
                <a:close/>
                <a:moveTo>
                  <a:pt x="452944" y="0"/>
                </a:moveTo>
                <a:cubicBezTo>
                  <a:pt x="466376" y="0"/>
                  <a:pt x="477264" y="10888"/>
                  <a:pt x="477264" y="24320"/>
                </a:cubicBezTo>
                <a:cubicBezTo>
                  <a:pt x="477264" y="37752"/>
                  <a:pt x="466376" y="48640"/>
                  <a:pt x="452944" y="48640"/>
                </a:cubicBezTo>
                <a:cubicBezTo>
                  <a:pt x="439512" y="48640"/>
                  <a:pt x="428624" y="37752"/>
                  <a:pt x="428624" y="24320"/>
                </a:cubicBezTo>
                <a:cubicBezTo>
                  <a:pt x="428624" y="10888"/>
                  <a:pt x="439512" y="0"/>
                  <a:pt x="452944" y="0"/>
                </a:cubicBezTo>
                <a:close/>
                <a:moveTo>
                  <a:pt x="345788" y="0"/>
                </a:moveTo>
                <a:cubicBezTo>
                  <a:pt x="359220" y="0"/>
                  <a:pt x="370108" y="10888"/>
                  <a:pt x="370108" y="24320"/>
                </a:cubicBezTo>
                <a:cubicBezTo>
                  <a:pt x="370108" y="37752"/>
                  <a:pt x="359220" y="48640"/>
                  <a:pt x="345788" y="48640"/>
                </a:cubicBezTo>
                <a:cubicBezTo>
                  <a:pt x="332356" y="48640"/>
                  <a:pt x="321468" y="37752"/>
                  <a:pt x="321468" y="24320"/>
                </a:cubicBezTo>
                <a:cubicBezTo>
                  <a:pt x="321468" y="10888"/>
                  <a:pt x="332356" y="0"/>
                  <a:pt x="345788" y="0"/>
                </a:cubicBezTo>
                <a:close/>
                <a:moveTo>
                  <a:pt x="238632" y="0"/>
                </a:moveTo>
                <a:cubicBezTo>
                  <a:pt x="252064" y="0"/>
                  <a:pt x="262952" y="10888"/>
                  <a:pt x="262952" y="24320"/>
                </a:cubicBezTo>
                <a:cubicBezTo>
                  <a:pt x="262952" y="37752"/>
                  <a:pt x="252064" y="48640"/>
                  <a:pt x="238632" y="48640"/>
                </a:cubicBezTo>
                <a:cubicBezTo>
                  <a:pt x="225200" y="48640"/>
                  <a:pt x="214312" y="37752"/>
                  <a:pt x="214312" y="24320"/>
                </a:cubicBezTo>
                <a:cubicBezTo>
                  <a:pt x="214312" y="10888"/>
                  <a:pt x="225200" y="0"/>
                  <a:pt x="238632" y="0"/>
                </a:cubicBezTo>
                <a:close/>
                <a:moveTo>
                  <a:pt x="131476" y="0"/>
                </a:moveTo>
                <a:cubicBezTo>
                  <a:pt x="144908" y="0"/>
                  <a:pt x="155796" y="10888"/>
                  <a:pt x="155796" y="24320"/>
                </a:cubicBezTo>
                <a:cubicBezTo>
                  <a:pt x="155796" y="37752"/>
                  <a:pt x="144908" y="48640"/>
                  <a:pt x="131476" y="48640"/>
                </a:cubicBezTo>
                <a:cubicBezTo>
                  <a:pt x="118044" y="48640"/>
                  <a:pt x="107156" y="37752"/>
                  <a:pt x="107156" y="24320"/>
                </a:cubicBezTo>
                <a:cubicBezTo>
                  <a:pt x="107156" y="10888"/>
                  <a:pt x="118044" y="0"/>
                  <a:pt x="131476" y="0"/>
                </a:cubicBezTo>
                <a:close/>
                <a:moveTo>
                  <a:pt x="24320" y="0"/>
                </a:moveTo>
                <a:cubicBezTo>
                  <a:pt x="37752" y="0"/>
                  <a:pt x="48640" y="10888"/>
                  <a:pt x="48640" y="24320"/>
                </a:cubicBezTo>
                <a:cubicBezTo>
                  <a:pt x="48640" y="37752"/>
                  <a:pt x="37752" y="48640"/>
                  <a:pt x="24320" y="48640"/>
                </a:cubicBezTo>
                <a:cubicBezTo>
                  <a:pt x="10888" y="48640"/>
                  <a:pt x="0" y="37752"/>
                  <a:pt x="0" y="24320"/>
                </a:cubicBezTo>
                <a:cubicBezTo>
                  <a:pt x="0" y="10888"/>
                  <a:pt x="10888" y="0"/>
                  <a:pt x="24320" y="0"/>
                </a:cubicBezTo>
                <a:close/>
              </a:path>
            </a:pathLst>
          </a:cu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sp>
        <p:nvSpPr>
          <p:cNvPr id="27" name="矩形 26"/>
          <p:cNvSpPr/>
          <p:nvPr/>
        </p:nvSpPr>
        <p:spPr>
          <a:xfrm>
            <a:off x="11933555" y="543560"/>
            <a:ext cx="258445" cy="111760"/>
          </a:xfrm>
          <a:prstGeom prst="rect">
            <a:avLst/>
          </a:prstGeom>
          <a:solidFill>
            <a:srgbClr val="62EFF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lumMod val="85000"/>
                  <a:lumOff val="15000"/>
                </a:schemeClr>
              </a:solidFill>
            </a:endParaRPr>
          </a:p>
        </p:txBody>
      </p:sp>
      <p:grpSp>
        <p:nvGrpSpPr>
          <p:cNvPr id="10" name="组合 9"/>
          <p:cNvGrpSpPr/>
          <p:nvPr/>
        </p:nvGrpSpPr>
        <p:grpSpPr>
          <a:xfrm>
            <a:off x="284882" y="241573"/>
            <a:ext cx="6998335" cy="626543"/>
            <a:chOff x="284882" y="285115"/>
            <a:chExt cx="6998335" cy="626543"/>
          </a:xfrm>
        </p:grpSpPr>
        <p:sp>
          <p:nvSpPr>
            <p:cNvPr id="21" name="文本框 20"/>
            <p:cNvSpPr txBox="1"/>
            <p:nvPr/>
          </p:nvSpPr>
          <p:spPr>
            <a:xfrm>
              <a:off x="831617" y="285115"/>
              <a:ext cx="6451600" cy="583565"/>
            </a:xfrm>
            <a:prstGeom prst="rect">
              <a:avLst/>
            </a:prstGeom>
            <a:noFill/>
          </p:spPr>
          <p:txBody>
            <a:bodyPr wrap="square" rtlCol="0">
              <a:spAutoFit/>
            </a:bodyPr>
            <a:lstStyle/>
            <a:p>
              <a:r>
                <a:rPr lang="zh-CN" altLang="en-US" sz="3200" dirty="0">
                  <a:solidFill>
                    <a:schemeClr val="tx1">
                      <a:lumMod val="85000"/>
                      <a:lumOff val="15000"/>
                    </a:schemeClr>
                  </a:solidFill>
                  <a:latin typeface="报隶-简" panose="02010600040101010101" charset="-122"/>
                  <a:ea typeface="报隶-简" panose="02010600040101010101" charset="-122"/>
                  <a:cs typeface="+mn-ea"/>
                  <a:sym typeface="+mn-lt"/>
                </a:rPr>
                <a:t>算法参数优化</a:t>
              </a:r>
              <a:r>
                <a:rPr lang="en-US" altLang="zh-CN" sz="3200" dirty="0">
                  <a:solidFill>
                    <a:schemeClr val="tx1">
                      <a:lumMod val="85000"/>
                      <a:lumOff val="15000"/>
                    </a:schemeClr>
                  </a:solidFill>
                  <a:latin typeface="报隶-简" panose="02010600040101010101" charset="-122"/>
                  <a:ea typeface="报隶-简" panose="02010600040101010101" charset="-122"/>
                  <a:cs typeface="+mn-ea"/>
                  <a:sym typeface="+mn-lt"/>
                </a:rPr>
                <a:t>-Google </a:t>
              </a:r>
              <a:r>
                <a:rPr lang="en-US" altLang="zh-CN" sz="3200" dirty="0">
                  <a:solidFill>
                    <a:schemeClr val="tx1">
                      <a:lumMod val="85000"/>
                      <a:lumOff val="15000"/>
                    </a:schemeClr>
                  </a:solidFill>
                  <a:latin typeface="报隶-简" panose="02010600040101010101" charset="-122"/>
                  <a:ea typeface="报隶-简" panose="02010600040101010101" charset="-122"/>
                  <a:cs typeface="+mn-ea"/>
                  <a:sym typeface="+mn-lt"/>
                </a:rPr>
                <a:t>VeLO</a:t>
              </a:r>
              <a:endParaRPr lang="en-US" altLang="zh-CN" sz="3200" dirty="0">
                <a:solidFill>
                  <a:schemeClr val="tx1">
                    <a:lumMod val="85000"/>
                    <a:lumOff val="15000"/>
                  </a:schemeClr>
                </a:solidFill>
                <a:latin typeface="报隶-简" panose="02010600040101010101" charset="-122"/>
                <a:ea typeface="报隶-简" panose="02010600040101010101" charset="-122"/>
                <a:cs typeface="+mn-ea"/>
                <a:sym typeface="+mn-lt"/>
              </a:endParaRPr>
            </a:p>
          </p:txBody>
        </p:sp>
        <p:grpSp>
          <p:nvGrpSpPr>
            <p:cNvPr id="13" name="组合 12"/>
            <p:cNvGrpSpPr/>
            <p:nvPr/>
          </p:nvGrpSpPr>
          <p:grpSpPr>
            <a:xfrm>
              <a:off x="284882" y="369226"/>
              <a:ext cx="542432" cy="542432"/>
              <a:chOff x="4058577" y="4375150"/>
              <a:chExt cx="1384300" cy="1384300"/>
            </a:xfrm>
          </p:grpSpPr>
          <p:sp>
            <p:nvSpPr>
              <p:cNvPr id="9" name="椭圆 8"/>
              <p:cNvSpPr/>
              <p:nvPr/>
            </p:nvSpPr>
            <p:spPr>
              <a:xfrm>
                <a:off x="4058577" y="4375150"/>
                <a:ext cx="1384300" cy="1384300"/>
              </a:xfrm>
              <a:prstGeom prst="ellipse">
                <a:avLst/>
              </a:prstGeom>
              <a:gradFill flip="none" rotWithShape="1">
                <a:gsLst>
                  <a:gs pos="38000">
                    <a:srgbClr val="62EFFE"/>
                  </a:gs>
                  <a:gs pos="90000">
                    <a:srgbClr val="02ECFE"/>
                  </a:gs>
                </a:gsLst>
                <a:lin ang="54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a:solidFill>
                    <a:schemeClr val="tx1">
                      <a:lumMod val="85000"/>
                      <a:lumOff val="15000"/>
                    </a:schemeClr>
                  </a:solidFill>
                  <a:latin typeface="思源黑体 CN Bold" panose="020B0800000000000000" pitchFamily="34" charset="-122"/>
                  <a:ea typeface="思源黑体 CN Bold" panose="020B0800000000000000" pitchFamily="34" charset="-122"/>
                  <a:cs typeface="+mn-ea"/>
                </a:endParaRPr>
              </a:p>
            </p:txBody>
          </p:sp>
          <p:pic>
            <p:nvPicPr>
              <p:cNvPr id="11" name="图片 10"/>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4311650" y="4619625"/>
                <a:ext cx="889000" cy="889000"/>
              </a:xfrm>
              <a:prstGeom prst="rect">
                <a:avLst/>
              </a:prstGeom>
            </p:spPr>
          </p:pic>
        </p:grpSp>
      </p:grpSp>
      <p:sp>
        <p:nvSpPr>
          <p:cNvPr id="12" name="文本框 11"/>
          <p:cNvSpPr txBox="1"/>
          <p:nvPr/>
        </p:nvSpPr>
        <p:spPr>
          <a:xfrm>
            <a:off x="9031605" y="569557"/>
            <a:ext cx="2705562" cy="337185"/>
          </a:xfrm>
          <a:prstGeom prst="rect">
            <a:avLst/>
          </a:prstGeom>
          <a:noFill/>
        </p:spPr>
        <p:txBody>
          <a:bodyPr wrap="square" rtlCol="0">
            <a:spAutoFit/>
          </a:bodyPr>
          <a:p>
            <a:pPr algn="dist"/>
            <a:r>
              <a:rPr lang="zh-CN" altLang="en-US" sz="1600" b="1" dirty="0">
                <a:solidFill>
                  <a:schemeClr val="tx1"/>
                </a:solidFill>
                <a:latin typeface="思源黑体 CN Normal" panose="020B0400000000000000" pitchFamily="34" charset="-122"/>
                <a:ea typeface="思源黑体 CN Normal" panose="020B0400000000000000" pitchFamily="34" charset="-122"/>
                <a:cs typeface="+mn-ea"/>
                <a:sym typeface="+mn-lt"/>
              </a:rPr>
              <a:t>20</a:t>
            </a:r>
            <a:r>
              <a:rPr lang="en-US" altLang="zh-CN" sz="1600" b="1" dirty="0">
                <a:solidFill>
                  <a:schemeClr val="tx1"/>
                </a:solidFill>
                <a:latin typeface="思源黑体 CN Normal" panose="020B0400000000000000" pitchFamily="34" charset="-122"/>
                <a:ea typeface="思源黑体 CN Normal" panose="020B0400000000000000" pitchFamily="34" charset="-122"/>
                <a:cs typeface="+mn-ea"/>
                <a:sym typeface="+mn-lt"/>
              </a:rPr>
              <a:t>23Google</a:t>
            </a:r>
            <a:r>
              <a:rPr lang="zh-CN" altLang="en-US" sz="1600" b="1" dirty="0">
                <a:solidFill>
                  <a:schemeClr val="tx1"/>
                </a:solidFill>
                <a:latin typeface="思源黑体 CN Normal" panose="020B0400000000000000" pitchFamily="34" charset="-122"/>
                <a:ea typeface="思源黑体 CN Normal" panose="020B0400000000000000" pitchFamily="34" charset="-122"/>
                <a:cs typeface="+mn-ea"/>
                <a:sym typeface="+mn-lt"/>
              </a:rPr>
              <a:t>开发者大会</a:t>
            </a:r>
            <a:endParaRPr lang="zh-CN" altLang="en-US" sz="1600" b="1" dirty="0">
              <a:solidFill>
                <a:schemeClr val="tx1"/>
              </a:solidFill>
              <a:latin typeface="思源黑体 CN Normal" panose="020B0400000000000000" pitchFamily="34" charset="-122"/>
              <a:ea typeface="思源黑体 CN Normal" panose="020B0400000000000000" pitchFamily="34" charset="-122"/>
              <a:cs typeface="+mn-ea"/>
              <a:sym typeface="+mn-lt"/>
            </a:endParaRPr>
          </a:p>
        </p:txBody>
      </p:sp>
      <p:pic>
        <p:nvPicPr>
          <p:cNvPr id="15" name="图片 14" descr="carbon"/>
          <p:cNvPicPr>
            <a:picLocks noChangeAspect="1"/>
          </p:cNvPicPr>
          <p:nvPr/>
        </p:nvPicPr>
        <p:blipFill>
          <a:blip r:embed="rId2"/>
          <a:stretch>
            <a:fillRect/>
          </a:stretch>
        </p:blipFill>
        <p:spPr>
          <a:xfrm>
            <a:off x="6599555" y="1423670"/>
            <a:ext cx="5137785" cy="4824730"/>
          </a:xfrm>
          <a:prstGeom prst="rect">
            <a:avLst/>
          </a:prstGeom>
        </p:spPr>
      </p:pic>
      <p:pic>
        <p:nvPicPr>
          <p:cNvPr id="109" name="图片 108"/>
          <p:cNvPicPr/>
          <p:nvPr/>
        </p:nvPicPr>
        <p:blipFill>
          <a:blip r:embed="rId3" r:link="rId4"/>
          <a:stretch>
            <a:fillRect/>
          </a:stretch>
        </p:blipFill>
        <p:spPr>
          <a:xfrm>
            <a:off x="6059170" y="2914650"/>
            <a:ext cx="0" cy="0"/>
          </a:xfrm>
          <a:prstGeom prst="rect">
            <a:avLst/>
          </a:prstGeom>
          <a:noFill/>
          <a:ln w="9525">
            <a:noFill/>
          </a:ln>
        </p:spPr>
      </p:pic>
      <p:sp>
        <p:nvSpPr>
          <p:cNvPr id="16" name="文本框 15"/>
          <p:cNvSpPr txBox="1"/>
          <p:nvPr/>
        </p:nvSpPr>
        <p:spPr>
          <a:xfrm>
            <a:off x="741680" y="2086610"/>
            <a:ext cx="5179060" cy="2584450"/>
          </a:xfrm>
          <a:prstGeom prst="rect">
            <a:avLst/>
          </a:prstGeom>
          <a:noFill/>
        </p:spPr>
        <p:txBody>
          <a:bodyPr wrap="square" rtlCol="0" anchor="t">
            <a:spAutoFit/>
          </a:bodyPr>
          <a:p>
            <a:pPr marL="285750" indent="-285750">
              <a:buFont typeface="Wingdings" panose="05000000000000000000" charset="0"/>
              <a:buChar char="ü"/>
            </a:pPr>
            <a:r>
              <a:rPr lang="zh-CN" altLang="en-US">
                <a:latin typeface="汉仪中宋简" panose="02010600000101010101" charset="-122"/>
                <a:ea typeface="汉仪中宋简" panose="02010600000101010101" charset="-122"/>
                <a:cs typeface="汉仪中宋简" panose="02010600000101010101" charset="-122"/>
              </a:rPr>
              <a:t>谷歌大脑提出了一个新的优化器VeLO，无需手动调整任何超参数，直接用就完事了。</a:t>
            </a:r>
            <a:endParaRPr lang="zh-CN" altLang="en-US">
              <a:latin typeface="汉仪中宋简" panose="02010600000101010101" charset="-122"/>
              <a:ea typeface="汉仪中宋简" panose="02010600000101010101" charset="-122"/>
              <a:cs typeface="汉仪中宋简" panose="02010600000101010101" charset="-122"/>
            </a:endParaRPr>
          </a:p>
          <a:p>
            <a:pPr marL="285750" indent="-285750">
              <a:buFont typeface="Wingdings" panose="05000000000000000000" charset="0"/>
              <a:buChar char="ü"/>
            </a:pPr>
            <a:endParaRPr lang="zh-CN" altLang="en-US">
              <a:latin typeface="汉仪中宋简" panose="02010600000101010101" charset="-122"/>
              <a:ea typeface="汉仪中宋简" panose="02010600000101010101" charset="-122"/>
              <a:cs typeface="汉仪中宋简" panose="02010600000101010101" charset="-122"/>
            </a:endParaRPr>
          </a:p>
          <a:p>
            <a:pPr marL="285750" indent="-285750">
              <a:buFont typeface="Wingdings" panose="05000000000000000000" charset="0"/>
              <a:buChar char="ü"/>
            </a:pPr>
            <a:r>
              <a:rPr lang="zh-CN" altLang="en-US">
                <a:latin typeface="汉仪中宋简" panose="02010600000101010101" charset="-122"/>
                <a:ea typeface="汉仪中宋简" panose="02010600000101010101" charset="-122"/>
                <a:cs typeface="汉仪中宋简" panose="02010600000101010101" charset="-122"/>
              </a:rPr>
              <a:t>与其他人工设计的如Adam、AdaGrad等算法不同，VeLO完全基于AI构造，能够很好地适应各种不同的任务。当然，效果也更好。</a:t>
            </a:r>
            <a:endParaRPr lang="zh-CN" altLang="en-US">
              <a:latin typeface="汉仪中宋简" panose="02010600000101010101" charset="-122"/>
              <a:ea typeface="汉仪中宋简" panose="02010600000101010101" charset="-122"/>
              <a:cs typeface="汉仪中宋简" panose="02010600000101010101" charset="-122"/>
            </a:endParaRPr>
          </a:p>
          <a:p>
            <a:pPr marL="285750" indent="-285750">
              <a:buFont typeface="Wingdings" panose="05000000000000000000" charset="0"/>
              <a:buChar char="ü"/>
            </a:pPr>
            <a:endParaRPr lang="zh-CN" altLang="en-US">
              <a:latin typeface="汉仪中宋简" panose="02010600000101010101" charset="-122"/>
              <a:ea typeface="汉仪中宋简" panose="02010600000101010101" charset="-122"/>
              <a:cs typeface="汉仪中宋简" panose="02010600000101010101" charset="-122"/>
            </a:endParaRPr>
          </a:p>
          <a:p>
            <a:pPr marL="285750" indent="-285750">
              <a:buFont typeface="Wingdings" panose="05000000000000000000" charset="0"/>
              <a:buChar char="ü"/>
            </a:pPr>
            <a:r>
              <a:rPr lang="zh-CN" altLang="en-US">
                <a:latin typeface="汉仪中宋简" panose="02010600000101010101" charset="-122"/>
                <a:ea typeface="汉仪中宋简" panose="02010600000101010101" charset="-122"/>
                <a:cs typeface="汉仪中宋简" panose="02010600000101010101" charset="-122"/>
              </a:rPr>
              <a:t>它还可以通过直观的方式动态构建超参数搜索空间。 </a:t>
            </a:r>
            <a:endParaRPr lang="zh-CN" altLang="en-US">
              <a:latin typeface="汉仪中宋简" panose="02010600000101010101" charset="-122"/>
              <a:ea typeface="汉仪中宋简" panose="02010600000101010101" charset="-122"/>
              <a:cs typeface="汉仪中宋简" panose="02010600000101010101" charset="-122"/>
            </a:endParaRPr>
          </a:p>
        </p:txBody>
      </p:sp>
    </p:spTree>
  </p:cSld>
  <p:clrMapOvr>
    <a:masterClrMapping/>
  </p:clrMapOvr>
  <mc:AlternateContent xmlns:mc="http://schemas.openxmlformats.org/markup-compatibility/2006">
    <mc:Choice xmlns:p14="http://schemas.microsoft.com/office/powerpoint/2010/main" Requires="p14">
      <p:transition spd="slow" p14:dur="1600" advTm="5000">
        <p14:prism isInverted="1"/>
      </p:transition>
    </mc:Choice>
    <mc:Fallback>
      <p:transition spd="slow" advTm="5000">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8" name="组合 7"/>
          <p:cNvGrpSpPr/>
          <p:nvPr/>
        </p:nvGrpSpPr>
        <p:grpSpPr>
          <a:xfrm>
            <a:off x="-698500" y="-582990"/>
            <a:ext cx="13589000" cy="8023980"/>
            <a:chOff x="-863600" y="-584200"/>
            <a:chExt cx="13335000" cy="7874000"/>
          </a:xfrm>
          <a:solidFill>
            <a:srgbClr val="E6E6E6"/>
          </a:solidFill>
        </p:grpSpPr>
        <p:grpSp>
          <p:nvGrpSpPr>
            <p:cNvPr id="4" name="组合 3"/>
            <p:cNvGrpSpPr/>
            <p:nvPr/>
          </p:nvGrpSpPr>
          <p:grpSpPr>
            <a:xfrm>
              <a:off x="-863600" y="-584200"/>
              <a:ext cx="165100" cy="7874000"/>
              <a:chOff x="-863600" y="-584200"/>
              <a:chExt cx="165100" cy="7874000"/>
            </a:xfrm>
            <a:grpFill/>
          </p:grpSpPr>
          <p:sp>
            <p:nvSpPr>
              <p:cNvPr id="2" name="椭圆 1"/>
              <p:cNvSpPr/>
              <p:nvPr/>
            </p:nvSpPr>
            <p:spPr>
              <a:xfrm>
                <a:off x="-863600" y="-584200"/>
                <a:ext cx="165100" cy="165100"/>
              </a:xfrm>
              <a:prstGeom prst="ellipse">
                <a:avLst/>
              </a:prstGeom>
              <a:grp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椭圆 2"/>
              <p:cNvSpPr/>
              <p:nvPr/>
            </p:nvSpPr>
            <p:spPr>
              <a:xfrm>
                <a:off x="-863600" y="7124700"/>
                <a:ext cx="165100" cy="165100"/>
              </a:xfrm>
              <a:prstGeom prst="ellipse">
                <a:avLst/>
              </a:prstGeom>
              <a:grp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5" name="组合 4"/>
            <p:cNvGrpSpPr/>
            <p:nvPr/>
          </p:nvGrpSpPr>
          <p:grpSpPr>
            <a:xfrm>
              <a:off x="12306300" y="-584200"/>
              <a:ext cx="165100" cy="7874000"/>
              <a:chOff x="-863600" y="-584200"/>
              <a:chExt cx="165100" cy="7874000"/>
            </a:xfrm>
            <a:grpFill/>
          </p:grpSpPr>
          <p:sp>
            <p:nvSpPr>
              <p:cNvPr id="6" name="椭圆 5"/>
              <p:cNvSpPr/>
              <p:nvPr/>
            </p:nvSpPr>
            <p:spPr>
              <a:xfrm>
                <a:off x="-863600" y="-584200"/>
                <a:ext cx="165100" cy="165100"/>
              </a:xfrm>
              <a:prstGeom prst="ellipse">
                <a:avLst/>
              </a:prstGeom>
              <a:grp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椭圆 6"/>
              <p:cNvSpPr/>
              <p:nvPr/>
            </p:nvSpPr>
            <p:spPr>
              <a:xfrm>
                <a:off x="-863600" y="7124700"/>
                <a:ext cx="165100" cy="165100"/>
              </a:xfrm>
              <a:prstGeom prst="ellipse">
                <a:avLst/>
              </a:prstGeom>
              <a:grp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pic>
        <p:nvPicPr>
          <p:cNvPr id="12" name="图片 11"/>
          <p:cNvPicPr>
            <a:picLocks noChangeAspect="1"/>
          </p:cNvPicPr>
          <p:nvPr/>
        </p:nvPicPr>
        <p:blipFill>
          <a:blip r:embed="rId1">
            <a:extLst>
              <a:ext uri="{28A0092B-C50C-407E-A947-70E740481C1C}">
                <a14:useLocalDpi xmlns:a14="http://schemas.microsoft.com/office/drawing/2010/main" val="0"/>
              </a:ext>
            </a:extLst>
          </a:blip>
          <a:srcRect l="5923" t="413" r="5923" b="413"/>
          <a:stretch>
            <a:fillRect/>
          </a:stretch>
        </p:blipFill>
        <p:spPr>
          <a:xfrm>
            <a:off x="0" y="0"/>
            <a:ext cx="12192000" cy="6858000"/>
          </a:xfrm>
          <a:custGeom>
            <a:avLst/>
            <a:gdLst>
              <a:gd name="connsiteX0" fmla="*/ 0 w 12192000"/>
              <a:gd name="connsiteY0" fmla="*/ 0 h 6858000"/>
              <a:gd name="connsiteX1" fmla="*/ 12192000 w 12192000"/>
              <a:gd name="connsiteY1" fmla="*/ 0 h 6858000"/>
              <a:gd name="connsiteX2" fmla="*/ 12192000 w 12192000"/>
              <a:gd name="connsiteY2" fmla="*/ 6858000 h 6858000"/>
              <a:gd name="connsiteX3" fmla="*/ 0 w 12192000"/>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12192000" h="6858000">
                <a:moveTo>
                  <a:pt x="0" y="0"/>
                </a:moveTo>
                <a:lnTo>
                  <a:pt x="12192000" y="0"/>
                </a:lnTo>
                <a:lnTo>
                  <a:pt x="12192000" y="6858000"/>
                </a:lnTo>
                <a:lnTo>
                  <a:pt x="0" y="6858000"/>
                </a:lnTo>
                <a:close/>
              </a:path>
            </a:pathLst>
          </a:custGeom>
        </p:spPr>
      </p:pic>
      <p:pic>
        <p:nvPicPr>
          <p:cNvPr id="14" name="图片 1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64243" y="1001486"/>
            <a:ext cx="5127172" cy="4942114"/>
          </a:xfrm>
          <a:prstGeom prst="rect">
            <a:avLst/>
          </a:prstGeom>
        </p:spPr>
      </p:pic>
      <p:sp>
        <p:nvSpPr>
          <p:cNvPr id="20" name="文本框 19"/>
          <p:cNvSpPr txBox="1"/>
          <p:nvPr/>
        </p:nvSpPr>
        <p:spPr>
          <a:xfrm>
            <a:off x="6001221" y="2063349"/>
            <a:ext cx="5222404" cy="523220"/>
          </a:xfrm>
          <a:prstGeom prst="rect">
            <a:avLst/>
          </a:prstGeom>
          <a:noFill/>
        </p:spPr>
        <p:txBody>
          <a:bodyPr wrap="square" rtlCol="0">
            <a:spAutoFit/>
          </a:bodyPr>
          <a:lstStyle/>
          <a:p>
            <a:r>
              <a:rPr lang="en-US" altLang="zh-CN" sz="2800" dirty="0">
                <a:solidFill>
                  <a:schemeClr val="bg1"/>
                </a:solidFill>
                <a:latin typeface="三极正智黑简体" panose="00000500000000000000" pitchFamily="2" charset="-122"/>
                <a:ea typeface="三极正智黑简体" panose="00000500000000000000" pitchFamily="2" charset="-122"/>
                <a:cs typeface="+mn-ea"/>
                <a:sym typeface="+mn-lt"/>
              </a:rPr>
              <a:t>DATA  ANALYSIS  REPORT </a:t>
            </a:r>
            <a:endParaRPr lang="en-US" altLang="zh-CN" sz="2800" dirty="0">
              <a:solidFill>
                <a:schemeClr val="bg1"/>
              </a:solidFill>
              <a:latin typeface="三极正智黑简体" panose="00000500000000000000" pitchFamily="2" charset="-122"/>
              <a:ea typeface="三极正智黑简体" panose="00000500000000000000" pitchFamily="2" charset="-122"/>
              <a:cs typeface="+mn-ea"/>
              <a:sym typeface="+mn-lt"/>
            </a:endParaRPr>
          </a:p>
        </p:txBody>
      </p:sp>
      <p:sp>
        <p:nvSpPr>
          <p:cNvPr id="21" name="文本框 20"/>
          <p:cNvSpPr txBox="1"/>
          <p:nvPr/>
        </p:nvSpPr>
        <p:spPr>
          <a:xfrm>
            <a:off x="5922613" y="2644594"/>
            <a:ext cx="5644374" cy="2061210"/>
          </a:xfrm>
          <a:prstGeom prst="rect">
            <a:avLst/>
          </a:prstGeom>
          <a:noFill/>
        </p:spPr>
        <p:txBody>
          <a:bodyPr wrap="square" rtlCol="0">
            <a:spAutoFit/>
          </a:bodyPr>
          <a:lstStyle/>
          <a:p>
            <a:pPr algn="dist"/>
            <a:r>
              <a:rPr lang="zh-CN" altLang="en-US" sz="6400" b="1" dirty="0">
                <a:solidFill>
                  <a:schemeClr val="bg1"/>
                </a:solidFill>
                <a:latin typeface="华文楷体" panose="02010600040101010101" charset="-122"/>
                <a:ea typeface="华文楷体" panose="02010600040101010101" charset="-122"/>
                <a:cs typeface="+mn-ea"/>
                <a:sym typeface="+mn-lt"/>
              </a:rPr>
              <a:t>阶段成果</a:t>
            </a:r>
            <a:endParaRPr lang="zh-CN" altLang="en-US" sz="6400" b="1" dirty="0">
              <a:solidFill>
                <a:schemeClr val="bg1"/>
              </a:solidFill>
              <a:latin typeface="华文楷体" panose="02010600040101010101" charset="-122"/>
              <a:ea typeface="华文楷体" panose="02010600040101010101" charset="-122"/>
              <a:cs typeface="+mn-ea"/>
              <a:sym typeface="+mn-lt"/>
            </a:endParaRPr>
          </a:p>
          <a:p>
            <a:pPr algn="dist"/>
            <a:endParaRPr lang="zh-CN" altLang="en-US" sz="6400" dirty="0">
              <a:solidFill>
                <a:schemeClr val="bg1"/>
              </a:solidFill>
              <a:latin typeface="三极正智黑简体" panose="00000500000000000000" pitchFamily="2" charset="-122"/>
              <a:ea typeface="三极正智黑简体" panose="00000500000000000000" pitchFamily="2" charset="-122"/>
              <a:cs typeface="+mn-ea"/>
              <a:sym typeface="+mn-lt"/>
            </a:endParaRPr>
          </a:p>
        </p:txBody>
      </p:sp>
      <p:sp>
        <p:nvSpPr>
          <p:cNvPr id="23" name="PA-文本框 88"/>
          <p:cNvSpPr txBox="1"/>
          <p:nvPr>
            <p:custDataLst>
              <p:tags r:id="rId3"/>
            </p:custDataLst>
          </p:nvPr>
        </p:nvSpPr>
        <p:spPr>
          <a:xfrm>
            <a:off x="6079692" y="3925277"/>
            <a:ext cx="4049919" cy="802848"/>
          </a:xfrm>
          <a:prstGeom prst="rect">
            <a:avLst/>
          </a:prstGeom>
          <a:noFill/>
        </p:spPr>
        <p:txBody>
          <a:bodyPr wrap="square" lIns="0" tIns="0" rIns="0" bIns="0" rtlCol="0">
            <a:spAutoFit/>
          </a:bodyPr>
          <a:lstStyle/>
          <a:p>
            <a:pPr hangingPunct="0">
              <a:lnSpc>
                <a:spcPct val="150000"/>
              </a:lnSpc>
            </a:pPr>
            <a:r>
              <a:rPr lang="en-US" altLang="zh-CN" sz="1200" dirty="0">
                <a:solidFill>
                  <a:schemeClr val="bg1">
                    <a:alpha val="80000"/>
                  </a:schemeClr>
                </a:solidFill>
                <a:cs typeface="+mn-ea"/>
                <a:sym typeface="+mn-lt"/>
              </a:rPr>
              <a:t>Click here to enter your text, change the color or size of the text. You can also format the appropriate text and adjust the line spacing of the text. </a:t>
            </a:r>
            <a:endParaRPr lang="en-US" altLang="zh-CN" sz="1200" dirty="0">
              <a:solidFill>
                <a:schemeClr val="bg1">
                  <a:alpha val="80000"/>
                </a:schemeClr>
              </a:solidFill>
              <a:cs typeface="+mn-ea"/>
              <a:sym typeface="+mn-lt"/>
            </a:endParaRPr>
          </a:p>
        </p:txBody>
      </p:sp>
      <p:sp>
        <p:nvSpPr>
          <p:cNvPr id="25" name="任意多边形: 形状 24"/>
          <p:cNvSpPr/>
          <p:nvPr/>
        </p:nvSpPr>
        <p:spPr>
          <a:xfrm>
            <a:off x="11328401" y="4965700"/>
            <a:ext cx="396593" cy="816428"/>
          </a:xfrm>
          <a:custGeom>
            <a:avLst/>
            <a:gdLst>
              <a:gd name="connsiteX0" fmla="*/ 452944 w 477264"/>
              <a:gd name="connsiteY0" fmla="*/ 933858 h 982498"/>
              <a:gd name="connsiteX1" fmla="*/ 477264 w 477264"/>
              <a:gd name="connsiteY1" fmla="*/ 958178 h 982498"/>
              <a:gd name="connsiteX2" fmla="*/ 452944 w 477264"/>
              <a:gd name="connsiteY2" fmla="*/ 982498 h 982498"/>
              <a:gd name="connsiteX3" fmla="*/ 428624 w 477264"/>
              <a:gd name="connsiteY3" fmla="*/ 958178 h 982498"/>
              <a:gd name="connsiteX4" fmla="*/ 452944 w 477264"/>
              <a:gd name="connsiteY4" fmla="*/ 933858 h 982498"/>
              <a:gd name="connsiteX5" fmla="*/ 345788 w 477264"/>
              <a:gd name="connsiteY5" fmla="*/ 933858 h 982498"/>
              <a:gd name="connsiteX6" fmla="*/ 370108 w 477264"/>
              <a:gd name="connsiteY6" fmla="*/ 958178 h 982498"/>
              <a:gd name="connsiteX7" fmla="*/ 345788 w 477264"/>
              <a:gd name="connsiteY7" fmla="*/ 982498 h 982498"/>
              <a:gd name="connsiteX8" fmla="*/ 321468 w 477264"/>
              <a:gd name="connsiteY8" fmla="*/ 958178 h 982498"/>
              <a:gd name="connsiteX9" fmla="*/ 345788 w 477264"/>
              <a:gd name="connsiteY9" fmla="*/ 933858 h 982498"/>
              <a:gd name="connsiteX10" fmla="*/ 238632 w 477264"/>
              <a:gd name="connsiteY10" fmla="*/ 933858 h 982498"/>
              <a:gd name="connsiteX11" fmla="*/ 262952 w 477264"/>
              <a:gd name="connsiteY11" fmla="*/ 958178 h 982498"/>
              <a:gd name="connsiteX12" fmla="*/ 238632 w 477264"/>
              <a:gd name="connsiteY12" fmla="*/ 982498 h 982498"/>
              <a:gd name="connsiteX13" fmla="*/ 214312 w 477264"/>
              <a:gd name="connsiteY13" fmla="*/ 958178 h 982498"/>
              <a:gd name="connsiteX14" fmla="*/ 238632 w 477264"/>
              <a:gd name="connsiteY14" fmla="*/ 933858 h 982498"/>
              <a:gd name="connsiteX15" fmla="*/ 131476 w 477264"/>
              <a:gd name="connsiteY15" fmla="*/ 933858 h 982498"/>
              <a:gd name="connsiteX16" fmla="*/ 155796 w 477264"/>
              <a:gd name="connsiteY16" fmla="*/ 958178 h 982498"/>
              <a:gd name="connsiteX17" fmla="*/ 131476 w 477264"/>
              <a:gd name="connsiteY17" fmla="*/ 982498 h 982498"/>
              <a:gd name="connsiteX18" fmla="*/ 107156 w 477264"/>
              <a:gd name="connsiteY18" fmla="*/ 958178 h 982498"/>
              <a:gd name="connsiteX19" fmla="*/ 131476 w 477264"/>
              <a:gd name="connsiteY19" fmla="*/ 933858 h 982498"/>
              <a:gd name="connsiteX20" fmla="*/ 24320 w 477264"/>
              <a:gd name="connsiteY20" fmla="*/ 933858 h 982498"/>
              <a:gd name="connsiteX21" fmla="*/ 48640 w 477264"/>
              <a:gd name="connsiteY21" fmla="*/ 958178 h 982498"/>
              <a:gd name="connsiteX22" fmla="*/ 24320 w 477264"/>
              <a:gd name="connsiteY22" fmla="*/ 982498 h 982498"/>
              <a:gd name="connsiteX23" fmla="*/ 0 w 477264"/>
              <a:gd name="connsiteY23" fmla="*/ 958178 h 982498"/>
              <a:gd name="connsiteX24" fmla="*/ 24320 w 477264"/>
              <a:gd name="connsiteY24" fmla="*/ 933858 h 982498"/>
              <a:gd name="connsiteX25" fmla="*/ 452944 w 477264"/>
              <a:gd name="connsiteY25" fmla="*/ 778215 h 982498"/>
              <a:gd name="connsiteX26" fmla="*/ 477264 w 477264"/>
              <a:gd name="connsiteY26" fmla="*/ 802535 h 982498"/>
              <a:gd name="connsiteX27" fmla="*/ 452944 w 477264"/>
              <a:gd name="connsiteY27" fmla="*/ 826855 h 982498"/>
              <a:gd name="connsiteX28" fmla="*/ 428624 w 477264"/>
              <a:gd name="connsiteY28" fmla="*/ 802535 h 982498"/>
              <a:gd name="connsiteX29" fmla="*/ 452944 w 477264"/>
              <a:gd name="connsiteY29" fmla="*/ 778215 h 982498"/>
              <a:gd name="connsiteX30" fmla="*/ 345788 w 477264"/>
              <a:gd name="connsiteY30" fmla="*/ 778215 h 982498"/>
              <a:gd name="connsiteX31" fmla="*/ 370108 w 477264"/>
              <a:gd name="connsiteY31" fmla="*/ 802535 h 982498"/>
              <a:gd name="connsiteX32" fmla="*/ 345788 w 477264"/>
              <a:gd name="connsiteY32" fmla="*/ 826855 h 982498"/>
              <a:gd name="connsiteX33" fmla="*/ 321468 w 477264"/>
              <a:gd name="connsiteY33" fmla="*/ 802535 h 982498"/>
              <a:gd name="connsiteX34" fmla="*/ 345788 w 477264"/>
              <a:gd name="connsiteY34" fmla="*/ 778215 h 982498"/>
              <a:gd name="connsiteX35" fmla="*/ 238632 w 477264"/>
              <a:gd name="connsiteY35" fmla="*/ 778215 h 982498"/>
              <a:gd name="connsiteX36" fmla="*/ 262952 w 477264"/>
              <a:gd name="connsiteY36" fmla="*/ 802535 h 982498"/>
              <a:gd name="connsiteX37" fmla="*/ 238632 w 477264"/>
              <a:gd name="connsiteY37" fmla="*/ 826855 h 982498"/>
              <a:gd name="connsiteX38" fmla="*/ 214312 w 477264"/>
              <a:gd name="connsiteY38" fmla="*/ 802535 h 982498"/>
              <a:gd name="connsiteX39" fmla="*/ 238632 w 477264"/>
              <a:gd name="connsiteY39" fmla="*/ 778215 h 982498"/>
              <a:gd name="connsiteX40" fmla="*/ 131476 w 477264"/>
              <a:gd name="connsiteY40" fmla="*/ 778215 h 982498"/>
              <a:gd name="connsiteX41" fmla="*/ 155796 w 477264"/>
              <a:gd name="connsiteY41" fmla="*/ 802535 h 982498"/>
              <a:gd name="connsiteX42" fmla="*/ 131476 w 477264"/>
              <a:gd name="connsiteY42" fmla="*/ 826855 h 982498"/>
              <a:gd name="connsiteX43" fmla="*/ 107156 w 477264"/>
              <a:gd name="connsiteY43" fmla="*/ 802535 h 982498"/>
              <a:gd name="connsiteX44" fmla="*/ 131476 w 477264"/>
              <a:gd name="connsiteY44" fmla="*/ 778215 h 982498"/>
              <a:gd name="connsiteX45" fmla="*/ 24320 w 477264"/>
              <a:gd name="connsiteY45" fmla="*/ 778215 h 982498"/>
              <a:gd name="connsiteX46" fmla="*/ 48640 w 477264"/>
              <a:gd name="connsiteY46" fmla="*/ 802535 h 982498"/>
              <a:gd name="connsiteX47" fmla="*/ 24320 w 477264"/>
              <a:gd name="connsiteY47" fmla="*/ 826855 h 982498"/>
              <a:gd name="connsiteX48" fmla="*/ 0 w 477264"/>
              <a:gd name="connsiteY48" fmla="*/ 802535 h 982498"/>
              <a:gd name="connsiteX49" fmla="*/ 24320 w 477264"/>
              <a:gd name="connsiteY49" fmla="*/ 778215 h 982498"/>
              <a:gd name="connsiteX50" fmla="*/ 452944 w 477264"/>
              <a:gd name="connsiteY50" fmla="*/ 622572 h 982498"/>
              <a:gd name="connsiteX51" fmla="*/ 477264 w 477264"/>
              <a:gd name="connsiteY51" fmla="*/ 646892 h 982498"/>
              <a:gd name="connsiteX52" fmla="*/ 452944 w 477264"/>
              <a:gd name="connsiteY52" fmla="*/ 671212 h 982498"/>
              <a:gd name="connsiteX53" fmla="*/ 428624 w 477264"/>
              <a:gd name="connsiteY53" fmla="*/ 646892 h 982498"/>
              <a:gd name="connsiteX54" fmla="*/ 452944 w 477264"/>
              <a:gd name="connsiteY54" fmla="*/ 622572 h 982498"/>
              <a:gd name="connsiteX55" fmla="*/ 345788 w 477264"/>
              <a:gd name="connsiteY55" fmla="*/ 622572 h 982498"/>
              <a:gd name="connsiteX56" fmla="*/ 370108 w 477264"/>
              <a:gd name="connsiteY56" fmla="*/ 646892 h 982498"/>
              <a:gd name="connsiteX57" fmla="*/ 345788 w 477264"/>
              <a:gd name="connsiteY57" fmla="*/ 671212 h 982498"/>
              <a:gd name="connsiteX58" fmla="*/ 321468 w 477264"/>
              <a:gd name="connsiteY58" fmla="*/ 646892 h 982498"/>
              <a:gd name="connsiteX59" fmla="*/ 345788 w 477264"/>
              <a:gd name="connsiteY59" fmla="*/ 622572 h 982498"/>
              <a:gd name="connsiteX60" fmla="*/ 238632 w 477264"/>
              <a:gd name="connsiteY60" fmla="*/ 622572 h 982498"/>
              <a:gd name="connsiteX61" fmla="*/ 262952 w 477264"/>
              <a:gd name="connsiteY61" fmla="*/ 646892 h 982498"/>
              <a:gd name="connsiteX62" fmla="*/ 238632 w 477264"/>
              <a:gd name="connsiteY62" fmla="*/ 671212 h 982498"/>
              <a:gd name="connsiteX63" fmla="*/ 214312 w 477264"/>
              <a:gd name="connsiteY63" fmla="*/ 646892 h 982498"/>
              <a:gd name="connsiteX64" fmla="*/ 238632 w 477264"/>
              <a:gd name="connsiteY64" fmla="*/ 622572 h 982498"/>
              <a:gd name="connsiteX65" fmla="*/ 131476 w 477264"/>
              <a:gd name="connsiteY65" fmla="*/ 622572 h 982498"/>
              <a:gd name="connsiteX66" fmla="*/ 155796 w 477264"/>
              <a:gd name="connsiteY66" fmla="*/ 646892 h 982498"/>
              <a:gd name="connsiteX67" fmla="*/ 131476 w 477264"/>
              <a:gd name="connsiteY67" fmla="*/ 671212 h 982498"/>
              <a:gd name="connsiteX68" fmla="*/ 107156 w 477264"/>
              <a:gd name="connsiteY68" fmla="*/ 646892 h 982498"/>
              <a:gd name="connsiteX69" fmla="*/ 131476 w 477264"/>
              <a:gd name="connsiteY69" fmla="*/ 622572 h 982498"/>
              <a:gd name="connsiteX70" fmla="*/ 24320 w 477264"/>
              <a:gd name="connsiteY70" fmla="*/ 622572 h 982498"/>
              <a:gd name="connsiteX71" fmla="*/ 48640 w 477264"/>
              <a:gd name="connsiteY71" fmla="*/ 646892 h 982498"/>
              <a:gd name="connsiteX72" fmla="*/ 24320 w 477264"/>
              <a:gd name="connsiteY72" fmla="*/ 671212 h 982498"/>
              <a:gd name="connsiteX73" fmla="*/ 0 w 477264"/>
              <a:gd name="connsiteY73" fmla="*/ 646892 h 982498"/>
              <a:gd name="connsiteX74" fmla="*/ 24320 w 477264"/>
              <a:gd name="connsiteY74" fmla="*/ 622572 h 982498"/>
              <a:gd name="connsiteX75" fmla="*/ 24320 w 477264"/>
              <a:gd name="connsiteY75" fmla="*/ 466929 h 982498"/>
              <a:gd name="connsiteX76" fmla="*/ 48640 w 477264"/>
              <a:gd name="connsiteY76" fmla="*/ 491249 h 982498"/>
              <a:gd name="connsiteX77" fmla="*/ 24320 w 477264"/>
              <a:gd name="connsiteY77" fmla="*/ 515569 h 982498"/>
              <a:gd name="connsiteX78" fmla="*/ 0 w 477264"/>
              <a:gd name="connsiteY78" fmla="*/ 491249 h 982498"/>
              <a:gd name="connsiteX79" fmla="*/ 24320 w 477264"/>
              <a:gd name="connsiteY79" fmla="*/ 466929 h 982498"/>
              <a:gd name="connsiteX80" fmla="*/ 131476 w 477264"/>
              <a:gd name="connsiteY80" fmla="*/ 466929 h 982498"/>
              <a:gd name="connsiteX81" fmla="*/ 155796 w 477264"/>
              <a:gd name="connsiteY81" fmla="*/ 491249 h 982498"/>
              <a:gd name="connsiteX82" fmla="*/ 131476 w 477264"/>
              <a:gd name="connsiteY82" fmla="*/ 515569 h 982498"/>
              <a:gd name="connsiteX83" fmla="*/ 107156 w 477264"/>
              <a:gd name="connsiteY83" fmla="*/ 491249 h 982498"/>
              <a:gd name="connsiteX84" fmla="*/ 131476 w 477264"/>
              <a:gd name="connsiteY84" fmla="*/ 466929 h 982498"/>
              <a:gd name="connsiteX85" fmla="*/ 238632 w 477264"/>
              <a:gd name="connsiteY85" fmla="*/ 466929 h 982498"/>
              <a:gd name="connsiteX86" fmla="*/ 262952 w 477264"/>
              <a:gd name="connsiteY86" fmla="*/ 491249 h 982498"/>
              <a:gd name="connsiteX87" fmla="*/ 238632 w 477264"/>
              <a:gd name="connsiteY87" fmla="*/ 515569 h 982498"/>
              <a:gd name="connsiteX88" fmla="*/ 214312 w 477264"/>
              <a:gd name="connsiteY88" fmla="*/ 491249 h 982498"/>
              <a:gd name="connsiteX89" fmla="*/ 238632 w 477264"/>
              <a:gd name="connsiteY89" fmla="*/ 466929 h 982498"/>
              <a:gd name="connsiteX90" fmla="*/ 345788 w 477264"/>
              <a:gd name="connsiteY90" fmla="*/ 466929 h 982498"/>
              <a:gd name="connsiteX91" fmla="*/ 370108 w 477264"/>
              <a:gd name="connsiteY91" fmla="*/ 491249 h 982498"/>
              <a:gd name="connsiteX92" fmla="*/ 345788 w 477264"/>
              <a:gd name="connsiteY92" fmla="*/ 515569 h 982498"/>
              <a:gd name="connsiteX93" fmla="*/ 321468 w 477264"/>
              <a:gd name="connsiteY93" fmla="*/ 491249 h 982498"/>
              <a:gd name="connsiteX94" fmla="*/ 345788 w 477264"/>
              <a:gd name="connsiteY94" fmla="*/ 466929 h 982498"/>
              <a:gd name="connsiteX95" fmla="*/ 452944 w 477264"/>
              <a:gd name="connsiteY95" fmla="*/ 466929 h 982498"/>
              <a:gd name="connsiteX96" fmla="*/ 477264 w 477264"/>
              <a:gd name="connsiteY96" fmla="*/ 491249 h 982498"/>
              <a:gd name="connsiteX97" fmla="*/ 452944 w 477264"/>
              <a:gd name="connsiteY97" fmla="*/ 515569 h 982498"/>
              <a:gd name="connsiteX98" fmla="*/ 428624 w 477264"/>
              <a:gd name="connsiteY98" fmla="*/ 491249 h 982498"/>
              <a:gd name="connsiteX99" fmla="*/ 452944 w 477264"/>
              <a:gd name="connsiteY99" fmla="*/ 466929 h 982498"/>
              <a:gd name="connsiteX100" fmla="*/ 24320 w 477264"/>
              <a:gd name="connsiteY100" fmla="*/ 311287 h 982498"/>
              <a:gd name="connsiteX101" fmla="*/ 48640 w 477264"/>
              <a:gd name="connsiteY101" fmla="*/ 335607 h 982498"/>
              <a:gd name="connsiteX102" fmla="*/ 24320 w 477264"/>
              <a:gd name="connsiteY102" fmla="*/ 359926 h 982498"/>
              <a:gd name="connsiteX103" fmla="*/ 0 w 477264"/>
              <a:gd name="connsiteY103" fmla="*/ 335607 h 982498"/>
              <a:gd name="connsiteX104" fmla="*/ 24320 w 477264"/>
              <a:gd name="connsiteY104" fmla="*/ 311287 h 982498"/>
              <a:gd name="connsiteX105" fmla="*/ 131476 w 477264"/>
              <a:gd name="connsiteY105" fmla="*/ 311286 h 982498"/>
              <a:gd name="connsiteX106" fmla="*/ 155796 w 477264"/>
              <a:gd name="connsiteY106" fmla="*/ 335606 h 982498"/>
              <a:gd name="connsiteX107" fmla="*/ 131476 w 477264"/>
              <a:gd name="connsiteY107" fmla="*/ 359926 h 982498"/>
              <a:gd name="connsiteX108" fmla="*/ 107156 w 477264"/>
              <a:gd name="connsiteY108" fmla="*/ 335606 h 982498"/>
              <a:gd name="connsiteX109" fmla="*/ 131476 w 477264"/>
              <a:gd name="connsiteY109" fmla="*/ 311286 h 982498"/>
              <a:gd name="connsiteX110" fmla="*/ 238632 w 477264"/>
              <a:gd name="connsiteY110" fmla="*/ 311286 h 982498"/>
              <a:gd name="connsiteX111" fmla="*/ 262952 w 477264"/>
              <a:gd name="connsiteY111" fmla="*/ 335606 h 982498"/>
              <a:gd name="connsiteX112" fmla="*/ 238632 w 477264"/>
              <a:gd name="connsiteY112" fmla="*/ 359926 h 982498"/>
              <a:gd name="connsiteX113" fmla="*/ 214312 w 477264"/>
              <a:gd name="connsiteY113" fmla="*/ 335606 h 982498"/>
              <a:gd name="connsiteX114" fmla="*/ 238632 w 477264"/>
              <a:gd name="connsiteY114" fmla="*/ 311286 h 982498"/>
              <a:gd name="connsiteX115" fmla="*/ 345788 w 477264"/>
              <a:gd name="connsiteY115" fmla="*/ 311286 h 982498"/>
              <a:gd name="connsiteX116" fmla="*/ 370108 w 477264"/>
              <a:gd name="connsiteY116" fmla="*/ 335606 h 982498"/>
              <a:gd name="connsiteX117" fmla="*/ 345788 w 477264"/>
              <a:gd name="connsiteY117" fmla="*/ 359926 h 982498"/>
              <a:gd name="connsiteX118" fmla="*/ 321468 w 477264"/>
              <a:gd name="connsiteY118" fmla="*/ 335606 h 982498"/>
              <a:gd name="connsiteX119" fmla="*/ 345788 w 477264"/>
              <a:gd name="connsiteY119" fmla="*/ 311286 h 982498"/>
              <a:gd name="connsiteX120" fmla="*/ 452944 w 477264"/>
              <a:gd name="connsiteY120" fmla="*/ 311286 h 982498"/>
              <a:gd name="connsiteX121" fmla="*/ 477264 w 477264"/>
              <a:gd name="connsiteY121" fmla="*/ 335606 h 982498"/>
              <a:gd name="connsiteX122" fmla="*/ 452944 w 477264"/>
              <a:gd name="connsiteY122" fmla="*/ 359926 h 982498"/>
              <a:gd name="connsiteX123" fmla="*/ 428624 w 477264"/>
              <a:gd name="connsiteY123" fmla="*/ 335606 h 982498"/>
              <a:gd name="connsiteX124" fmla="*/ 452944 w 477264"/>
              <a:gd name="connsiteY124" fmla="*/ 311286 h 982498"/>
              <a:gd name="connsiteX125" fmla="*/ 24320 w 477264"/>
              <a:gd name="connsiteY125" fmla="*/ 155643 h 982498"/>
              <a:gd name="connsiteX126" fmla="*/ 48640 w 477264"/>
              <a:gd name="connsiteY126" fmla="*/ 179963 h 982498"/>
              <a:gd name="connsiteX127" fmla="*/ 24320 w 477264"/>
              <a:gd name="connsiteY127" fmla="*/ 204283 h 982498"/>
              <a:gd name="connsiteX128" fmla="*/ 0 w 477264"/>
              <a:gd name="connsiteY128" fmla="*/ 179963 h 982498"/>
              <a:gd name="connsiteX129" fmla="*/ 24320 w 477264"/>
              <a:gd name="connsiteY129" fmla="*/ 155643 h 982498"/>
              <a:gd name="connsiteX130" fmla="*/ 131476 w 477264"/>
              <a:gd name="connsiteY130" fmla="*/ 155643 h 982498"/>
              <a:gd name="connsiteX131" fmla="*/ 155796 w 477264"/>
              <a:gd name="connsiteY131" fmla="*/ 179963 h 982498"/>
              <a:gd name="connsiteX132" fmla="*/ 131476 w 477264"/>
              <a:gd name="connsiteY132" fmla="*/ 204283 h 982498"/>
              <a:gd name="connsiteX133" fmla="*/ 107156 w 477264"/>
              <a:gd name="connsiteY133" fmla="*/ 179963 h 982498"/>
              <a:gd name="connsiteX134" fmla="*/ 131476 w 477264"/>
              <a:gd name="connsiteY134" fmla="*/ 155643 h 982498"/>
              <a:gd name="connsiteX135" fmla="*/ 238632 w 477264"/>
              <a:gd name="connsiteY135" fmla="*/ 155643 h 982498"/>
              <a:gd name="connsiteX136" fmla="*/ 262952 w 477264"/>
              <a:gd name="connsiteY136" fmla="*/ 179963 h 982498"/>
              <a:gd name="connsiteX137" fmla="*/ 238632 w 477264"/>
              <a:gd name="connsiteY137" fmla="*/ 204283 h 982498"/>
              <a:gd name="connsiteX138" fmla="*/ 214312 w 477264"/>
              <a:gd name="connsiteY138" fmla="*/ 179963 h 982498"/>
              <a:gd name="connsiteX139" fmla="*/ 238632 w 477264"/>
              <a:gd name="connsiteY139" fmla="*/ 155643 h 982498"/>
              <a:gd name="connsiteX140" fmla="*/ 345788 w 477264"/>
              <a:gd name="connsiteY140" fmla="*/ 155643 h 982498"/>
              <a:gd name="connsiteX141" fmla="*/ 370108 w 477264"/>
              <a:gd name="connsiteY141" fmla="*/ 179963 h 982498"/>
              <a:gd name="connsiteX142" fmla="*/ 345788 w 477264"/>
              <a:gd name="connsiteY142" fmla="*/ 204283 h 982498"/>
              <a:gd name="connsiteX143" fmla="*/ 321468 w 477264"/>
              <a:gd name="connsiteY143" fmla="*/ 179963 h 982498"/>
              <a:gd name="connsiteX144" fmla="*/ 345788 w 477264"/>
              <a:gd name="connsiteY144" fmla="*/ 155643 h 982498"/>
              <a:gd name="connsiteX145" fmla="*/ 452944 w 477264"/>
              <a:gd name="connsiteY145" fmla="*/ 155643 h 982498"/>
              <a:gd name="connsiteX146" fmla="*/ 477264 w 477264"/>
              <a:gd name="connsiteY146" fmla="*/ 179963 h 982498"/>
              <a:gd name="connsiteX147" fmla="*/ 452944 w 477264"/>
              <a:gd name="connsiteY147" fmla="*/ 204283 h 982498"/>
              <a:gd name="connsiteX148" fmla="*/ 428624 w 477264"/>
              <a:gd name="connsiteY148" fmla="*/ 179963 h 982498"/>
              <a:gd name="connsiteX149" fmla="*/ 452944 w 477264"/>
              <a:gd name="connsiteY149" fmla="*/ 155643 h 982498"/>
              <a:gd name="connsiteX150" fmla="*/ 452944 w 477264"/>
              <a:gd name="connsiteY150" fmla="*/ 0 h 982498"/>
              <a:gd name="connsiteX151" fmla="*/ 477264 w 477264"/>
              <a:gd name="connsiteY151" fmla="*/ 24320 h 982498"/>
              <a:gd name="connsiteX152" fmla="*/ 452944 w 477264"/>
              <a:gd name="connsiteY152" fmla="*/ 48640 h 982498"/>
              <a:gd name="connsiteX153" fmla="*/ 428624 w 477264"/>
              <a:gd name="connsiteY153" fmla="*/ 24320 h 982498"/>
              <a:gd name="connsiteX154" fmla="*/ 452944 w 477264"/>
              <a:gd name="connsiteY154" fmla="*/ 0 h 982498"/>
              <a:gd name="connsiteX155" fmla="*/ 345788 w 477264"/>
              <a:gd name="connsiteY155" fmla="*/ 0 h 982498"/>
              <a:gd name="connsiteX156" fmla="*/ 370108 w 477264"/>
              <a:gd name="connsiteY156" fmla="*/ 24320 h 982498"/>
              <a:gd name="connsiteX157" fmla="*/ 345788 w 477264"/>
              <a:gd name="connsiteY157" fmla="*/ 48640 h 982498"/>
              <a:gd name="connsiteX158" fmla="*/ 321468 w 477264"/>
              <a:gd name="connsiteY158" fmla="*/ 24320 h 982498"/>
              <a:gd name="connsiteX159" fmla="*/ 345788 w 477264"/>
              <a:gd name="connsiteY159" fmla="*/ 0 h 982498"/>
              <a:gd name="connsiteX160" fmla="*/ 238632 w 477264"/>
              <a:gd name="connsiteY160" fmla="*/ 0 h 982498"/>
              <a:gd name="connsiteX161" fmla="*/ 262952 w 477264"/>
              <a:gd name="connsiteY161" fmla="*/ 24320 h 982498"/>
              <a:gd name="connsiteX162" fmla="*/ 238632 w 477264"/>
              <a:gd name="connsiteY162" fmla="*/ 48640 h 982498"/>
              <a:gd name="connsiteX163" fmla="*/ 214312 w 477264"/>
              <a:gd name="connsiteY163" fmla="*/ 24320 h 982498"/>
              <a:gd name="connsiteX164" fmla="*/ 238632 w 477264"/>
              <a:gd name="connsiteY164" fmla="*/ 0 h 982498"/>
              <a:gd name="connsiteX165" fmla="*/ 131476 w 477264"/>
              <a:gd name="connsiteY165" fmla="*/ 0 h 982498"/>
              <a:gd name="connsiteX166" fmla="*/ 155796 w 477264"/>
              <a:gd name="connsiteY166" fmla="*/ 24320 h 982498"/>
              <a:gd name="connsiteX167" fmla="*/ 131476 w 477264"/>
              <a:gd name="connsiteY167" fmla="*/ 48640 h 982498"/>
              <a:gd name="connsiteX168" fmla="*/ 107156 w 477264"/>
              <a:gd name="connsiteY168" fmla="*/ 24320 h 982498"/>
              <a:gd name="connsiteX169" fmla="*/ 131476 w 477264"/>
              <a:gd name="connsiteY169" fmla="*/ 0 h 982498"/>
              <a:gd name="connsiteX170" fmla="*/ 24320 w 477264"/>
              <a:gd name="connsiteY170" fmla="*/ 0 h 982498"/>
              <a:gd name="connsiteX171" fmla="*/ 48640 w 477264"/>
              <a:gd name="connsiteY171" fmla="*/ 24320 h 982498"/>
              <a:gd name="connsiteX172" fmla="*/ 24320 w 477264"/>
              <a:gd name="connsiteY172" fmla="*/ 48640 h 982498"/>
              <a:gd name="connsiteX173" fmla="*/ 0 w 477264"/>
              <a:gd name="connsiteY173" fmla="*/ 24320 h 982498"/>
              <a:gd name="connsiteX174" fmla="*/ 24320 w 477264"/>
              <a:gd name="connsiteY174" fmla="*/ 0 h 9824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Lst>
            <a:rect l="l" t="t" r="r" b="b"/>
            <a:pathLst>
              <a:path w="477264" h="982498">
                <a:moveTo>
                  <a:pt x="452944" y="933858"/>
                </a:moveTo>
                <a:cubicBezTo>
                  <a:pt x="466376" y="933858"/>
                  <a:pt x="477264" y="944746"/>
                  <a:pt x="477264" y="958178"/>
                </a:cubicBezTo>
                <a:cubicBezTo>
                  <a:pt x="477264" y="971610"/>
                  <a:pt x="466376" y="982498"/>
                  <a:pt x="452944" y="982498"/>
                </a:cubicBezTo>
                <a:cubicBezTo>
                  <a:pt x="439512" y="982498"/>
                  <a:pt x="428624" y="971610"/>
                  <a:pt x="428624" y="958178"/>
                </a:cubicBezTo>
                <a:cubicBezTo>
                  <a:pt x="428624" y="944746"/>
                  <a:pt x="439512" y="933858"/>
                  <a:pt x="452944" y="933858"/>
                </a:cubicBezTo>
                <a:close/>
                <a:moveTo>
                  <a:pt x="345788" y="933858"/>
                </a:moveTo>
                <a:cubicBezTo>
                  <a:pt x="359220" y="933858"/>
                  <a:pt x="370108" y="944746"/>
                  <a:pt x="370108" y="958178"/>
                </a:cubicBezTo>
                <a:cubicBezTo>
                  <a:pt x="370108" y="971610"/>
                  <a:pt x="359220" y="982498"/>
                  <a:pt x="345788" y="982498"/>
                </a:cubicBezTo>
                <a:cubicBezTo>
                  <a:pt x="332356" y="982498"/>
                  <a:pt x="321468" y="971610"/>
                  <a:pt x="321468" y="958178"/>
                </a:cubicBezTo>
                <a:cubicBezTo>
                  <a:pt x="321468" y="944746"/>
                  <a:pt x="332356" y="933858"/>
                  <a:pt x="345788" y="933858"/>
                </a:cubicBezTo>
                <a:close/>
                <a:moveTo>
                  <a:pt x="238632" y="933858"/>
                </a:moveTo>
                <a:cubicBezTo>
                  <a:pt x="252064" y="933858"/>
                  <a:pt x="262952" y="944746"/>
                  <a:pt x="262952" y="958178"/>
                </a:cubicBezTo>
                <a:cubicBezTo>
                  <a:pt x="262952" y="971610"/>
                  <a:pt x="252064" y="982498"/>
                  <a:pt x="238632" y="982498"/>
                </a:cubicBezTo>
                <a:cubicBezTo>
                  <a:pt x="225200" y="982498"/>
                  <a:pt x="214312" y="971610"/>
                  <a:pt x="214312" y="958178"/>
                </a:cubicBezTo>
                <a:cubicBezTo>
                  <a:pt x="214312" y="944746"/>
                  <a:pt x="225200" y="933858"/>
                  <a:pt x="238632" y="933858"/>
                </a:cubicBezTo>
                <a:close/>
                <a:moveTo>
                  <a:pt x="131476" y="933858"/>
                </a:moveTo>
                <a:cubicBezTo>
                  <a:pt x="144908" y="933858"/>
                  <a:pt x="155796" y="944746"/>
                  <a:pt x="155796" y="958178"/>
                </a:cubicBezTo>
                <a:cubicBezTo>
                  <a:pt x="155796" y="971610"/>
                  <a:pt x="144908" y="982498"/>
                  <a:pt x="131476" y="982498"/>
                </a:cubicBezTo>
                <a:cubicBezTo>
                  <a:pt x="118044" y="982498"/>
                  <a:pt x="107156" y="971610"/>
                  <a:pt x="107156" y="958178"/>
                </a:cubicBezTo>
                <a:cubicBezTo>
                  <a:pt x="107156" y="944746"/>
                  <a:pt x="118044" y="933858"/>
                  <a:pt x="131476" y="933858"/>
                </a:cubicBezTo>
                <a:close/>
                <a:moveTo>
                  <a:pt x="24320" y="933858"/>
                </a:moveTo>
                <a:cubicBezTo>
                  <a:pt x="37752" y="933858"/>
                  <a:pt x="48640" y="944746"/>
                  <a:pt x="48640" y="958178"/>
                </a:cubicBezTo>
                <a:cubicBezTo>
                  <a:pt x="48640" y="971610"/>
                  <a:pt x="37752" y="982498"/>
                  <a:pt x="24320" y="982498"/>
                </a:cubicBezTo>
                <a:cubicBezTo>
                  <a:pt x="10888" y="982498"/>
                  <a:pt x="0" y="971610"/>
                  <a:pt x="0" y="958178"/>
                </a:cubicBezTo>
                <a:cubicBezTo>
                  <a:pt x="0" y="944746"/>
                  <a:pt x="10888" y="933858"/>
                  <a:pt x="24320" y="933858"/>
                </a:cubicBezTo>
                <a:close/>
                <a:moveTo>
                  <a:pt x="452944" y="778215"/>
                </a:moveTo>
                <a:cubicBezTo>
                  <a:pt x="466376" y="778215"/>
                  <a:pt x="477264" y="789103"/>
                  <a:pt x="477264" y="802535"/>
                </a:cubicBezTo>
                <a:cubicBezTo>
                  <a:pt x="477264" y="815967"/>
                  <a:pt x="466376" y="826855"/>
                  <a:pt x="452944" y="826855"/>
                </a:cubicBezTo>
                <a:cubicBezTo>
                  <a:pt x="439512" y="826855"/>
                  <a:pt x="428624" y="815967"/>
                  <a:pt x="428624" y="802535"/>
                </a:cubicBezTo>
                <a:cubicBezTo>
                  <a:pt x="428624" y="789103"/>
                  <a:pt x="439512" y="778215"/>
                  <a:pt x="452944" y="778215"/>
                </a:cubicBezTo>
                <a:close/>
                <a:moveTo>
                  <a:pt x="345788" y="778215"/>
                </a:moveTo>
                <a:cubicBezTo>
                  <a:pt x="359220" y="778215"/>
                  <a:pt x="370108" y="789103"/>
                  <a:pt x="370108" y="802535"/>
                </a:cubicBezTo>
                <a:cubicBezTo>
                  <a:pt x="370108" y="815967"/>
                  <a:pt x="359220" y="826855"/>
                  <a:pt x="345788" y="826855"/>
                </a:cubicBezTo>
                <a:cubicBezTo>
                  <a:pt x="332356" y="826855"/>
                  <a:pt x="321468" y="815967"/>
                  <a:pt x="321468" y="802535"/>
                </a:cubicBezTo>
                <a:cubicBezTo>
                  <a:pt x="321468" y="789103"/>
                  <a:pt x="332356" y="778215"/>
                  <a:pt x="345788" y="778215"/>
                </a:cubicBezTo>
                <a:close/>
                <a:moveTo>
                  <a:pt x="238632" y="778215"/>
                </a:moveTo>
                <a:cubicBezTo>
                  <a:pt x="252064" y="778215"/>
                  <a:pt x="262952" y="789103"/>
                  <a:pt x="262952" y="802535"/>
                </a:cubicBezTo>
                <a:cubicBezTo>
                  <a:pt x="262952" y="815967"/>
                  <a:pt x="252064" y="826855"/>
                  <a:pt x="238632" y="826855"/>
                </a:cubicBezTo>
                <a:cubicBezTo>
                  <a:pt x="225200" y="826855"/>
                  <a:pt x="214312" y="815967"/>
                  <a:pt x="214312" y="802535"/>
                </a:cubicBezTo>
                <a:cubicBezTo>
                  <a:pt x="214312" y="789103"/>
                  <a:pt x="225200" y="778215"/>
                  <a:pt x="238632" y="778215"/>
                </a:cubicBezTo>
                <a:close/>
                <a:moveTo>
                  <a:pt x="131476" y="778215"/>
                </a:moveTo>
                <a:cubicBezTo>
                  <a:pt x="144908" y="778215"/>
                  <a:pt x="155796" y="789103"/>
                  <a:pt x="155796" y="802535"/>
                </a:cubicBezTo>
                <a:cubicBezTo>
                  <a:pt x="155796" y="815967"/>
                  <a:pt x="144908" y="826855"/>
                  <a:pt x="131476" y="826855"/>
                </a:cubicBezTo>
                <a:cubicBezTo>
                  <a:pt x="118044" y="826855"/>
                  <a:pt x="107156" y="815967"/>
                  <a:pt x="107156" y="802535"/>
                </a:cubicBezTo>
                <a:cubicBezTo>
                  <a:pt x="107156" y="789103"/>
                  <a:pt x="118044" y="778215"/>
                  <a:pt x="131476" y="778215"/>
                </a:cubicBezTo>
                <a:close/>
                <a:moveTo>
                  <a:pt x="24320" y="778215"/>
                </a:moveTo>
                <a:cubicBezTo>
                  <a:pt x="37752" y="778215"/>
                  <a:pt x="48640" y="789103"/>
                  <a:pt x="48640" y="802535"/>
                </a:cubicBezTo>
                <a:cubicBezTo>
                  <a:pt x="48640" y="815967"/>
                  <a:pt x="37752" y="826855"/>
                  <a:pt x="24320" y="826855"/>
                </a:cubicBezTo>
                <a:cubicBezTo>
                  <a:pt x="10888" y="826855"/>
                  <a:pt x="0" y="815967"/>
                  <a:pt x="0" y="802535"/>
                </a:cubicBezTo>
                <a:cubicBezTo>
                  <a:pt x="0" y="789103"/>
                  <a:pt x="10888" y="778215"/>
                  <a:pt x="24320" y="778215"/>
                </a:cubicBezTo>
                <a:close/>
                <a:moveTo>
                  <a:pt x="452944" y="622572"/>
                </a:moveTo>
                <a:cubicBezTo>
                  <a:pt x="466376" y="622572"/>
                  <a:pt x="477264" y="633460"/>
                  <a:pt x="477264" y="646892"/>
                </a:cubicBezTo>
                <a:cubicBezTo>
                  <a:pt x="477264" y="660324"/>
                  <a:pt x="466376" y="671212"/>
                  <a:pt x="452944" y="671212"/>
                </a:cubicBezTo>
                <a:cubicBezTo>
                  <a:pt x="439512" y="671212"/>
                  <a:pt x="428624" y="660324"/>
                  <a:pt x="428624" y="646892"/>
                </a:cubicBezTo>
                <a:cubicBezTo>
                  <a:pt x="428624" y="633460"/>
                  <a:pt x="439512" y="622572"/>
                  <a:pt x="452944" y="622572"/>
                </a:cubicBezTo>
                <a:close/>
                <a:moveTo>
                  <a:pt x="345788" y="622572"/>
                </a:moveTo>
                <a:cubicBezTo>
                  <a:pt x="359220" y="622572"/>
                  <a:pt x="370108" y="633460"/>
                  <a:pt x="370108" y="646892"/>
                </a:cubicBezTo>
                <a:cubicBezTo>
                  <a:pt x="370108" y="660324"/>
                  <a:pt x="359220" y="671212"/>
                  <a:pt x="345788" y="671212"/>
                </a:cubicBezTo>
                <a:cubicBezTo>
                  <a:pt x="332356" y="671212"/>
                  <a:pt x="321468" y="660324"/>
                  <a:pt x="321468" y="646892"/>
                </a:cubicBezTo>
                <a:cubicBezTo>
                  <a:pt x="321468" y="633460"/>
                  <a:pt x="332356" y="622572"/>
                  <a:pt x="345788" y="622572"/>
                </a:cubicBezTo>
                <a:close/>
                <a:moveTo>
                  <a:pt x="238632" y="622572"/>
                </a:moveTo>
                <a:cubicBezTo>
                  <a:pt x="252064" y="622572"/>
                  <a:pt x="262952" y="633460"/>
                  <a:pt x="262952" y="646892"/>
                </a:cubicBezTo>
                <a:cubicBezTo>
                  <a:pt x="262952" y="660324"/>
                  <a:pt x="252064" y="671212"/>
                  <a:pt x="238632" y="671212"/>
                </a:cubicBezTo>
                <a:cubicBezTo>
                  <a:pt x="225200" y="671212"/>
                  <a:pt x="214312" y="660324"/>
                  <a:pt x="214312" y="646892"/>
                </a:cubicBezTo>
                <a:cubicBezTo>
                  <a:pt x="214312" y="633460"/>
                  <a:pt x="225200" y="622572"/>
                  <a:pt x="238632" y="622572"/>
                </a:cubicBezTo>
                <a:close/>
                <a:moveTo>
                  <a:pt x="131476" y="622572"/>
                </a:moveTo>
                <a:cubicBezTo>
                  <a:pt x="144908" y="622572"/>
                  <a:pt x="155796" y="633460"/>
                  <a:pt x="155796" y="646892"/>
                </a:cubicBezTo>
                <a:cubicBezTo>
                  <a:pt x="155796" y="660324"/>
                  <a:pt x="144908" y="671212"/>
                  <a:pt x="131476" y="671212"/>
                </a:cubicBezTo>
                <a:cubicBezTo>
                  <a:pt x="118044" y="671212"/>
                  <a:pt x="107156" y="660324"/>
                  <a:pt x="107156" y="646892"/>
                </a:cubicBezTo>
                <a:cubicBezTo>
                  <a:pt x="107156" y="633460"/>
                  <a:pt x="118044" y="622572"/>
                  <a:pt x="131476" y="622572"/>
                </a:cubicBezTo>
                <a:close/>
                <a:moveTo>
                  <a:pt x="24320" y="622572"/>
                </a:moveTo>
                <a:cubicBezTo>
                  <a:pt x="37752" y="622572"/>
                  <a:pt x="48640" y="633460"/>
                  <a:pt x="48640" y="646892"/>
                </a:cubicBezTo>
                <a:cubicBezTo>
                  <a:pt x="48640" y="660324"/>
                  <a:pt x="37752" y="671212"/>
                  <a:pt x="24320" y="671212"/>
                </a:cubicBezTo>
                <a:cubicBezTo>
                  <a:pt x="10888" y="671212"/>
                  <a:pt x="0" y="660324"/>
                  <a:pt x="0" y="646892"/>
                </a:cubicBezTo>
                <a:cubicBezTo>
                  <a:pt x="0" y="633460"/>
                  <a:pt x="10888" y="622572"/>
                  <a:pt x="24320" y="622572"/>
                </a:cubicBezTo>
                <a:close/>
                <a:moveTo>
                  <a:pt x="24320" y="466929"/>
                </a:moveTo>
                <a:cubicBezTo>
                  <a:pt x="37752" y="466929"/>
                  <a:pt x="48640" y="477817"/>
                  <a:pt x="48640" y="491249"/>
                </a:cubicBezTo>
                <a:cubicBezTo>
                  <a:pt x="48640" y="504681"/>
                  <a:pt x="37752" y="515569"/>
                  <a:pt x="24320" y="515569"/>
                </a:cubicBezTo>
                <a:cubicBezTo>
                  <a:pt x="10888" y="515569"/>
                  <a:pt x="0" y="504681"/>
                  <a:pt x="0" y="491249"/>
                </a:cubicBezTo>
                <a:cubicBezTo>
                  <a:pt x="0" y="477817"/>
                  <a:pt x="10888" y="466929"/>
                  <a:pt x="24320" y="466929"/>
                </a:cubicBezTo>
                <a:close/>
                <a:moveTo>
                  <a:pt x="131476" y="466929"/>
                </a:moveTo>
                <a:cubicBezTo>
                  <a:pt x="144908" y="466929"/>
                  <a:pt x="155796" y="477817"/>
                  <a:pt x="155796" y="491249"/>
                </a:cubicBezTo>
                <a:cubicBezTo>
                  <a:pt x="155796" y="504681"/>
                  <a:pt x="144908" y="515569"/>
                  <a:pt x="131476" y="515569"/>
                </a:cubicBezTo>
                <a:cubicBezTo>
                  <a:pt x="118044" y="515569"/>
                  <a:pt x="107156" y="504681"/>
                  <a:pt x="107156" y="491249"/>
                </a:cubicBezTo>
                <a:cubicBezTo>
                  <a:pt x="107156" y="477817"/>
                  <a:pt x="118044" y="466929"/>
                  <a:pt x="131476" y="466929"/>
                </a:cubicBezTo>
                <a:close/>
                <a:moveTo>
                  <a:pt x="238632" y="466929"/>
                </a:moveTo>
                <a:cubicBezTo>
                  <a:pt x="252064" y="466929"/>
                  <a:pt x="262952" y="477817"/>
                  <a:pt x="262952" y="491249"/>
                </a:cubicBezTo>
                <a:cubicBezTo>
                  <a:pt x="262952" y="504681"/>
                  <a:pt x="252064" y="515569"/>
                  <a:pt x="238632" y="515569"/>
                </a:cubicBezTo>
                <a:cubicBezTo>
                  <a:pt x="225200" y="515569"/>
                  <a:pt x="214312" y="504681"/>
                  <a:pt x="214312" y="491249"/>
                </a:cubicBezTo>
                <a:cubicBezTo>
                  <a:pt x="214312" y="477817"/>
                  <a:pt x="225200" y="466929"/>
                  <a:pt x="238632" y="466929"/>
                </a:cubicBezTo>
                <a:close/>
                <a:moveTo>
                  <a:pt x="345788" y="466929"/>
                </a:moveTo>
                <a:cubicBezTo>
                  <a:pt x="359220" y="466929"/>
                  <a:pt x="370108" y="477817"/>
                  <a:pt x="370108" y="491249"/>
                </a:cubicBezTo>
                <a:cubicBezTo>
                  <a:pt x="370108" y="504681"/>
                  <a:pt x="359220" y="515569"/>
                  <a:pt x="345788" y="515569"/>
                </a:cubicBezTo>
                <a:cubicBezTo>
                  <a:pt x="332356" y="515569"/>
                  <a:pt x="321468" y="504681"/>
                  <a:pt x="321468" y="491249"/>
                </a:cubicBezTo>
                <a:cubicBezTo>
                  <a:pt x="321468" y="477817"/>
                  <a:pt x="332356" y="466929"/>
                  <a:pt x="345788" y="466929"/>
                </a:cubicBezTo>
                <a:close/>
                <a:moveTo>
                  <a:pt x="452944" y="466929"/>
                </a:moveTo>
                <a:cubicBezTo>
                  <a:pt x="466376" y="466929"/>
                  <a:pt x="477264" y="477817"/>
                  <a:pt x="477264" y="491249"/>
                </a:cubicBezTo>
                <a:cubicBezTo>
                  <a:pt x="477264" y="504681"/>
                  <a:pt x="466376" y="515569"/>
                  <a:pt x="452944" y="515569"/>
                </a:cubicBezTo>
                <a:cubicBezTo>
                  <a:pt x="439512" y="515569"/>
                  <a:pt x="428624" y="504681"/>
                  <a:pt x="428624" y="491249"/>
                </a:cubicBezTo>
                <a:cubicBezTo>
                  <a:pt x="428624" y="477817"/>
                  <a:pt x="439512" y="466929"/>
                  <a:pt x="452944" y="466929"/>
                </a:cubicBezTo>
                <a:close/>
                <a:moveTo>
                  <a:pt x="24320" y="311287"/>
                </a:moveTo>
                <a:cubicBezTo>
                  <a:pt x="37752" y="311287"/>
                  <a:pt x="48640" y="322175"/>
                  <a:pt x="48640" y="335607"/>
                </a:cubicBezTo>
                <a:cubicBezTo>
                  <a:pt x="48640" y="349038"/>
                  <a:pt x="37752" y="359926"/>
                  <a:pt x="24320" y="359926"/>
                </a:cubicBezTo>
                <a:cubicBezTo>
                  <a:pt x="10888" y="359926"/>
                  <a:pt x="0" y="349038"/>
                  <a:pt x="0" y="335607"/>
                </a:cubicBezTo>
                <a:cubicBezTo>
                  <a:pt x="0" y="322175"/>
                  <a:pt x="10888" y="311287"/>
                  <a:pt x="24320" y="311287"/>
                </a:cubicBezTo>
                <a:close/>
                <a:moveTo>
                  <a:pt x="131476" y="311286"/>
                </a:moveTo>
                <a:cubicBezTo>
                  <a:pt x="144908" y="311286"/>
                  <a:pt x="155796" y="322174"/>
                  <a:pt x="155796" y="335606"/>
                </a:cubicBezTo>
                <a:cubicBezTo>
                  <a:pt x="155796" y="349038"/>
                  <a:pt x="144908" y="359926"/>
                  <a:pt x="131476" y="359926"/>
                </a:cubicBezTo>
                <a:cubicBezTo>
                  <a:pt x="118044" y="359926"/>
                  <a:pt x="107156" y="349038"/>
                  <a:pt x="107156" y="335606"/>
                </a:cubicBezTo>
                <a:cubicBezTo>
                  <a:pt x="107156" y="322174"/>
                  <a:pt x="118044" y="311286"/>
                  <a:pt x="131476" y="311286"/>
                </a:cubicBezTo>
                <a:close/>
                <a:moveTo>
                  <a:pt x="238632" y="311286"/>
                </a:moveTo>
                <a:cubicBezTo>
                  <a:pt x="252064" y="311286"/>
                  <a:pt x="262952" y="322174"/>
                  <a:pt x="262952" y="335606"/>
                </a:cubicBezTo>
                <a:cubicBezTo>
                  <a:pt x="262952" y="349038"/>
                  <a:pt x="252064" y="359926"/>
                  <a:pt x="238632" y="359926"/>
                </a:cubicBezTo>
                <a:cubicBezTo>
                  <a:pt x="225200" y="359926"/>
                  <a:pt x="214312" y="349038"/>
                  <a:pt x="214312" y="335606"/>
                </a:cubicBezTo>
                <a:cubicBezTo>
                  <a:pt x="214312" y="322174"/>
                  <a:pt x="225200" y="311286"/>
                  <a:pt x="238632" y="311286"/>
                </a:cubicBezTo>
                <a:close/>
                <a:moveTo>
                  <a:pt x="345788" y="311286"/>
                </a:moveTo>
                <a:cubicBezTo>
                  <a:pt x="359220" y="311286"/>
                  <a:pt x="370108" y="322174"/>
                  <a:pt x="370108" y="335606"/>
                </a:cubicBezTo>
                <a:cubicBezTo>
                  <a:pt x="370108" y="349038"/>
                  <a:pt x="359220" y="359926"/>
                  <a:pt x="345788" y="359926"/>
                </a:cubicBezTo>
                <a:cubicBezTo>
                  <a:pt x="332356" y="359926"/>
                  <a:pt x="321468" y="349038"/>
                  <a:pt x="321468" y="335606"/>
                </a:cubicBezTo>
                <a:cubicBezTo>
                  <a:pt x="321468" y="322174"/>
                  <a:pt x="332356" y="311286"/>
                  <a:pt x="345788" y="311286"/>
                </a:cubicBezTo>
                <a:close/>
                <a:moveTo>
                  <a:pt x="452944" y="311286"/>
                </a:moveTo>
                <a:cubicBezTo>
                  <a:pt x="466376" y="311286"/>
                  <a:pt x="477264" y="322174"/>
                  <a:pt x="477264" y="335606"/>
                </a:cubicBezTo>
                <a:cubicBezTo>
                  <a:pt x="477264" y="349038"/>
                  <a:pt x="466376" y="359926"/>
                  <a:pt x="452944" y="359926"/>
                </a:cubicBezTo>
                <a:cubicBezTo>
                  <a:pt x="439512" y="359926"/>
                  <a:pt x="428624" y="349038"/>
                  <a:pt x="428624" y="335606"/>
                </a:cubicBezTo>
                <a:cubicBezTo>
                  <a:pt x="428624" y="322174"/>
                  <a:pt x="439512" y="311286"/>
                  <a:pt x="452944" y="311286"/>
                </a:cubicBezTo>
                <a:close/>
                <a:moveTo>
                  <a:pt x="24320" y="155643"/>
                </a:moveTo>
                <a:cubicBezTo>
                  <a:pt x="37752" y="155643"/>
                  <a:pt x="48640" y="166531"/>
                  <a:pt x="48640" y="179963"/>
                </a:cubicBezTo>
                <a:cubicBezTo>
                  <a:pt x="48640" y="193395"/>
                  <a:pt x="37752" y="204283"/>
                  <a:pt x="24320" y="204283"/>
                </a:cubicBezTo>
                <a:cubicBezTo>
                  <a:pt x="10888" y="204283"/>
                  <a:pt x="0" y="193395"/>
                  <a:pt x="0" y="179963"/>
                </a:cubicBezTo>
                <a:cubicBezTo>
                  <a:pt x="0" y="166531"/>
                  <a:pt x="10888" y="155643"/>
                  <a:pt x="24320" y="155643"/>
                </a:cubicBezTo>
                <a:close/>
                <a:moveTo>
                  <a:pt x="131476" y="155643"/>
                </a:moveTo>
                <a:cubicBezTo>
                  <a:pt x="144908" y="155643"/>
                  <a:pt x="155796" y="166531"/>
                  <a:pt x="155796" y="179963"/>
                </a:cubicBezTo>
                <a:cubicBezTo>
                  <a:pt x="155796" y="193395"/>
                  <a:pt x="144908" y="204283"/>
                  <a:pt x="131476" y="204283"/>
                </a:cubicBezTo>
                <a:cubicBezTo>
                  <a:pt x="118044" y="204283"/>
                  <a:pt x="107156" y="193395"/>
                  <a:pt x="107156" y="179963"/>
                </a:cubicBezTo>
                <a:cubicBezTo>
                  <a:pt x="107156" y="166531"/>
                  <a:pt x="118044" y="155643"/>
                  <a:pt x="131476" y="155643"/>
                </a:cubicBezTo>
                <a:close/>
                <a:moveTo>
                  <a:pt x="238632" y="155643"/>
                </a:moveTo>
                <a:cubicBezTo>
                  <a:pt x="252064" y="155643"/>
                  <a:pt x="262952" y="166531"/>
                  <a:pt x="262952" y="179963"/>
                </a:cubicBezTo>
                <a:cubicBezTo>
                  <a:pt x="262952" y="193395"/>
                  <a:pt x="252064" y="204283"/>
                  <a:pt x="238632" y="204283"/>
                </a:cubicBezTo>
                <a:cubicBezTo>
                  <a:pt x="225200" y="204283"/>
                  <a:pt x="214312" y="193395"/>
                  <a:pt x="214312" y="179963"/>
                </a:cubicBezTo>
                <a:cubicBezTo>
                  <a:pt x="214312" y="166531"/>
                  <a:pt x="225200" y="155643"/>
                  <a:pt x="238632" y="155643"/>
                </a:cubicBezTo>
                <a:close/>
                <a:moveTo>
                  <a:pt x="345788" y="155643"/>
                </a:moveTo>
                <a:cubicBezTo>
                  <a:pt x="359220" y="155643"/>
                  <a:pt x="370108" y="166531"/>
                  <a:pt x="370108" y="179963"/>
                </a:cubicBezTo>
                <a:cubicBezTo>
                  <a:pt x="370108" y="193395"/>
                  <a:pt x="359220" y="204283"/>
                  <a:pt x="345788" y="204283"/>
                </a:cubicBezTo>
                <a:cubicBezTo>
                  <a:pt x="332356" y="204283"/>
                  <a:pt x="321468" y="193395"/>
                  <a:pt x="321468" y="179963"/>
                </a:cubicBezTo>
                <a:cubicBezTo>
                  <a:pt x="321468" y="166531"/>
                  <a:pt x="332356" y="155643"/>
                  <a:pt x="345788" y="155643"/>
                </a:cubicBezTo>
                <a:close/>
                <a:moveTo>
                  <a:pt x="452944" y="155643"/>
                </a:moveTo>
                <a:cubicBezTo>
                  <a:pt x="466376" y="155643"/>
                  <a:pt x="477264" y="166531"/>
                  <a:pt x="477264" y="179963"/>
                </a:cubicBezTo>
                <a:cubicBezTo>
                  <a:pt x="477264" y="193395"/>
                  <a:pt x="466376" y="204283"/>
                  <a:pt x="452944" y="204283"/>
                </a:cubicBezTo>
                <a:cubicBezTo>
                  <a:pt x="439512" y="204283"/>
                  <a:pt x="428624" y="193395"/>
                  <a:pt x="428624" y="179963"/>
                </a:cubicBezTo>
                <a:cubicBezTo>
                  <a:pt x="428624" y="166531"/>
                  <a:pt x="439512" y="155643"/>
                  <a:pt x="452944" y="155643"/>
                </a:cubicBezTo>
                <a:close/>
                <a:moveTo>
                  <a:pt x="452944" y="0"/>
                </a:moveTo>
                <a:cubicBezTo>
                  <a:pt x="466376" y="0"/>
                  <a:pt x="477264" y="10888"/>
                  <a:pt x="477264" y="24320"/>
                </a:cubicBezTo>
                <a:cubicBezTo>
                  <a:pt x="477264" y="37752"/>
                  <a:pt x="466376" y="48640"/>
                  <a:pt x="452944" y="48640"/>
                </a:cubicBezTo>
                <a:cubicBezTo>
                  <a:pt x="439512" y="48640"/>
                  <a:pt x="428624" y="37752"/>
                  <a:pt x="428624" y="24320"/>
                </a:cubicBezTo>
                <a:cubicBezTo>
                  <a:pt x="428624" y="10888"/>
                  <a:pt x="439512" y="0"/>
                  <a:pt x="452944" y="0"/>
                </a:cubicBezTo>
                <a:close/>
                <a:moveTo>
                  <a:pt x="345788" y="0"/>
                </a:moveTo>
                <a:cubicBezTo>
                  <a:pt x="359220" y="0"/>
                  <a:pt x="370108" y="10888"/>
                  <a:pt x="370108" y="24320"/>
                </a:cubicBezTo>
                <a:cubicBezTo>
                  <a:pt x="370108" y="37752"/>
                  <a:pt x="359220" y="48640"/>
                  <a:pt x="345788" y="48640"/>
                </a:cubicBezTo>
                <a:cubicBezTo>
                  <a:pt x="332356" y="48640"/>
                  <a:pt x="321468" y="37752"/>
                  <a:pt x="321468" y="24320"/>
                </a:cubicBezTo>
                <a:cubicBezTo>
                  <a:pt x="321468" y="10888"/>
                  <a:pt x="332356" y="0"/>
                  <a:pt x="345788" y="0"/>
                </a:cubicBezTo>
                <a:close/>
                <a:moveTo>
                  <a:pt x="238632" y="0"/>
                </a:moveTo>
                <a:cubicBezTo>
                  <a:pt x="252064" y="0"/>
                  <a:pt x="262952" y="10888"/>
                  <a:pt x="262952" y="24320"/>
                </a:cubicBezTo>
                <a:cubicBezTo>
                  <a:pt x="262952" y="37752"/>
                  <a:pt x="252064" y="48640"/>
                  <a:pt x="238632" y="48640"/>
                </a:cubicBezTo>
                <a:cubicBezTo>
                  <a:pt x="225200" y="48640"/>
                  <a:pt x="214312" y="37752"/>
                  <a:pt x="214312" y="24320"/>
                </a:cubicBezTo>
                <a:cubicBezTo>
                  <a:pt x="214312" y="10888"/>
                  <a:pt x="225200" y="0"/>
                  <a:pt x="238632" y="0"/>
                </a:cubicBezTo>
                <a:close/>
                <a:moveTo>
                  <a:pt x="131476" y="0"/>
                </a:moveTo>
                <a:cubicBezTo>
                  <a:pt x="144908" y="0"/>
                  <a:pt x="155796" y="10888"/>
                  <a:pt x="155796" y="24320"/>
                </a:cubicBezTo>
                <a:cubicBezTo>
                  <a:pt x="155796" y="37752"/>
                  <a:pt x="144908" y="48640"/>
                  <a:pt x="131476" y="48640"/>
                </a:cubicBezTo>
                <a:cubicBezTo>
                  <a:pt x="118044" y="48640"/>
                  <a:pt x="107156" y="37752"/>
                  <a:pt x="107156" y="24320"/>
                </a:cubicBezTo>
                <a:cubicBezTo>
                  <a:pt x="107156" y="10888"/>
                  <a:pt x="118044" y="0"/>
                  <a:pt x="131476" y="0"/>
                </a:cubicBezTo>
                <a:close/>
                <a:moveTo>
                  <a:pt x="24320" y="0"/>
                </a:moveTo>
                <a:cubicBezTo>
                  <a:pt x="37752" y="0"/>
                  <a:pt x="48640" y="10888"/>
                  <a:pt x="48640" y="24320"/>
                </a:cubicBezTo>
                <a:cubicBezTo>
                  <a:pt x="48640" y="37752"/>
                  <a:pt x="37752" y="48640"/>
                  <a:pt x="24320" y="48640"/>
                </a:cubicBezTo>
                <a:cubicBezTo>
                  <a:pt x="10888" y="48640"/>
                  <a:pt x="0" y="37752"/>
                  <a:pt x="0" y="24320"/>
                </a:cubicBezTo>
                <a:cubicBezTo>
                  <a:pt x="0" y="10888"/>
                  <a:pt x="10888" y="0"/>
                  <a:pt x="24320" y="0"/>
                </a:cubicBezTo>
                <a:close/>
              </a:path>
            </a:pathLst>
          </a:custGeom>
          <a:gradFill flip="none" rotWithShape="1">
            <a:gsLst>
              <a:gs pos="0">
                <a:srgbClr val="FFFFFF"/>
              </a:gs>
              <a:gs pos="100000">
                <a:srgbClr val="FFFFFF">
                  <a:alpha val="0"/>
                </a:srgbClr>
              </a:gs>
            </a:gsLst>
            <a:lin ang="54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sp>
        <p:nvSpPr>
          <p:cNvPr id="26" name="任意多边形: 形状 25"/>
          <p:cNvSpPr/>
          <p:nvPr/>
        </p:nvSpPr>
        <p:spPr>
          <a:xfrm rot="16200000">
            <a:off x="761999" y="275919"/>
            <a:ext cx="344335" cy="708849"/>
          </a:xfrm>
          <a:custGeom>
            <a:avLst/>
            <a:gdLst>
              <a:gd name="connsiteX0" fmla="*/ 452944 w 477264"/>
              <a:gd name="connsiteY0" fmla="*/ 933858 h 982498"/>
              <a:gd name="connsiteX1" fmla="*/ 477264 w 477264"/>
              <a:gd name="connsiteY1" fmla="*/ 958178 h 982498"/>
              <a:gd name="connsiteX2" fmla="*/ 452944 w 477264"/>
              <a:gd name="connsiteY2" fmla="*/ 982498 h 982498"/>
              <a:gd name="connsiteX3" fmla="*/ 428624 w 477264"/>
              <a:gd name="connsiteY3" fmla="*/ 958178 h 982498"/>
              <a:gd name="connsiteX4" fmla="*/ 452944 w 477264"/>
              <a:gd name="connsiteY4" fmla="*/ 933858 h 982498"/>
              <a:gd name="connsiteX5" fmla="*/ 345788 w 477264"/>
              <a:gd name="connsiteY5" fmla="*/ 933858 h 982498"/>
              <a:gd name="connsiteX6" fmla="*/ 370108 w 477264"/>
              <a:gd name="connsiteY6" fmla="*/ 958178 h 982498"/>
              <a:gd name="connsiteX7" fmla="*/ 345788 w 477264"/>
              <a:gd name="connsiteY7" fmla="*/ 982498 h 982498"/>
              <a:gd name="connsiteX8" fmla="*/ 321468 w 477264"/>
              <a:gd name="connsiteY8" fmla="*/ 958178 h 982498"/>
              <a:gd name="connsiteX9" fmla="*/ 345788 w 477264"/>
              <a:gd name="connsiteY9" fmla="*/ 933858 h 982498"/>
              <a:gd name="connsiteX10" fmla="*/ 238632 w 477264"/>
              <a:gd name="connsiteY10" fmla="*/ 933858 h 982498"/>
              <a:gd name="connsiteX11" fmla="*/ 262952 w 477264"/>
              <a:gd name="connsiteY11" fmla="*/ 958178 h 982498"/>
              <a:gd name="connsiteX12" fmla="*/ 238632 w 477264"/>
              <a:gd name="connsiteY12" fmla="*/ 982498 h 982498"/>
              <a:gd name="connsiteX13" fmla="*/ 214312 w 477264"/>
              <a:gd name="connsiteY13" fmla="*/ 958178 h 982498"/>
              <a:gd name="connsiteX14" fmla="*/ 238632 w 477264"/>
              <a:gd name="connsiteY14" fmla="*/ 933858 h 982498"/>
              <a:gd name="connsiteX15" fmla="*/ 131476 w 477264"/>
              <a:gd name="connsiteY15" fmla="*/ 933858 h 982498"/>
              <a:gd name="connsiteX16" fmla="*/ 155796 w 477264"/>
              <a:gd name="connsiteY16" fmla="*/ 958178 h 982498"/>
              <a:gd name="connsiteX17" fmla="*/ 131476 w 477264"/>
              <a:gd name="connsiteY17" fmla="*/ 982498 h 982498"/>
              <a:gd name="connsiteX18" fmla="*/ 107156 w 477264"/>
              <a:gd name="connsiteY18" fmla="*/ 958178 h 982498"/>
              <a:gd name="connsiteX19" fmla="*/ 131476 w 477264"/>
              <a:gd name="connsiteY19" fmla="*/ 933858 h 982498"/>
              <a:gd name="connsiteX20" fmla="*/ 24320 w 477264"/>
              <a:gd name="connsiteY20" fmla="*/ 933858 h 982498"/>
              <a:gd name="connsiteX21" fmla="*/ 48640 w 477264"/>
              <a:gd name="connsiteY21" fmla="*/ 958178 h 982498"/>
              <a:gd name="connsiteX22" fmla="*/ 24320 w 477264"/>
              <a:gd name="connsiteY22" fmla="*/ 982498 h 982498"/>
              <a:gd name="connsiteX23" fmla="*/ 0 w 477264"/>
              <a:gd name="connsiteY23" fmla="*/ 958178 h 982498"/>
              <a:gd name="connsiteX24" fmla="*/ 24320 w 477264"/>
              <a:gd name="connsiteY24" fmla="*/ 933858 h 982498"/>
              <a:gd name="connsiteX25" fmla="*/ 452944 w 477264"/>
              <a:gd name="connsiteY25" fmla="*/ 778215 h 982498"/>
              <a:gd name="connsiteX26" fmla="*/ 477264 w 477264"/>
              <a:gd name="connsiteY26" fmla="*/ 802535 h 982498"/>
              <a:gd name="connsiteX27" fmla="*/ 452944 w 477264"/>
              <a:gd name="connsiteY27" fmla="*/ 826855 h 982498"/>
              <a:gd name="connsiteX28" fmla="*/ 428624 w 477264"/>
              <a:gd name="connsiteY28" fmla="*/ 802535 h 982498"/>
              <a:gd name="connsiteX29" fmla="*/ 452944 w 477264"/>
              <a:gd name="connsiteY29" fmla="*/ 778215 h 982498"/>
              <a:gd name="connsiteX30" fmla="*/ 345788 w 477264"/>
              <a:gd name="connsiteY30" fmla="*/ 778215 h 982498"/>
              <a:gd name="connsiteX31" fmla="*/ 370108 w 477264"/>
              <a:gd name="connsiteY31" fmla="*/ 802535 h 982498"/>
              <a:gd name="connsiteX32" fmla="*/ 345788 w 477264"/>
              <a:gd name="connsiteY32" fmla="*/ 826855 h 982498"/>
              <a:gd name="connsiteX33" fmla="*/ 321468 w 477264"/>
              <a:gd name="connsiteY33" fmla="*/ 802535 h 982498"/>
              <a:gd name="connsiteX34" fmla="*/ 345788 w 477264"/>
              <a:gd name="connsiteY34" fmla="*/ 778215 h 982498"/>
              <a:gd name="connsiteX35" fmla="*/ 238632 w 477264"/>
              <a:gd name="connsiteY35" fmla="*/ 778215 h 982498"/>
              <a:gd name="connsiteX36" fmla="*/ 262952 w 477264"/>
              <a:gd name="connsiteY36" fmla="*/ 802535 h 982498"/>
              <a:gd name="connsiteX37" fmla="*/ 238632 w 477264"/>
              <a:gd name="connsiteY37" fmla="*/ 826855 h 982498"/>
              <a:gd name="connsiteX38" fmla="*/ 214312 w 477264"/>
              <a:gd name="connsiteY38" fmla="*/ 802535 h 982498"/>
              <a:gd name="connsiteX39" fmla="*/ 238632 w 477264"/>
              <a:gd name="connsiteY39" fmla="*/ 778215 h 982498"/>
              <a:gd name="connsiteX40" fmla="*/ 131476 w 477264"/>
              <a:gd name="connsiteY40" fmla="*/ 778215 h 982498"/>
              <a:gd name="connsiteX41" fmla="*/ 155796 w 477264"/>
              <a:gd name="connsiteY41" fmla="*/ 802535 h 982498"/>
              <a:gd name="connsiteX42" fmla="*/ 131476 w 477264"/>
              <a:gd name="connsiteY42" fmla="*/ 826855 h 982498"/>
              <a:gd name="connsiteX43" fmla="*/ 107156 w 477264"/>
              <a:gd name="connsiteY43" fmla="*/ 802535 h 982498"/>
              <a:gd name="connsiteX44" fmla="*/ 131476 w 477264"/>
              <a:gd name="connsiteY44" fmla="*/ 778215 h 982498"/>
              <a:gd name="connsiteX45" fmla="*/ 24320 w 477264"/>
              <a:gd name="connsiteY45" fmla="*/ 778215 h 982498"/>
              <a:gd name="connsiteX46" fmla="*/ 48640 w 477264"/>
              <a:gd name="connsiteY46" fmla="*/ 802535 h 982498"/>
              <a:gd name="connsiteX47" fmla="*/ 24320 w 477264"/>
              <a:gd name="connsiteY47" fmla="*/ 826855 h 982498"/>
              <a:gd name="connsiteX48" fmla="*/ 0 w 477264"/>
              <a:gd name="connsiteY48" fmla="*/ 802535 h 982498"/>
              <a:gd name="connsiteX49" fmla="*/ 24320 w 477264"/>
              <a:gd name="connsiteY49" fmla="*/ 778215 h 982498"/>
              <a:gd name="connsiteX50" fmla="*/ 452944 w 477264"/>
              <a:gd name="connsiteY50" fmla="*/ 622572 h 982498"/>
              <a:gd name="connsiteX51" fmla="*/ 477264 w 477264"/>
              <a:gd name="connsiteY51" fmla="*/ 646892 h 982498"/>
              <a:gd name="connsiteX52" fmla="*/ 452944 w 477264"/>
              <a:gd name="connsiteY52" fmla="*/ 671212 h 982498"/>
              <a:gd name="connsiteX53" fmla="*/ 428624 w 477264"/>
              <a:gd name="connsiteY53" fmla="*/ 646892 h 982498"/>
              <a:gd name="connsiteX54" fmla="*/ 452944 w 477264"/>
              <a:gd name="connsiteY54" fmla="*/ 622572 h 982498"/>
              <a:gd name="connsiteX55" fmla="*/ 345788 w 477264"/>
              <a:gd name="connsiteY55" fmla="*/ 622572 h 982498"/>
              <a:gd name="connsiteX56" fmla="*/ 370108 w 477264"/>
              <a:gd name="connsiteY56" fmla="*/ 646892 h 982498"/>
              <a:gd name="connsiteX57" fmla="*/ 345788 w 477264"/>
              <a:gd name="connsiteY57" fmla="*/ 671212 h 982498"/>
              <a:gd name="connsiteX58" fmla="*/ 321468 w 477264"/>
              <a:gd name="connsiteY58" fmla="*/ 646892 h 982498"/>
              <a:gd name="connsiteX59" fmla="*/ 345788 w 477264"/>
              <a:gd name="connsiteY59" fmla="*/ 622572 h 982498"/>
              <a:gd name="connsiteX60" fmla="*/ 238632 w 477264"/>
              <a:gd name="connsiteY60" fmla="*/ 622572 h 982498"/>
              <a:gd name="connsiteX61" fmla="*/ 262952 w 477264"/>
              <a:gd name="connsiteY61" fmla="*/ 646892 h 982498"/>
              <a:gd name="connsiteX62" fmla="*/ 238632 w 477264"/>
              <a:gd name="connsiteY62" fmla="*/ 671212 h 982498"/>
              <a:gd name="connsiteX63" fmla="*/ 214312 w 477264"/>
              <a:gd name="connsiteY63" fmla="*/ 646892 h 982498"/>
              <a:gd name="connsiteX64" fmla="*/ 238632 w 477264"/>
              <a:gd name="connsiteY64" fmla="*/ 622572 h 982498"/>
              <a:gd name="connsiteX65" fmla="*/ 131476 w 477264"/>
              <a:gd name="connsiteY65" fmla="*/ 622572 h 982498"/>
              <a:gd name="connsiteX66" fmla="*/ 155796 w 477264"/>
              <a:gd name="connsiteY66" fmla="*/ 646892 h 982498"/>
              <a:gd name="connsiteX67" fmla="*/ 131476 w 477264"/>
              <a:gd name="connsiteY67" fmla="*/ 671212 h 982498"/>
              <a:gd name="connsiteX68" fmla="*/ 107156 w 477264"/>
              <a:gd name="connsiteY68" fmla="*/ 646892 h 982498"/>
              <a:gd name="connsiteX69" fmla="*/ 131476 w 477264"/>
              <a:gd name="connsiteY69" fmla="*/ 622572 h 982498"/>
              <a:gd name="connsiteX70" fmla="*/ 24320 w 477264"/>
              <a:gd name="connsiteY70" fmla="*/ 622572 h 982498"/>
              <a:gd name="connsiteX71" fmla="*/ 48640 w 477264"/>
              <a:gd name="connsiteY71" fmla="*/ 646892 h 982498"/>
              <a:gd name="connsiteX72" fmla="*/ 24320 w 477264"/>
              <a:gd name="connsiteY72" fmla="*/ 671212 h 982498"/>
              <a:gd name="connsiteX73" fmla="*/ 0 w 477264"/>
              <a:gd name="connsiteY73" fmla="*/ 646892 h 982498"/>
              <a:gd name="connsiteX74" fmla="*/ 24320 w 477264"/>
              <a:gd name="connsiteY74" fmla="*/ 622572 h 982498"/>
              <a:gd name="connsiteX75" fmla="*/ 24320 w 477264"/>
              <a:gd name="connsiteY75" fmla="*/ 466929 h 982498"/>
              <a:gd name="connsiteX76" fmla="*/ 48640 w 477264"/>
              <a:gd name="connsiteY76" fmla="*/ 491249 h 982498"/>
              <a:gd name="connsiteX77" fmla="*/ 24320 w 477264"/>
              <a:gd name="connsiteY77" fmla="*/ 515569 h 982498"/>
              <a:gd name="connsiteX78" fmla="*/ 0 w 477264"/>
              <a:gd name="connsiteY78" fmla="*/ 491249 h 982498"/>
              <a:gd name="connsiteX79" fmla="*/ 24320 w 477264"/>
              <a:gd name="connsiteY79" fmla="*/ 466929 h 982498"/>
              <a:gd name="connsiteX80" fmla="*/ 131476 w 477264"/>
              <a:gd name="connsiteY80" fmla="*/ 466929 h 982498"/>
              <a:gd name="connsiteX81" fmla="*/ 155796 w 477264"/>
              <a:gd name="connsiteY81" fmla="*/ 491249 h 982498"/>
              <a:gd name="connsiteX82" fmla="*/ 131476 w 477264"/>
              <a:gd name="connsiteY82" fmla="*/ 515569 h 982498"/>
              <a:gd name="connsiteX83" fmla="*/ 107156 w 477264"/>
              <a:gd name="connsiteY83" fmla="*/ 491249 h 982498"/>
              <a:gd name="connsiteX84" fmla="*/ 131476 w 477264"/>
              <a:gd name="connsiteY84" fmla="*/ 466929 h 982498"/>
              <a:gd name="connsiteX85" fmla="*/ 238632 w 477264"/>
              <a:gd name="connsiteY85" fmla="*/ 466929 h 982498"/>
              <a:gd name="connsiteX86" fmla="*/ 262952 w 477264"/>
              <a:gd name="connsiteY86" fmla="*/ 491249 h 982498"/>
              <a:gd name="connsiteX87" fmla="*/ 238632 w 477264"/>
              <a:gd name="connsiteY87" fmla="*/ 515569 h 982498"/>
              <a:gd name="connsiteX88" fmla="*/ 214312 w 477264"/>
              <a:gd name="connsiteY88" fmla="*/ 491249 h 982498"/>
              <a:gd name="connsiteX89" fmla="*/ 238632 w 477264"/>
              <a:gd name="connsiteY89" fmla="*/ 466929 h 982498"/>
              <a:gd name="connsiteX90" fmla="*/ 345788 w 477264"/>
              <a:gd name="connsiteY90" fmla="*/ 466929 h 982498"/>
              <a:gd name="connsiteX91" fmla="*/ 370108 w 477264"/>
              <a:gd name="connsiteY91" fmla="*/ 491249 h 982498"/>
              <a:gd name="connsiteX92" fmla="*/ 345788 w 477264"/>
              <a:gd name="connsiteY92" fmla="*/ 515569 h 982498"/>
              <a:gd name="connsiteX93" fmla="*/ 321468 w 477264"/>
              <a:gd name="connsiteY93" fmla="*/ 491249 h 982498"/>
              <a:gd name="connsiteX94" fmla="*/ 345788 w 477264"/>
              <a:gd name="connsiteY94" fmla="*/ 466929 h 982498"/>
              <a:gd name="connsiteX95" fmla="*/ 452944 w 477264"/>
              <a:gd name="connsiteY95" fmla="*/ 466929 h 982498"/>
              <a:gd name="connsiteX96" fmla="*/ 477264 w 477264"/>
              <a:gd name="connsiteY96" fmla="*/ 491249 h 982498"/>
              <a:gd name="connsiteX97" fmla="*/ 452944 w 477264"/>
              <a:gd name="connsiteY97" fmla="*/ 515569 h 982498"/>
              <a:gd name="connsiteX98" fmla="*/ 428624 w 477264"/>
              <a:gd name="connsiteY98" fmla="*/ 491249 h 982498"/>
              <a:gd name="connsiteX99" fmla="*/ 452944 w 477264"/>
              <a:gd name="connsiteY99" fmla="*/ 466929 h 982498"/>
              <a:gd name="connsiteX100" fmla="*/ 24320 w 477264"/>
              <a:gd name="connsiteY100" fmla="*/ 311287 h 982498"/>
              <a:gd name="connsiteX101" fmla="*/ 48640 w 477264"/>
              <a:gd name="connsiteY101" fmla="*/ 335607 h 982498"/>
              <a:gd name="connsiteX102" fmla="*/ 24320 w 477264"/>
              <a:gd name="connsiteY102" fmla="*/ 359926 h 982498"/>
              <a:gd name="connsiteX103" fmla="*/ 0 w 477264"/>
              <a:gd name="connsiteY103" fmla="*/ 335607 h 982498"/>
              <a:gd name="connsiteX104" fmla="*/ 24320 w 477264"/>
              <a:gd name="connsiteY104" fmla="*/ 311287 h 982498"/>
              <a:gd name="connsiteX105" fmla="*/ 131476 w 477264"/>
              <a:gd name="connsiteY105" fmla="*/ 311286 h 982498"/>
              <a:gd name="connsiteX106" fmla="*/ 155796 w 477264"/>
              <a:gd name="connsiteY106" fmla="*/ 335606 h 982498"/>
              <a:gd name="connsiteX107" fmla="*/ 131476 w 477264"/>
              <a:gd name="connsiteY107" fmla="*/ 359926 h 982498"/>
              <a:gd name="connsiteX108" fmla="*/ 107156 w 477264"/>
              <a:gd name="connsiteY108" fmla="*/ 335606 h 982498"/>
              <a:gd name="connsiteX109" fmla="*/ 131476 w 477264"/>
              <a:gd name="connsiteY109" fmla="*/ 311286 h 982498"/>
              <a:gd name="connsiteX110" fmla="*/ 238632 w 477264"/>
              <a:gd name="connsiteY110" fmla="*/ 311286 h 982498"/>
              <a:gd name="connsiteX111" fmla="*/ 262952 w 477264"/>
              <a:gd name="connsiteY111" fmla="*/ 335606 h 982498"/>
              <a:gd name="connsiteX112" fmla="*/ 238632 w 477264"/>
              <a:gd name="connsiteY112" fmla="*/ 359926 h 982498"/>
              <a:gd name="connsiteX113" fmla="*/ 214312 w 477264"/>
              <a:gd name="connsiteY113" fmla="*/ 335606 h 982498"/>
              <a:gd name="connsiteX114" fmla="*/ 238632 w 477264"/>
              <a:gd name="connsiteY114" fmla="*/ 311286 h 982498"/>
              <a:gd name="connsiteX115" fmla="*/ 345788 w 477264"/>
              <a:gd name="connsiteY115" fmla="*/ 311286 h 982498"/>
              <a:gd name="connsiteX116" fmla="*/ 370108 w 477264"/>
              <a:gd name="connsiteY116" fmla="*/ 335606 h 982498"/>
              <a:gd name="connsiteX117" fmla="*/ 345788 w 477264"/>
              <a:gd name="connsiteY117" fmla="*/ 359926 h 982498"/>
              <a:gd name="connsiteX118" fmla="*/ 321468 w 477264"/>
              <a:gd name="connsiteY118" fmla="*/ 335606 h 982498"/>
              <a:gd name="connsiteX119" fmla="*/ 345788 w 477264"/>
              <a:gd name="connsiteY119" fmla="*/ 311286 h 982498"/>
              <a:gd name="connsiteX120" fmla="*/ 452944 w 477264"/>
              <a:gd name="connsiteY120" fmla="*/ 311286 h 982498"/>
              <a:gd name="connsiteX121" fmla="*/ 477264 w 477264"/>
              <a:gd name="connsiteY121" fmla="*/ 335606 h 982498"/>
              <a:gd name="connsiteX122" fmla="*/ 452944 w 477264"/>
              <a:gd name="connsiteY122" fmla="*/ 359926 h 982498"/>
              <a:gd name="connsiteX123" fmla="*/ 428624 w 477264"/>
              <a:gd name="connsiteY123" fmla="*/ 335606 h 982498"/>
              <a:gd name="connsiteX124" fmla="*/ 452944 w 477264"/>
              <a:gd name="connsiteY124" fmla="*/ 311286 h 982498"/>
              <a:gd name="connsiteX125" fmla="*/ 24320 w 477264"/>
              <a:gd name="connsiteY125" fmla="*/ 155643 h 982498"/>
              <a:gd name="connsiteX126" fmla="*/ 48640 w 477264"/>
              <a:gd name="connsiteY126" fmla="*/ 179963 h 982498"/>
              <a:gd name="connsiteX127" fmla="*/ 24320 w 477264"/>
              <a:gd name="connsiteY127" fmla="*/ 204283 h 982498"/>
              <a:gd name="connsiteX128" fmla="*/ 0 w 477264"/>
              <a:gd name="connsiteY128" fmla="*/ 179963 h 982498"/>
              <a:gd name="connsiteX129" fmla="*/ 24320 w 477264"/>
              <a:gd name="connsiteY129" fmla="*/ 155643 h 982498"/>
              <a:gd name="connsiteX130" fmla="*/ 131476 w 477264"/>
              <a:gd name="connsiteY130" fmla="*/ 155643 h 982498"/>
              <a:gd name="connsiteX131" fmla="*/ 155796 w 477264"/>
              <a:gd name="connsiteY131" fmla="*/ 179963 h 982498"/>
              <a:gd name="connsiteX132" fmla="*/ 131476 w 477264"/>
              <a:gd name="connsiteY132" fmla="*/ 204283 h 982498"/>
              <a:gd name="connsiteX133" fmla="*/ 107156 w 477264"/>
              <a:gd name="connsiteY133" fmla="*/ 179963 h 982498"/>
              <a:gd name="connsiteX134" fmla="*/ 131476 w 477264"/>
              <a:gd name="connsiteY134" fmla="*/ 155643 h 982498"/>
              <a:gd name="connsiteX135" fmla="*/ 238632 w 477264"/>
              <a:gd name="connsiteY135" fmla="*/ 155643 h 982498"/>
              <a:gd name="connsiteX136" fmla="*/ 262952 w 477264"/>
              <a:gd name="connsiteY136" fmla="*/ 179963 h 982498"/>
              <a:gd name="connsiteX137" fmla="*/ 238632 w 477264"/>
              <a:gd name="connsiteY137" fmla="*/ 204283 h 982498"/>
              <a:gd name="connsiteX138" fmla="*/ 214312 w 477264"/>
              <a:gd name="connsiteY138" fmla="*/ 179963 h 982498"/>
              <a:gd name="connsiteX139" fmla="*/ 238632 w 477264"/>
              <a:gd name="connsiteY139" fmla="*/ 155643 h 982498"/>
              <a:gd name="connsiteX140" fmla="*/ 345788 w 477264"/>
              <a:gd name="connsiteY140" fmla="*/ 155643 h 982498"/>
              <a:gd name="connsiteX141" fmla="*/ 370108 w 477264"/>
              <a:gd name="connsiteY141" fmla="*/ 179963 h 982498"/>
              <a:gd name="connsiteX142" fmla="*/ 345788 w 477264"/>
              <a:gd name="connsiteY142" fmla="*/ 204283 h 982498"/>
              <a:gd name="connsiteX143" fmla="*/ 321468 w 477264"/>
              <a:gd name="connsiteY143" fmla="*/ 179963 h 982498"/>
              <a:gd name="connsiteX144" fmla="*/ 345788 w 477264"/>
              <a:gd name="connsiteY144" fmla="*/ 155643 h 982498"/>
              <a:gd name="connsiteX145" fmla="*/ 452944 w 477264"/>
              <a:gd name="connsiteY145" fmla="*/ 155643 h 982498"/>
              <a:gd name="connsiteX146" fmla="*/ 477264 w 477264"/>
              <a:gd name="connsiteY146" fmla="*/ 179963 h 982498"/>
              <a:gd name="connsiteX147" fmla="*/ 452944 w 477264"/>
              <a:gd name="connsiteY147" fmla="*/ 204283 h 982498"/>
              <a:gd name="connsiteX148" fmla="*/ 428624 w 477264"/>
              <a:gd name="connsiteY148" fmla="*/ 179963 h 982498"/>
              <a:gd name="connsiteX149" fmla="*/ 452944 w 477264"/>
              <a:gd name="connsiteY149" fmla="*/ 155643 h 982498"/>
              <a:gd name="connsiteX150" fmla="*/ 452944 w 477264"/>
              <a:gd name="connsiteY150" fmla="*/ 0 h 982498"/>
              <a:gd name="connsiteX151" fmla="*/ 477264 w 477264"/>
              <a:gd name="connsiteY151" fmla="*/ 24320 h 982498"/>
              <a:gd name="connsiteX152" fmla="*/ 452944 w 477264"/>
              <a:gd name="connsiteY152" fmla="*/ 48640 h 982498"/>
              <a:gd name="connsiteX153" fmla="*/ 428624 w 477264"/>
              <a:gd name="connsiteY153" fmla="*/ 24320 h 982498"/>
              <a:gd name="connsiteX154" fmla="*/ 452944 w 477264"/>
              <a:gd name="connsiteY154" fmla="*/ 0 h 982498"/>
              <a:gd name="connsiteX155" fmla="*/ 345788 w 477264"/>
              <a:gd name="connsiteY155" fmla="*/ 0 h 982498"/>
              <a:gd name="connsiteX156" fmla="*/ 370108 w 477264"/>
              <a:gd name="connsiteY156" fmla="*/ 24320 h 982498"/>
              <a:gd name="connsiteX157" fmla="*/ 345788 w 477264"/>
              <a:gd name="connsiteY157" fmla="*/ 48640 h 982498"/>
              <a:gd name="connsiteX158" fmla="*/ 321468 w 477264"/>
              <a:gd name="connsiteY158" fmla="*/ 24320 h 982498"/>
              <a:gd name="connsiteX159" fmla="*/ 345788 w 477264"/>
              <a:gd name="connsiteY159" fmla="*/ 0 h 982498"/>
              <a:gd name="connsiteX160" fmla="*/ 238632 w 477264"/>
              <a:gd name="connsiteY160" fmla="*/ 0 h 982498"/>
              <a:gd name="connsiteX161" fmla="*/ 262952 w 477264"/>
              <a:gd name="connsiteY161" fmla="*/ 24320 h 982498"/>
              <a:gd name="connsiteX162" fmla="*/ 238632 w 477264"/>
              <a:gd name="connsiteY162" fmla="*/ 48640 h 982498"/>
              <a:gd name="connsiteX163" fmla="*/ 214312 w 477264"/>
              <a:gd name="connsiteY163" fmla="*/ 24320 h 982498"/>
              <a:gd name="connsiteX164" fmla="*/ 238632 w 477264"/>
              <a:gd name="connsiteY164" fmla="*/ 0 h 982498"/>
              <a:gd name="connsiteX165" fmla="*/ 131476 w 477264"/>
              <a:gd name="connsiteY165" fmla="*/ 0 h 982498"/>
              <a:gd name="connsiteX166" fmla="*/ 155796 w 477264"/>
              <a:gd name="connsiteY166" fmla="*/ 24320 h 982498"/>
              <a:gd name="connsiteX167" fmla="*/ 131476 w 477264"/>
              <a:gd name="connsiteY167" fmla="*/ 48640 h 982498"/>
              <a:gd name="connsiteX168" fmla="*/ 107156 w 477264"/>
              <a:gd name="connsiteY168" fmla="*/ 24320 h 982498"/>
              <a:gd name="connsiteX169" fmla="*/ 131476 w 477264"/>
              <a:gd name="connsiteY169" fmla="*/ 0 h 982498"/>
              <a:gd name="connsiteX170" fmla="*/ 24320 w 477264"/>
              <a:gd name="connsiteY170" fmla="*/ 0 h 982498"/>
              <a:gd name="connsiteX171" fmla="*/ 48640 w 477264"/>
              <a:gd name="connsiteY171" fmla="*/ 24320 h 982498"/>
              <a:gd name="connsiteX172" fmla="*/ 24320 w 477264"/>
              <a:gd name="connsiteY172" fmla="*/ 48640 h 982498"/>
              <a:gd name="connsiteX173" fmla="*/ 0 w 477264"/>
              <a:gd name="connsiteY173" fmla="*/ 24320 h 982498"/>
              <a:gd name="connsiteX174" fmla="*/ 24320 w 477264"/>
              <a:gd name="connsiteY174" fmla="*/ 0 h 9824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Lst>
            <a:rect l="l" t="t" r="r" b="b"/>
            <a:pathLst>
              <a:path w="477264" h="982498">
                <a:moveTo>
                  <a:pt x="452944" y="933858"/>
                </a:moveTo>
                <a:cubicBezTo>
                  <a:pt x="466376" y="933858"/>
                  <a:pt x="477264" y="944746"/>
                  <a:pt x="477264" y="958178"/>
                </a:cubicBezTo>
                <a:cubicBezTo>
                  <a:pt x="477264" y="971610"/>
                  <a:pt x="466376" y="982498"/>
                  <a:pt x="452944" y="982498"/>
                </a:cubicBezTo>
                <a:cubicBezTo>
                  <a:pt x="439512" y="982498"/>
                  <a:pt x="428624" y="971610"/>
                  <a:pt x="428624" y="958178"/>
                </a:cubicBezTo>
                <a:cubicBezTo>
                  <a:pt x="428624" y="944746"/>
                  <a:pt x="439512" y="933858"/>
                  <a:pt x="452944" y="933858"/>
                </a:cubicBezTo>
                <a:close/>
                <a:moveTo>
                  <a:pt x="345788" y="933858"/>
                </a:moveTo>
                <a:cubicBezTo>
                  <a:pt x="359220" y="933858"/>
                  <a:pt x="370108" y="944746"/>
                  <a:pt x="370108" y="958178"/>
                </a:cubicBezTo>
                <a:cubicBezTo>
                  <a:pt x="370108" y="971610"/>
                  <a:pt x="359220" y="982498"/>
                  <a:pt x="345788" y="982498"/>
                </a:cubicBezTo>
                <a:cubicBezTo>
                  <a:pt x="332356" y="982498"/>
                  <a:pt x="321468" y="971610"/>
                  <a:pt x="321468" y="958178"/>
                </a:cubicBezTo>
                <a:cubicBezTo>
                  <a:pt x="321468" y="944746"/>
                  <a:pt x="332356" y="933858"/>
                  <a:pt x="345788" y="933858"/>
                </a:cubicBezTo>
                <a:close/>
                <a:moveTo>
                  <a:pt x="238632" y="933858"/>
                </a:moveTo>
                <a:cubicBezTo>
                  <a:pt x="252064" y="933858"/>
                  <a:pt x="262952" y="944746"/>
                  <a:pt x="262952" y="958178"/>
                </a:cubicBezTo>
                <a:cubicBezTo>
                  <a:pt x="262952" y="971610"/>
                  <a:pt x="252064" y="982498"/>
                  <a:pt x="238632" y="982498"/>
                </a:cubicBezTo>
                <a:cubicBezTo>
                  <a:pt x="225200" y="982498"/>
                  <a:pt x="214312" y="971610"/>
                  <a:pt x="214312" y="958178"/>
                </a:cubicBezTo>
                <a:cubicBezTo>
                  <a:pt x="214312" y="944746"/>
                  <a:pt x="225200" y="933858"/>
                  <a:pt x="238632" y="933858"/>
                </a:cubicBezTo>
                <a:close/>
                <a:moveTo>
                  <a:pt x="131476" y="933858"/>
                </a:moveTo>
                <a:cubicBezTo>
                  <a:pt x="144908" y="933858"/>
                  <a:pt x="155796" y="944746"/>
                  <a:pt x="155796" y="958178"/>
                </a:cubicBezTo>
                <a:cubicBezTo>
                  <a:pt x="155796" y="971610"/>
                  <a:pt x="144908" y="982498"/>
                  <a:pt x="131476" y="982498"/>
                </a:cubicBezTo>
                <a:cubicBezTo>
                  <a:pt x="118044" y="982498"/>
                  <a:pt x="107156" y="971610"/>
                  <a:pt x="107156" y="958178"/>
                </a:cubicBezTo>
                <a:cubicBezTo>
                  <a:pt x="107156" y="944746"/>
                  <a:pt x="118044" y="933858"/>
                  <a:pt x="131476" y="933858"/>
                </a:cubicBezTo>
                <a:close/>
                <a:moveTo>
                  <a:pt x="24320" y="933858"/>
                </a:moveTo>
                <a:cubicBezTo>
                  <a:pt x="37752" y="933858"/>
                  <a:pt x="48640" y="944746"/>
                  <a:pt x="48640" y="958178"/>
                </a:cubicBezTo>
                <a:cubicBezTo>
                  <a:pt x="48640" y="971610"/>
                  <a:pt x="37752" y="982498"/>
                  <a:pt x="24320" y="982498"/>
                </a:cubicBezTo>
                <a:cubicBezTo>
                  <a:pt x="10888" y="982498"/>
                  <a:pt x="0" y="971610"/>
                  <a:pt x="0" y="958178"/>
                </a:cubicBezTo>
                <a:cubicBezTo>
                  <a:pt x="0" y="944746"/>
                  <a:pt x="10888" y="933858"/>
                  <a:pt x="24320" y="933858"/>
                </a:cubicBezTo>
                <a:close/>
                <a:moveTo>
                  <a:pt x="452944" y="778215"/>
                </a:moveTo>
                <a:cubicBezTo>
                  <a:pt x="466376" y="778215"/>
                  <a:pt x="477264" y="789103"/>
                  <a:pt x="477264" y="802535"/>
                </a:cubicBezTo>
                <a:cubicBezTo>
                  <a:pt x="477264" y="815967"/>
                  <a:pt x="466376" y="826855"/>
                  <a:pt x="452944" y="826855"/>
                </a:cubicBezTo>
                <a:cubicBezTo>
                  <a:pt x="439512" y="826855"/>
                  <a:pt x="428624" y="815967"/>
                  <a:pt x="428624" y="802535"/>
                </a:cubicBezTo>
                <a:cubicBezTo>
                  <a:pt x="428624" y="789103"/>
                  <a:pt x="439512" y="778215"/>
                  <a:pt x="452944" y="778215"/>
                </a:cubicBezTo>
                <a:close/>
                <a:moveTo>
                  <a:pt x="345788" y="778215"/>
                </a:moveTo>
                <a:cubicBezTo>
                  <a:pt x="359220" y="778215"/>
                  <a:pt x="370108" y="789103"/>
                  <a:pt x="370108" y="802535"/>
                </a:cubicBezTo>
                <a:cubicBezTo>
                  <a:pt x="370108" y="815967"/>
                  <a:pt x="359220" y="826855"/>
                  <a:pt x="345788" y="826855"/>
                </a:cubicBezTo>
                <a:cubicBezTo>
                  <a:pt x="332356" y="826855"/>
                  <a:pt x="321468" y="815967"/>
                  <a:pt x="321468" y="802535"/>
                </a:cubicBezTo>
                <a:cubicBezTo>
                  <a:pt x="321468" y="789103"/>
                  <a:pt x="332356" y="778215"/>
                  <a:pt x="345788" y="778215"/>
                </a:cubicBezTo>
                <a:close/>
                <a:moveTo>
                  <a:pt x="238632" y="778215"/>
                </a:moveTo>
                <a:cubicBezTo>
                  <a:pt x="252064" y="778215"/>
                  <a:pt x="262952" y="789103"/>
                  <a:pt x="262952" y="802535"/>
                </a:cubicBezTo>
                <a:cubicBezTo>
                  <a:pt x="262952" y="815967"/>
                  <a:pt x="252064" y="826855"/>
                  <a:pt x="238632" y="826855"/>
                </a:cubicBezTo>
                <a:cubicBezTo>
                  <a:pt x="225200" y="826855"/>
                  <a:pt x="214312" y="815967"/>
                  <a:pt x="214312" y="802535"/>
                </a:cubicBezTo>
                <a:cubicBezTo>
                  <a:pt x="214312" y="789103"/>
                  <a:pt x="225200" y="778215"/>
                  <a:pt x="238632" y="778215"/>
                </a:cubicBezTo>
                <a:close/>
                <a:moveTo>
                  <a:pt x="131476" y="778215"/>
                </a:moveTo>
                <a:cubicBezTo>
                  <a:pt x="144908" y="778215"/>
                  <a:pt x="155796" y="789103"/>
                  <a:pt x="155796" y="802535"/>
                </a:cubicBezTo>
                <a:cubicBezTo>
                  <a:pt x="155796" y="815967"/>
                  <a:pt x="144908" y="826855"/>
                  <a:pt x="131476" y="826855"/>
                </a:cubicBezTo>
                <a:cubicBezTo>
                  <a:pt x="118044" y="826855"/>
                  <a:pt x="107156" y="815967"/>
                  <a:pt x="107156" y="802535"/>
                </a:cubicBezTo>
                <a:cubicBezTo>
                  <a:pt x="107156" y="789103"/>
                  <a:pt x="118044" y="778215"/>
                  <a:pt x="131476" y="778215"/>
                </a:cubicBezTo>
                <a:close/>
                <a:moveTo>
                  <a:pt x="24320" y="778215"/>
                </a:moveTo>
                <a:cubicBezTo>
                  <a:pt x="37752" y="778215"/>
                  <a:pt x="48640" y="789103"/>
                  <a:pt x="48640" y="802535"/>
                </a:cubicBezTo>
                <a:cubicBezTo>
                  <a:pt x="48640" y="815967"/>
                  <a:pt x="37752" y="826855"/>
                  <a:pt x="24320" y="826855"/>
                </a:cubicBezTo>
                <a:cubicBezTo>
                  <a:pt x="10888" y="826855"/>
                  <a:pt x="0" y="815967"/>
                  <a:pt x="0" y="802535"/>
                </a:cubicBezTo>
                <a:cubicBezTo>
                  <a:pt x="0" y="789103"/>
                  <a:pt x="10888" y="778215"/>
                  <a:pt x="24320" y="778215"/>
                </a:cubicBezTo>
                <a:close/>
                <a:moveTo>
                  <a:pt x="452944" y="622572"/>
                </a:moveTo>
                <a:cubicBezTo>
                  <a:pt x="466376" y="622572"/>
                  <a:pt x="477264" y="633460"/>
                  <a:pt x="477264" y="646892"/>
                </a:cubicBezTo>
                <a:cubicBezTo>
                  <a:pt x="477264" y="660324"/>
                  <a:pt x="466376" y="671212"/>
                  <a:pt x="452944" y="671212"/>
                </a:cubicBezTo>
                <a:cubicBezTo>
                  <a:pt x="439512" y="671212"/>
                  <a:pt x="428624" y="660324"/>
                  <a:pt x="428624" y="646892"/>
                </a:cubicBezTo>
                <a:cubicBezTo>
                  <a:pt x="428624" y="633460"/>
                  <a:pt x="439512" y="622572"/>
                  <a:pt x="452944" y="622572"/>
                </a:cubicBezTo>
                <a:close/>
                <a:moveTo>
                  <a:pt x="345788" y="622572"/>
                </a:moveTo>
                <a:cubicBezTo>
                  <a:pt x="359220" y="622572"/>
                  <a:pt x="370108" y="633460"/>
                  <a:pt x="370108" y="646892"/>
                </a:cubicBezTo>
                <a:cubicBezTo>
                  <a:pt x="370108" y="660324"/>
                  <a:pt x="359220" y="671212"/>
                  <a:pt x="345788" y="671212"/>
                </a:cubicBezTo>
                <a:cubicBezTo>
                  <a:pt x="332356" y="671212"/>
                  <a:pt x="321468" y="660324"/>
                  <a:pt x="321468" y="646892"/>
                </a:cubicBezTo>
                <a:cubicBezTo>
                  <a:pt x="321468" y="633460"/>
                  <a:pt x="332356" y="622572"/>
                  <a:pt x="345788" y="622572"/>
                </a:cubicBezTo>
                <a:close/>
                <a:moveTo>
                  <a:pt x="238632" y="622572"/>
                </a:moveTo>
                <a:cubicBezTo>
                  <a:pt x="252064" y="622572"/>
                  <a:pt x="262952" y="633460"/>
                  <a:pt x="262952" y="646892"/>
                </a:cubicBezTo>
                <a:cubicBezTo>
                  <a:pt x="262952" y="660324"/>
                  <a:pt x="252064" y="671212"/>
                  <a:pt x="238632" y="671212"/>
                </a:cubicBezTo>
                <a:cubicBezTo>
                  <a:pt x="225200" y="671212"/>
                  <a:pt x="214312" y="660324"/>
                  <a:pt x="214312" y="646892"/>
                </a:cubicBezTo>
                <a:cubicBezTo>
                  <a:pt x="214312" y="633460"/>
                  <a:pt x="225200" y="622572"/>
                  <a:pt x="238632" y="622572"/>
                </a:cubicBezTo>
                <a:close/>
                <a:moveTo>
                  <a:pt x="131476" y="622572"/>
                </a:moveTo>
                <a:cubicBezTo>
                  <a:pt x="144908" y="622572"/>
                  <a:pt x="155796" y="633460"/>
                  <a:pt x="155796" y="646892"/>
                </a:cubicBezTo>
                <a:cubicBezTo>
                  <a:pt x="155796" y="660324"/>
                  <a:pt x="144908" y="671212"/>
                  <a:pt x="131476" y="671212"/>
                </a:cubicBezTo>
                <a:cubicBezTo>
                  <a:pt x="118044" y="671212"/>
                  <a:pt x="107156" y="660324"/>
                  <a:pt x="107156" y="646892"/>
                </a:cubicBezTo>
                <a:cubicBezTo>
                  <a:pt x="107156" y="633460"/>
                  <a:pt x="118044" y="622572"/>
                  <a:pt x="131476" y="622572"/>
                </a:cubicBezTo>
                <a:close/>
                <a:moveTo>
                  <a:pt x="24320" y="622572"/>
                </a:moveTo>
                <a:cubicBezTo>
                  <a:pt x="37752" y="622572"/>
                  <a:pt x="48640" y="633460"/>
                  <a:pt x="48640" y="646892"/>
                </a:cubicBezTo>
                <a:cubicBezTo>
                  <a:pt x="48640" y="660324"/>
                  <a:pt x="37752" y="671212"/>
                  <a:pt x="24320" y="671212"/>
                </a:cubicBezTo>
                <a:cubicBezTo>
                  <a:pt x="10888" y="671212"/>
                  <a:pt x="0" y="660324"/>
                  <a:pt x="0" y="646892"/>
                </a:cubicBezTo>
                <a:cubicBezTo>
                  <a:pt x="0" y="633460"/>
                  <a:pt x="10888" y="622572"/>
                  <a:pt x="24320" y="622572"/>
                </a:cubicBezTo>
                <a:close/>
                <a:moveTo>
                  <a:pt x="24320" y="466929"/>
                </a:moveTo>
                <a:cubicBezTo>
                  <a:pt x="37752" y="466929"/>
                  <a:pt x="48640" y="477817"/>
                  <a:pt x="48640" y="491249"/>
                </a:cubicBezTo>
                <a:cubicBezTo>
                  <a:pt x="48640" y="504681"/>
                  <a:pt x="37752" y="515569"/>
                  <a:pt x="24320" y="515569"/>
                </a:cubicBezTo>
                <a:cubicBezTo>
                  <a:pt x="10888" y="515569"/>
                  <a:pt x="0" y="504681"/>
                  <a:pt x="0" y="491249"/>
                </a:cubicBezTo>
                <a:cubicBezTo>
                  <a:pt x="0" y="477817"/>
                  <a:pt x="10888" y="466929"/>
                  <a:pt x="24320" y="466929"/>
                </a:cubicBezTo>
                <a:close/>
                <a:moveTo>
                  <a:pt x="131476" y="466929"/>
                </a:moveTo>
                <a:cubicBezTo>
                  <a:pt x="144908" y="466929"/>
                  <a:pt x="155796" y="477817"/>
                  <a:pt x="155796" y="491249"/>
                </a:cubicBezTo>
                <a:cubicBezTo>
                  <a:pt x="155796" y="504681"/>
                  <a:pt x="144908" y="515569"/>
                  <a:pt x="131476" y="515569"/>
                </a:cubicBezTo>
                <a:cubicBezTo>
                  <a:pt x="118044" y="515569"/>
                  <a:pt x="107156" y="504681"/>
                  <a:pt x="107156" y="491249"/>
                </a:cubicBezTo>
                <a:cubicBezTo>
                  <a:pt x="107156" y="477817"/>
                  <a:pt x="118044" y="466929"/>
                  <a:pt x="131476" y="466929"/>
                </a:cubicBezTo>
                <a:close/>
                <a:moveTo>
                  <a:pt x="238632" y="466929"/>
                </a:moveTo>
                <a:cubicBezTo>
                  <a:pt x="252064" y="466929"/>
                  <a:pt x="262952" y="477817"/>
                  <a:pt x="262952" y="491249"/>
                </a:cubicBezTo>
                <a:cubicBezTo>
                  <a:pt x="262952" y="504681"/>
                  <a:pt x="252064" y="515569"/>
                  <a:pt x="238632" y="515569"/>
                </a:cubicBezTo>
                <a:cubicBezTo>
                  <a:pt x="225200" y="515569"/>
                  <a:pt x="214312" y="504681"/>
                  <a:pt x="214312" y="491249"/>
                </a:cubicBezTo>
                <a:cubicBezTo>
                  <a:pt x="214312" y="477817"/>
                  <a:pt x="225200" y="466929"/>
                  <a:pt x="238632" y="466929"/>
                </a:cubicBezTo>
                <a:close/>
                <a:moveTo>
                  <a:pt x="345788" y="466929"/>
                </a:moveTo>
                <a:cubicBezTo>
                  <a:pt x="359220" y="466929"/>
                  <a:pt x="370108" y="477817"/>
                  <a:pt x="370108" y="491249"/>
                </a:cubicBezTo>
                <a:cubicBezTo>
                  <a:pt x="370108" y="504681"/>
                  <a:pt x="359220" y="515569"/>
                  <a:pt x="345788" y="515569"/>
                </a:cubicBezTo>
                <a:cubicBezTo>
                  <a:pt x="332356" y="515569"/>
                  <a:pt x="321468" y="504681"/>
                  <a:pt x="321468" y="491249"/>
                </a:cubicBezTo>
                <a:cubicBezTo>
                  <a:pt x="321468" y="477817"/>
                  <a:pt x="332356" y="466929"/>
                  <a:pt x="345788" y="466929"/>
                </a:cubicBezTo>
                <a:close/>
                <a:moveTo>
                  <a:pt x="452944" y="466929"/>
                </a:moveTo>
                <a:cubicBezTo>
                  <a:pt x="466376" y="466929"/>
                  <a:pt x="477264" y="477817"/>
                  <a:pt x="477264" y="491249"/>
                </a:cubicBezTo>
                <a:cubicBezTo>
                  <a:pt x="477264" y="504681"/>
                  <a:pt x="466376" y="515569"/>
                  <a:pt x="452944" y="515569"/>
                </a:cubicBezTo>
                <a:cubicBezTo>
                  <a:pt x="439512" y="515569"/>
                  <a:pt x="428624" y="504681"/>
                  <a:pt x="428624" y="491249"/>
                </a:cubicBezTo>
                <a:cubicBezTo>
                  <a:pt x="428624" y="477817"/>
                  <a:pt x="439512" y="466929"/>
                  <a:pt x="452944" y="466929"/>
                </a:cubicBezTo>
                <a:close/>
                <a:moveTo>
                  <a:pt x="24320" y="311287"/>
                </a:moveTo>
                <a:cubicBezTo>
                  <a:pt x="37752" y="311287"/>
                  <a:pt x="48640" y="322175"/>
                  <a:pt x="48640" y="335607"/>
                </a:cubicBezTo>
                <a:cubicBezTo>
                  <a:pt x="48640" y="349038"/>
                  <a:pt x="37752" y="359926"/>
                  <a:pt x="24320" y="359926"/>
                </a:cubicBezTo>
                <a:cubicBezTo>
                  <a:pt x="10888" y="359926"/>
                  <a:pt x="0" y="349038"/>
                  <a:pt x="0" y="335607"/>
                </a:cubicBezTo>
                <a:cubicBezTo>
                  <a:pt x="0" y="322175"/>
                  <a:pt x="10888" y="311287"/>
                  <a:pt x="24320" y="311287"/>
                </a:cubicBezTo>
                <a:close/>
                <a:moveTo>
                  <a:pt x="131476" y="311286"/>
                </a:moveTo>
                <a:cubicBezTo>
                  <a:pt x="144908" y="311286"/>
                  <a:pt x="155796" y="322174"/>
                  <a:pt x="155796" y="335606"/>
                </a:cubicBezTo>
                <a:cubicBezTo>
                  <a:pt x="155796" y="349038"/>
                  <a:pt x="144908" y="359926"/>
                  <a:pt x="131476" y="359926"/>
                </a:cubicBezTo>
                <a:cubicBezTo>
                  <a:pt x="118044" y="359926"/>
                  <a:pt x="107156" y="349038"/>
                  <a:pt x="107156" y="335606"/>
                </a:cubicBezTo>
                <a:cubicBezTo>
                  <a:pt x="107156" y="322174"/>
                  <a:pt x="118044" y="311286"/>
                  <a:pt x="131476" y="311286"/>
                </a:cubicBezTo>
                <a:close/>
                <a:moveTo>
                  <a:pt x="238632" y="311286"/>
                </a:moveTo>
                <a:cubicBezTo>
                  <a:pt x="252064" y="311286"/>
                  <a:pt x="262952" y="322174"/>
                  <a:pt x="262952" y="335606"/>
                </a:cubicBezTo>
                <a:cubicBezTo>
                  <a:pt x="262952" y="349038"/>
                  <a:pt x="252064" y="359926"/>
                  <a:pt x="238632" y="359926"/>
                </a:cubicBezTo>
                <a:cubicBezTo>
                  <a:pt x="225200" y="359926"/>
                  <a:pt x="214312" y="349038"/>
                  <a:pt x="214312" y="335606"/>
                </a:cubicBezTo>
                <a:cubicBezTo>
                  <a:pt x="214312" y="322174"/>
                  <a:pt x="225200" y="311286"/>
                  <a:pt x="238632" y="311286"/>
                </a:cubicBezTo>
                <a:close/>
                <a:moveTo>
                  <a:pt x="345788" y="311286"/>
                </a:moveTo>
                <a:cubicBezTo>
                  <a:pt x="359220" y="311286"/>
                  <a:pt x="370108" y="322174"/>
                  <a:pt x="370108" y="335606"/>
                </a:cubicBezTo>
                <a:cubicBezTo>
                  <a:pt x="370108" y="349038"/>
                  <a:pt x="359220" y="359926"/>
                  <a:pt x="345788" y="359926"/>
                </a:cubicBezTo>
                <a:cubicBezTo>
                  <a:pt x="332356" y="359926"/>
                  <a:pt x="321468" y="349038"/>
                  <a:pt x="321468" y="335606"/>
                </a:cubicBezTo>
                <a:cubicBezTo>
                  <a:pt x="321468" y="322174"/>
                  <a:pt x="332356" y="311286"/>
                  <a:pt x="345788" y="311286"/>
                </a:cubicBezTo>
                <a:close/>
                <a:moveTo>
                  <a:pt x="452944" y="311286"/>
                </a:moveTo>
                <a:cubicBezTo>
                  <a:pt x="466376" y="311286"/>
                  <a:pt x="477264" y="322174"/>
                  <a:pt x="477264" y="335606"/>
                </a:cubicBezTo>
                <a:cubicBezTo>
                  <a:pt x="477264" y="349038"/>
                  <a:pt x="466376" y="359926"/>
                  <a:pt x="452944" y="359926"/>
                </a:cubicBezTo>
                <a:cubicBezTo>
                  <a:pt x="439512" y="359926"/>
                  <a:pt x="428624" y="349038"/>
                  <a:pt x="428624" y="335606"/>
                </a:cubicBezTo>
                <a:cubicBezTo>
                  <a:pt x="428624" y="322174"/>
                  <a:pt x="439512" y="311286"/>
                  <a:pt x="452944" y="311286"/>
                </a:cubicBezTo>
                <a:close/>
                <a:moveTo>
                  <a:pt x="24320" y="155643"/>
                </a:moveTo>
                <a:cubicBezTo>
                  <a:pt x="37752" y="155643"/>
                  <a:pt x="48640" y="166531"/>
                  <a:pt x="48640" y="179963"/>
                </a:cubicBezTo>
                <a:cubicBezTo>
                  <a:pt x="48640" y="193395"/>
                  <a:pt x="37752" y="204283"/>
                  <a:pt x="24320" y="204283"/>
                </a:cubicBezTo>
                <a:cubicBezTo>
                  <a:pt x="10888" y="204283"/>
                  <a:pt x="0" y="193395"/>
                  <a:pt x="0" y="179963"/>
                </a:cubicBezTo>
                <a:cubicBezTo>
                  <a:pt x="0" y="166531"/>
                  <a:pt x="10888" y="155643"/>
                  <a:pt x="24320" y="155643"/>
                </a:cubicBezTo>
                <a:close/>
                <a:moveTo>
                  <a:pt x="131476" y="155643"/>
                </a:moveTo>
                <a:cubicBezTo>
                  <a:pt x="144908" y="155643"/>
                  <a:pt x="155796" y="166531"/>
                  <a:pt x="155796" y="179963"/>
                </a:cubicBezTo>
                <a:cubicBezTo>
                  <a:pt x="155796" y="193395"/>
                  <a:pt x="144908" y="204283"/>
                  <a:pt x="131476" y="204283"/>
                </a:cubicBezTo>
                <a:cubicBezTo>
                  <a:pt x="118044" y="204283"/>
                  <a:pt x="107156" y="193395"/>
                  <a:pt x="107156" y="179963"/>
                </a:cubicBezTo>
                <a:cubicBezTo>
                  <a:pt x="107156" y="166531"/>
                  <a:pt x="118044" y="155643"/>
                  <a:pt x="131476" y="155643"/>
                </a:cubicBezTo>
                <a:close/>
                <a:moveTo>
                  <a:pt x="238632" y="155643"/>
                </a:moveTo>
                <a:cubicBezTo>
                  <a:pt x="252064" y="155643"/>
                  <a:pt x="262952" y="166531"/>
                  <a:pt x="262952" y="179963"/>
                </a:cubicBezTo>
                <a:cubicBezTo>
                  <a:pt x="262952" y="193395"/>
                  <a:pt x="252064" y="204283"/>
                  <a:pt x="238632" y="204283"/>
                </a:cubicBezTo>
                <a:cubicBezTo>
                  <a:pt x="225200" y="204283"/>
                  <a:pt x="214312" y="193395"/>
                  <a:pt x="214312" y="179963"/>
                </a:cubicBezTo>
                <a:cubicBezTo>
                  <a:pt x="214312" y="166531"/>
                  <a:pt x="225200" y="155643"/>
                  <a:pt x="238632" y="155643"/>
                </a:cubicBezTo>
                <a:close/>
                <a:moveTo>
                  <a:pt x="345788" y="155643"/>
                </a:moveTo>
                <a:cubicBezTo>
                  <a:pt x="359220" y="155643"/>
                  <a:pt x="370108" y="166531"/>
                  <a:pt x="370108" y="179963"/>
                </a:cubicBezTo>
                <a:cubicBezTo>
                  <a:pt x="370108" y="193395"/>
                  <a:pt x="359220" y="204283"/>
                  <a:pt x="345788" y="204283"/>
                </a:cubicBezTo>
                <a:cubicBezTo>
                  <a:pt x="332356" y="204283"/>
                  <a:pt x="321468" y="193395"/>
                  <a:pt x="321468" y="179963"/>
                </a:cubicBezTo>
                <a:cubicBezTo>
                  <a:pt x="321468" y="166531"/>
                  <a:pt x="332356" y="155643"/>
                  <a:pt x="345788" y="155643"/>
                </a:cubicBezTo>
                <a:close/>
                <a:moveTo>
                  <a:pt x="452944" y="155643"/>
                </a:moveTo>
                <a:cubicBezTo>
                  <a:pt x="466376" y="155643"/>
                  <a:pt x="477264" y="166531"/>
                  <a:pt x="477264" y="179963"/>
                </a:cubicBezTo>
                <a:cubicBezTo>
                  <a:pt x="477264" y="193395"/>
                  <a:pt x="466376" y="204283"/>
                  <a:pt x="452944" y="204283"/>
                </a:cubicBezTo>
                <a:cubicBezTo>
                  <a:pt x="439512" y="204283"/>
                  <a:pt x="428624" y="193395"/>
                  <a:pt x="428624" y="179963"/>
                </a:cubicBezTo>
                <a:cubicBezTo>
                  <a:pt x="428624" y="166531"/>
                  <a:pt x="439512" y="155643"/>
                  <a:pt x="452944" y="155643"/>
                </a:cubicBezTo>
                <a:close/>
                <a:moveTo>
                  <a:pt x="452944" y="0"/>
                </a:moveTo>
                <a:cubicBezTo>
                  <a:pt x="466376" y="0"/>
                  <a:pt x="477264" y="10888"/>
                  <a:pt x="477264" y="24320"/>
                </a:cubicBezTo>
                <a:cubicBezTo>
                  <a:pt x="477264" y="37752"/>
                  <a:pt x="466376" y="48640"/>
                  <a:pt x="452944" y="48640"/>
                </a:cubicBezTo>
                <a:cubicBezTo>
                  <a:pt x="439512" y="48640"/>
                  <a:pt x="428624" y="37752"/>
                  <a:pt x="428624" y="24320"/>
                </a:cubicBezTo>
                <a:cubicBezTo>
                  <a:pt x="428624" y="10888"/>
                  <a:pt x="439512" y="0"/>
                  <a:pt x="452944" y="0"/>
                </a:cubicBezTo>
                <a:close/>
                <a:moveTo>
                  <a:pt x="345788" y="0"/>
                </a:moveTo>
                <a:cubicBezTo>
                  <a:pt x="359220" y="0"/>
                  <a:pt x="370108" y="10888"/>
                  <a:pt x="370108" y="24320"/>
                </a:cubicBezTo>
                <a:cubicBezTo>
                  <a:pt x="370108" y="37752"/>
                  <a:pt x="359220" y="48640"/>
                  <a:pt x="345788" y="48640"/>
                </a:cubicBezTo>
                <a:cubicBezTo>
                  <a:pt x="332356" y="48640"/>
                  <a:pt x="321468" y="37752"/>
                  <a:pt x="321468" y="24320"/>
                </a:cubicBezTo>
                <a:cubicBezTo>
                  <a:pt x="321468" y="10888"/>
                  <a:pt x="332356" y="0"/>
                  <a:pt x="345788" y="0"/>
                </a:cubicBezTo>
                <a:close/>
                <a:moveTo>
                  <a:pt x="238632" y="0"/>
                </a:moveTo>
                <a:cubicBezTo>
                  <a:pt x="252064" y="0"/>
                  <a:pt x="262952" y="10888"/>
                  <a:pt x="262952" y="24320"/>
                </a:cubicBezTo>
                <a:cubicBezTo>
                  <a:pt x="262952" y="37752"/>
                  <a:pt x="252064" y="48640"/>
                  <a:pt x="238632" y="48640"/>
                </a:cubicBezTo>
                <a:cubicBezTo>
                  <a:pt x="225200" y="48640"/>
                  <a:pt x="214312" y="37752"/>
                  <a:pt x="214312" y="24320"/>
                </a:cubicBezTo>
                <a:cubicBezTo>
                  <a:pt x="214312" y="10888"/>
                  <a:pt x="225200" y="0"/>
                  <a:pt x="238632" y="0"/>
                </a:cubicBezTo>
                <a:close/>
                <a:moveTo>
                  <a:pt x="131476" y="0"/>
                </a:moveTo>
                <a:cubicBezTo>
                  <a:pt x="144908" y="0"/>
                  <a:pt x="155796" y="10888"/>
                  <a:pt x="155796" y="24320"/>
                </a:cubicBezTo>
                <a:cubicBezTo>
                  <a:pt x="155796" y="37752"/>
                  <a:pt x="144908" y="48640"/>
                  <a:pt x="131476" y="48640"/>
                </a:cubicBezTo>
                <a:cubicBezTo>
                  <a:pt x="118044" y="48640"/>
                  <a:pt x="107156" y="37752"/>
                  <a:pt x="107156" y="24320"/>
                </a:cubicBezTo>
                <a:cubicBezTo>
                  <a:pt x="107156" y="10888"/>
                  <a:pt x="118044" y="0"/>
                  <a:pt x="131476" y="0"/>
                </a:cubicBezTo>
                <a:close/>
                <a:moveTo>
                  <a:pt x="24320" y="0"/>
                </a:moveTo>
                <a:cubicBezTo>
                  <a:pt x="37752" y="0"/>
                  <a:pt x="48640" y="10888"/>
                  <a:pt x="48640" y="24320"/>
                </a:cubicBezTo>
                <a:cubicBezTo>
                  <a:pt x="48640" y="37752"/>
                  <a:pt x="37752" y="48640"/>
                  <a:pt x="24320" y="48640"/>
                </a:cubicBezTo>
                <a:cubicBezTo>
                  <a:pt x="10888" y="48640"/>
                  <a:pt x="0" y="37752"/>
                  <a:pt x="0" y="24320"/>
                </a:cubicBezTo>
                <a:cubicBezTo>
                  <a:pt x="0" y="10888"/>
                  <a:pt x="10888" y="0"/>
                  <a:pt x="24320" y="0"/>
                </a:cubicBezTo>
                <a:close/>
              </a:path>
            </a:pathLst>
          </a:custGeom>
          <a:gradFill flip="none" rotWithShape="1">
            <a:gsLst>
              <a:gs pos="0">
                <a:srgbClr val="FFFFFF"/>
              </a:gs>
              <a:gs pos="100000">
                <a:srgbClr val="FFFFFF">
                  <a:alpha val="0"/>
                </a:srgbClr>
              </a:gs>
            </a:gsLst>
            <a:lin ang="54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sp>
        <p:nvSpPr>
          <p:cNvPr id="27" name="矩形 26"/>
          <p:cNvSpPr/>
          <p:nvPr/>
        </p:nvSpPr>
        <p:spPr>
          <a:xfrm>
            <a:off x="11933555" y="543560"/>
            <a:ext cx="258445" cy="11176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0" name="椭圆 29"/>
          <p:cNvSpPr/>
          <p:nvPr/>
        </p:nvSpPr>
        <p:spPr>
          <a:xfrm>
            <a:off x="5627534" y="1216230"/>
            <a:ext cx="520700" cy="520700"/>
          </a:xfrm>
          <a:prstGeom prst="ellipse">
            <a:avLst/>
          </a:prstGeom>
          <a:gradFill flip="none" rotWithShape="1">
            <a:gsLst>
              <a:gs pos="0">
                <a:srgbClr val="41EEFE"/>
              </a:gs>
              <a:gs pos="70000">
                <a:srgbClr val="41EEFE">
                  <a:alpha val="0"/>
                </a:srgbClr>
              </a:gs>
            </a:gsLst>
            <a:lin ang="54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200">
              <a:solidFill>
                <a:schemeClr val="tx1">
                  <a:lumMod val="85000"/>
                  <a:lumOff val="15000"/>
                </a:schemeClr>
              </a:solidFill>
              <a:latin typeface="思源黑体 CN Bold" panose="020B0800000000000000" pitchFamily="34" charset="-122"/>
              <a:ea typeface="思源黑体 CN Bold" panose="020B0800000000000000" pitchFamily="34" charset="-122"/>
              <a:cs typeface="+mn-ea"/>
            </a:endParaRPr>
          </a:p>
        </p:txBody>
      </p:sp>
      <p:grpSp>
        <p:nvGrpSpPr>
          <p:cNvPr id="38" name="组合 37"/>
          <p:cNvGrpSpPr/>
          <p:nvPr/>
        </p:nvGrpSpPr>
        <p:grpSpPr>
          <a:xfrm>
            <a:off x="688974" y="6040437"/>
            <a:ext cx="434976" cy="63500"/>
            <a:chOff x="688974" y="6040437"/>
            <a:chExt cx="434976" cy="63500"/>
          </a:xfrm>
        </p:grpSpPr>
        <p:sp>
          <p:nvSpPr>
            <p:cNvPr id="31" name="椭圆 30"/>
            <p:cNvSpPr/>
            <p:nvPr/>
          </p:nvSpPr>
          <p:spPr>
            <a:xfrm>
              <a:off x="688974" y="6040437"/>
              <a:ext cx="63500" cy="63500"/>
            </a:xfrm>
            <a:prstGeom prst="ellipse">
              <a:avLst/>
            </a:prstGeom>
            <a:gradFill flip="none" rotWithShape="1">
              <a:gsLst>
                <a:gs pos="0">
                  <a:srgbClr val="41EEFE"/>
                </a:gs>
                <a:gs pos="70000">
                  <a:srgbClr val="41EEFE">
                    <a:alpha val="0"/>
                  </a:srgbClr>
                </a:gs>
              </a:gsLst>
              <a:lin ang="54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200">
                <a:solidFill>
                  <a:schemeClr val="tx1">
                    <a:lumMod val="85000"/>
                    <a:lumOff val="15000"/>
                  </a:schemeClr>
                </a:solidFill>
                <a:latin typeface="思源黑体 CN Bold" panose="020B0800000000000000" pitchFamily="34" charset="-122"/>
                <a:ea typeface="思源黑体 CN Bold" panose="020B0800000000000000" pitchFamily="34" charset="-122"/>
                <a:cs typeface="+mn-ea"/>
              </a:endParaRPr>
            </a:p>
          </p:txBody>
        </p:sp>
        <p:sp>
          <p:nvSpPr>
            <p:cNvPr id="33" name="椭圆 32"/>
            <p:cNvSpPr/>
            <p:nvPr/>
          </p:nvSpPr>
          <p:spPr>
            <a:xfrm>
              <a:off x="781843" y="6040437"/>
              <a:ext cx="63500" cy="63500"/>
            </a:xfrm>
            <a:prstGeom prst="ellipse">
              <a:avLst/>
            </a:prstGeom>
            <a:gradFill flip="none" rotWithShape="1">
              <a:gsLst>
                <a:gs pos="0">
                  <a:srgbClr val="41EEFE"/>
                </a:gs>
                <a:gs pos="70000">
                  <a:srgbClr val="41EEFE">
                    <a:alpha val="0"/>
                  </a:srgbClr>
                </a:gs>
              </a:gsLst>
              <a:lin ang="54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200">
                <a:solidFill>
                  <a:schemeClr val="tx1">
                    <a:lumMod val="85000"/>
                    <a:lumOff val="15000"/>
                  </a:schemeClr>
                </a:solidFill>
                <a:latin typeface="思源黑体 CN Bold" panose="020B0800000000000000" pitchFamily="34" charset="-122"/>
                <a:ea typeface="思源黑体 CN Bold" panose="020B0800000000000000" pitchFamily="34" charset="-122"/>
                <a:cs typeface="+mn-ea"/>
              </a:endParaRPr>
            </a:p>
          </p:txBody>
        </p:sp>
        <p:sp>
          <p:nvSpPr>
            <p:cNvPr id="34" name="椭圆 33"/>
            <p:cNvSpPr/>
            <p:nvPr/>
          </p:nvSpPr>
          <p:spPr>
            <a:xfrm>
              <a:off x="874712" y="6040437"/>
              <a:ext cx="63500" cy="63500"/>
            </a:xfrm>
            <a:prstGeom prst="ellipse">
              <a:avLst/>
            </a:prstGeom>
            <a:gradFill flip="none" rotWithShape="1">
              <a:gsLst>
                <a:gs pos="0">
                  <a:srgbClr val="41EEFE"/>
                </a:gs>
                <a:gs pos="70000">
                  <a:srgbClr val="41EEFE">
                    <a:alpha val="0"/>
                  </a:srgbClr>
                </a:gs>
              </a:gsLst>
              <a:lin ang="54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200">
                <a:solidFill>
                  <a:schemeClr val="tx1">
                    <a:lumMod val="85000"/>
                    <a:lumOff val="15000"/>
                  </a:schemeClr>
                </a:solidFill>
                <a:latin typeface="思源黑体 CN Bold" panose="020B0800000000000000" pitchFamily="34" charset="-122"/>
                <a:ea typeface="思源黑体 CN Bold" panose="020B0800000000000000" pitchFamily="34" charset="-122"/>
                <a:cs typeface="+mn-ea"/>
              </a:endParaRPr>
            </a:p>
          </p:txBody>
        </p:sp>
        <p:sp>
          <p:nvSpPr>
            <p:cNvPr id="35" name="椭圆 34"/>
            <p:cNvSpPr/>
            <p:nvPr/>
          </p:nvSpPr>
          <p:spPr>
            <a:xfrm>
              <a:off x="967581" y="6040437"/>
              <a:ext cx="63500" cy="63500"/>
            </a:xfrm>
            <a:prstGeom prst="ellipse">
              <a:avLst/>
            </a:prstGeom>
            <a:gradFill flip="none" rotWithShape="1">
              <a:gsLst>
                <a:gs pos="0">
                  <a:srgbClr val="41EEFE"/>
                </a:gs>
                <a:gs pos="70000">
                  <a:srgbClr val="41EEFE">
                    <a:alpha val="0"/>
                  </a:srgbClr>
                </a:gs>
              </a:gsLst>
              <a:lin ang="54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200">
                <a:solidFill>
                  <a:schemeClr val="tx1">
                    <a:lumMod val="85000"/>
                    <a:lumOff val="15000"/>
                  </a:schemeClr>
                </a:solidFill>
                <a:latin typeface="思源黑体 CN Bold" panose="020B0800000000000000" pitchFamily="34" charset="-122"/>
                <a:ea typeface="思源黑体 CN Bold" panose="020B0800000000000000" pitchFamily="34" charset="-122"/>
                <a:cs typeface="+mn-ea"/>
              </a:endParaRPr>
            </a:p>
          </p:txBody>
        </p:sp>
        <p:sp>
          <p:nvSpPr>
            <p:cNvPr id="36" name="椭圆 35"/>
            <p:cNvSpPr/>
            <p:nvPr/>
          </p:nvSpPr>
          <p:spPr>
            <a:xfrm>
              <a:off x="1060450" y="6040437"/>
              <a:ext cx="63500" cy="63500"/>
            </a:xfrm>
            <a:prstGeom prst="ellipse">
              <a:avLst/>
            </a:prstGeom>
            <a:gradFill flip="none" rotWithShape="1">
              <a:gsLst>
                <a:gs pos="0">
                  <a:srgbClr val="41EEFE"/>
                </a:gs>
                <a:gs pos="70000">
                  <a:srgbClr val="41EEFE">
                    <a:alpha val="0"/>
                  </a:srgbClr>
                </a:gs>
              </a:gsLst>
              <a:lin ang="54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200">
                <a:solidFill>
                  <a:schemeClr val="tx1">
                    <a:lumMod val="85000"/>
                    <a:lumOff val="15000"/>
                  </a:schemeClr>
                </a:solidFill>
                <a:latin typeface="思源黑体 CN Bold" panose="020B0800000000000000" pitchFamily="34" charset="-122"/>
                <a:ea typeface="思源黑体 CN Bold" panose="020B0800000000000000" pitchFamily="34" charset="-122"/>
                <a:cs typeface="+mn-ea"/>
              </a:endParaRPr>
            </a:p>
          </p:txBody>
        </p:sp>
      </p:grpSp>
      <p:sp>
        <p:nvSpPr>
          <p:cNvPr id="32" name="文本框 31"/>
          <p:cNvSpPr txBox="1"/>
          <p:nvPr/>
        </p:nvSpPr>
        <p:spPr>
          <a:xfrm>
            <a:off x="1513000" y="2247227"/>
            <a:ext cx="3541600" cy="2215991"/>
          </a:xfrm>
          <a:prstGeom prst="rect">
            <a:avLst/>
          </a:prstGeom>
          <a:noFill/>
        </p:spPr>
        <p:txBody>
          <a:bodyPr wrap="square" rtlCol="0">
            <a:spAutoFit/>
          </a:bodyPr>
          <a:lstStyle/>
          <a:p>
            <a:pPr algn="ctr"/>
            <a:r>
              <a:rPr lang="en-US" altLang="zh-CN" sz="13800">
                <a:gradFill>
                  <a:gsLst>
                    <a:gs pos="38000">
                      <a:srgbClr val="62EFFE"/>
                    </a:gs>
                    <a:gs pos="90000">
                      <a:srgbClr val="02ECFE"/>
                    </a:gs>
                  </a:gsLst>
                  <a:lin ang="5400000" scaled="1"/>
                </a:gradFill>
                <a:latin typeface="思源黑体 CN Bold" panose="020B0800000000000000" pitchFamily="34" charset="-122"/>
                <a:ea typeface="思源黑体 CN Bold" panose="020B0800000000000000" pitchFamily="34" charset="-122"/>
                <a:cs typeface="+mn-ea"/>
                <a:sym typeface="+mn-lt"/>
              </a:rPr>
              <a:t>03.</a:t>
            </a:r>
            <a:endParaRPr lang="zh-CN" altLang="en-US" sz="13800" dirty="0">
              <a:gradFill>
                <a:gsLst>
                  <a:gs pos="38000">
                    <a:srgbClr val="62EFFE"/>
                  </a:gs>
                  <a:gs pos="90000">
                    <a:srgbClr val="02ECFE"/>
                  </a:gs>
                </a:gsLst>
                <a:lin ang="5400000" scaled="1"/>
              </a:gradFill>
              <a:latin typeface="思源黑体 CN Bold" panose="020B0800000000000000" pitchFamily="34" charset="-122"/>
              <a:ea typeface="思源黑体 CN Bold" panose="020B0800000000000000" pitchFamily="34" charset="-122"/>
              <a:cs typeface="+mn-ea"/>
              <a:sym typeface="+mn-lt"/>
            </a:endParaRPr>
          </a:p>
        </p:txBody>
      </p:sp>
      <p:sp>
        <p:nvSpPr>
          <p:cNvPr id="37" name="矩形: 圆角 36"/>
          <p:cNvSpPr/>
          <p:nvPr/>
        </p:nvSpPr>
        <p:spPr>
          <a:xfrm flipV="1">
            <a:off x="6063043" y="5162164"/>
            <a:ext cx="1048957" cy="45719"/>
          </a:xfrm>
          <a:prstGeom prst="roundRect">
            <a:avLst>
              <a:gd name="adj" fmla="val 50000"/>
            </a:avLst>
          </a:prstGeom>
          <a:gradFill flip="none" rotWithShape="1">
            <a:gsLst>
              <a:gs pos="0">
                <a:srgbClr val="41EEFE"/>
              </a:gs>
              <a:gs pos="70000">
                <a:srgbClr val="23EFFE"/>
              </a:gs>
            </a:gsLst>
            <a:lin ang="54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200" dirty="0">
              <a:solidFill>
                <a:schemeClr val="tx1">
                  <a:lumMod val="85000"/>
                  <a:lumOff val="15000"/>
                </a:schemeClr>
              </a:solidFill>
              <a:latin typeface="思源黑体 CN Bold" panose="020B0800000000000000" pitchFamily="34" charset="-122"/>
              <a:ea typeface="思源黑体 CN Bold" panose="020B0800000000000000" pitchFamily="34" charset="-122"/>
              <a:cs typeface="+mn-ea"/>
              <a:sym typeface="+mn-lt"/>
            </a:endParaRPr>
          </a:p>
        </p:txBody>
      </p:sp>
      <p:grpSp>
        <p:nvGrpSpPr>
          <p:cNvPr id="13" name="组合 12"/>
          <p:cNvGrpSpPr/>
          <p:nvPr/>
        </p:nvGrpSpPr>
        <p:grpSpPr>
          <a:xfrm>
            <a:off x="4058577" y="4375150"/>
            <a:ext cx="1384300" cy="1384300"/>
            <a:chOff x="4058577" y="4375150"/>
            <a:chExt cx="1384300" cy="1384300"/>
          </a:xfrm>
        </p:grpSpPr>
        <p:sp>
          <p:nvSpPr>
            <p:cNvPr id="9" name="椭圆 8"/>
            <p:cNvSpPr/>
            <p:nvPr/>
          </p:nvSpPr>
          <p:spPr>
            <a:xfrm>
              <a:off x="4058577" y="4375150"/>
              <a:ext cx="1384300" cy="1384300"/>
            </a:xfrm>
            <a:prstGeom prst="ellipse">
              <a:avLst/>
            </a:prstGeom>
            <a:solidFill>
              <a:schemeClr val="bg1">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200">
                <a:solidFill>
                  <a:schemeClr val="tx1">
                    <a:lumMod val="85000"/>
                    <a:lumOff val="15000"/>
                  </a:schemeClr>
                </a:solidFill>
                <a:latin typeface="思源黑体 CN Bold" panose="020B0800000000000000" pitchFamily="34" charset="-122"/>
                <a:ea typeface="思源黑体 CN Bold" panose="020B0800000000000000" pitchFamily="34" charset="-122"/>
                <a:cs typeface="+mn-ea"/>
              </a:endParaRPr>
            </a:p>
          </p:txBody>
        </p:sp>
        <p:pic>
          <p:nvPicPr>
            <p:cNvPr id="11" name="图片 10"/>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311650" y="4619625"/>
              <a:ext cx="889000" cy="889000"/>
            </a:xfrm>
            <a:prstGeom prst="rect">
              <a:avLst/>
            </a:prstGeom>
          </p:spPr>
        </p:pic>
      </p:grpSp>
      <p:sp>
        <p:nvSpPr>
          <p:cNvPr id="10" name="文本框 9"/>
          <p:cNvSpPr txBox="1"/>
          <p:nvPr/>
        </p:nvSpPr>
        <p:spPr>
          <a:xfrm>
            <a:off x="9031605" y="569557"/>
            <a:ext cx="2705562" cy="337185"/>
          </a:xfrm>
          <a:prstGeom prst="rect">
            <a:avLst/>
          </a:prstGeom>
          <a:noFill/>
        </p:spPr>
        <p:txBody>
          <a:bodyPr wrap="square" rtlCol="0">
            <a:spAutoFit/>
          </a:bodyPr>
          <a:lstStyle/>
          <a:p>
            <a:pPr algn="dist"/>
            <a:r>
              <a:rPr lang="en-US" altLang="zh-CN" sz="1600" b="1" dirty="0">
                <a:solidFill>
                  <a:schemeClr val="bg1"/>
                </a:solidFill>
                <a:latin typeface="思源黑体 CN Normal" panose="020B0400000000000000" pitchFamily="34" charset="-122"/>
                <a:ea typeface="思源黑体 CN Normal" panose="020B0400000000000000" pitchFamily="34" charset="-122"/>
                <a:cs typeface="+mn-ea"/>
                <a:sym typeface="+mn-lt"/>
              </a:rPr>
              <a:t>2023Google</a:t>
            </a:r>
            <a:r>
              <a:rPr lang="zh-CN" altLang="en-US" sz="1600" b="1" dirty="0">
                <a:solidFill>
                  <a:schemeClr val="bg1"/>
                </a:solidFill>
                <a:latin typeface="思源黑体 CN Normal" panose="020B0400000000000000" pitchFamily="34" charset="-122"/>
                <a:ea typeface="思源黑体 CN Normal" panose="020B0400000000000000" pitchFamily="34" charset="-122"/>
                <a:cs typeface="+mn-ea"/>
                <a:sym typeface="+mn-lt"/>
              </a:rPr>
              <a:t>开发者大会</a:t>
            </a:r>
            <a:endParaRPr lang="zh-CN" altLang="en-US" sz="1600" b="1" dirty="0">
              <a:solidFill>
                <a:schemeClr val="bg1"/>
              </a:solidFill>
              <a:latin typeface="思源黑体 CN Normal" panose="020B0400000000000000" pitchFamily="34" charset="-122"/>
              <a:ea typeface="思源黑体 CN Normal" panose="020B0400000000000000" pitchFamily="34" charset="-122"/>
              <a:cs typeface="+mn-ea"/>
              <a:sym typeface="+mn-lt"/>
            </a:endParaRPr>
          </a:p>
        </p:txBody>
      </p:sp>
    </p:spTree>
  </p:cSld>
  <p:clrMapOvr>
    <a:masterClrMapping/>
  </p:clrMapOvr>
  <mc:AlternateContent xmlns:mc="http://schemas.openxmlformats.org/markup-compatibility/2006">
    <mc:Choice xmlns:p14="http://schemas.microsoft.com/office/powerpoint/2010/main" Requires="p14">
      <p:transition spd="slow" p14:dur="1250" advTm="5000">
        <p14:switch dir="r"/>
      </p:transition>
    </mc:Choice>
    <mc:Fallback>
      <p:transition spd="slow" advTm="5000">
        <p:fade/>
      </p:transition>
    </mc:Fallback>
  </mc:AlternateContent>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8" name="组合 7"/>
          <p:cNvGrpSpPr/>
          <p:nvPr/>
        </p:nvGrpSpPr>
        <p:grpSpPr>
          <a:xfrm>
            <a:off x="-698500" y="-582990"/>
            <a:ext cx="13589000" cy="8023980"/>
            <a:chOff x="-863600" y="-584200"/>
            <a:chExt cx="13335000" cy="7874000"/>
          </a:xfrm>
          <a:solidFill>
            <a:srgbClr val="E6E6E6"/>
          </a:solidFill>
        </p:grpSpPr>
        <p:grpSp>
          <p:nvGrpSpPr>
            <p:cNvPr id="4" name="组合 3"/>
            <p:cNvGrpSpPr/>
            <p:nvPr/>
          </p:nvGrpSpPr>
          <p:grpSpPr>
            <a:xfrm>
              <a:off x="-863600" y="-584200"/>
              <a:ext cx="165100" cy="7874000"/>
              <a:chOff x="-863600" y="-584200"/>
              <a:chExt cx="165100" cy="7874000"/>
            </a:xfrm>
            <a:grpFill/>
          </p:grpSpPr>
          <p:sp>
            <p:nvSpPr>
              <p:cNvPr id="2" name="椭圆 1"/>
              <p:cNvSpPr/>
              <p:nvPr/>
            </p:nvSpPr>
            <p:spPr>
              <a:xfrm>
                <a:off x="-863600" y="-584200"/>
                <a:ext cx="165100" cy="165100"/>
              </a:xfrm>
              <a:prstGeom prst="ellipse">
                <a:avLst/>
              </a:prstGeom>
              <a:grp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椭圆 2"/>
              <p:cNvSpPr/>
              <p:nvPr/>
            </p:nvSpPr>
            <p:spPr>
              <a:xfrm>
                <a:off x="-863600" y="7124700"/>
                <a:ext cx="165100" cy="165100"/>
              </a:xfrm>
              <a:prstGeom prst="ellipse">
                <a:avLst/>
              </a:prstGeom>
              <a:grp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5" name="组合 4"/>
            <p:cNvGrpSpPr/>
            <p:nvPr/>
          </p:nvGrpSpPr>
          <p:grpSpPr>
            <a:xfrm>
              <a:off x="12306300" y="-584200"/>
              <a:ext cx="165100" cy="7874000"/>
              <a:chOff x="-863600" y="-584200"/>
              <a:chExt cx="165100" cy="7874000"/>
            </a:xfrm>
            <a:grpFill/>
          </p:grpSpPr>
          <p:sp>
            <p:nvSpPr>
              <p:cNvPr id="6" name="椭圆 5"/>
              <p:cNvSpPr/>
              <p:nvPr/>
            </p:nvSpPr>
            <p:spPr>
              <a:xfrm>
                <a:off x="-863600" y="-584200"/>
                <a:ext cx="165100" cy="165100"/>
              </a:xfrm>
              <a:prstGeom prst="ellipse">
                <a:avLst/>
              </a:prstGeom>
              <a:grp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椭圆 6"/>
              <p:cNvSpPr/>
              <p:nvPr/>
            </p:nvSpPr>
            <p:spPr>
              <a:xfrm>
                <a:off x="-863600" y="7124700"/>
                <a:ext cx="165100" cy="165100"/>
              </a:xfrm>
              <a:prstGeom prst="ellipse">
                <a:avLst/>
              </a:prstGeom>
              <a:grp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sp>
        <p:nvSpPr>
          <p:cNvPr id="25" name="任意多边形: 形状 24"/>
          <p:cNvSpPr/>
          <p:nvPr/>
        </p:nvSpPr>
        <p:spPr>
          <a:xfrm>
            <a:off x="11070591" y="4584700"/>
            <a:ext cx="396593" cy="816428"/>
          </a:xfrm>
          <a:custGeom>
            <a:avLst/>
            <a:gdLst>
              <a:gd name="connsiteX0" fmla="*/ 452944 w 477264"/>
              <a:gd name="connsiteY0" fmla="*/ 933858 h 982498"/>
              <a:gd name="connsiteX1" fmla="*/ 477264 w 477264"/>
              <a:gd name="connsiteY1" fmla="*/ 958178 h 982498"/>
              <a:gd name="connsiteX2" fmla="*/ 452944 w 477264"/>
              <a:gd name="connsiteY2" fmla="*/ 982498 h 982498"/>
              <a:gd name="connsiteX3" fmla="*/ 428624 w 477264"/>
              <a:gd name="connsiteY3" fmla="*/ 958178 h 982498"/>
              <a:gd name="connsiteX4" fmla="*/ 452944 w 477264"/>
              <a:gd name="connsiteY4" fmla="*/ 933858 h 982498"/>
              <a:gd name="connsiteX5" fmla="*/ 345788 w 477264"/>
              <a:gd name="connsiteY5" fmla="*/ 933858 h 982498"/>
              <a:gd name="connsiteX6" fmla="*/ 370108 w 477264"/>
              <a:gd name="connsiteY6" fmla="*/ 958178 h 982498"/>
              <a:gd name="connsiteX7" fmla="*/ 345788 w 477264"/>
              <a:gd name="connsiteY7" fmla="*/ 982498 h 982498"/>
              <a:gd name="connsiteX8" fmla="*/ 321468 w 477264"/>
              <a:gd name="connsiteY8" fmla="*/ 958178 h 982498"/>
              <a:gd name="connsiteX9" fmla="*/ 345788 w 477264"/>
              <a:gd name="connsiteY9" fmla="*/ 933858 h 982498"/>
              <a:gd name="connsiteX10" fmla="*/ 238632 w 477264"/>
              <a:gd name="connsiteY10" fmla="*/ 933858 h 982498"/>
              <a:gd name="connsiteX11" fmla="*/ 262952 w 477264"/>
              <a:gd name="connsiteY11" fmla="*/ 958178 h 982498"/>
              <a:gd name="connsiteX12" fmla="*/ 238632 w 477264"/>
              <a:gd name="connsiteY12" fmla="*/ 982498 h 982498"/>
              <a:gd name="connsiteX13" fmla="*/ 214312 w 477264"/>
              <a:gd name="connsiteY13" fmla="*/ 958178 h 982498"/>
              <a:gd name="connsiteX14" fmla="*/ 238632 w 477264"/>
              <a:gd name="connsiteY14" fmla="*/ 933858 h 982498"/>
              <a:gd name="connsiteX15" fmla="*/ 131476 w 477264"/>
              <a:gd name="connsiteY15" fmla="*/ 933858 h 982498"/>
              <a:gd name="connsiteX16" fmla="*/ 155796 w 477264"/>
              <a:gd name="connsiteY16" fmla="*/ 958178 h 982498"/>
              <a:gd name="connsiteX17" fmla="*/ 131476 w 477264"/>
              <a:gd name="connsiteY17" fmla="*/ 982498 h 982498"/>
              <a:gd name="connsiteX18" fmla="*/ 107156 w 477264"/>
              <a:gd name="connsiteY18" fmla="*/ 958178 h 982498"/>
              <a:gd name="connsiteX19" fmla="*/ 131476 w 477264"/>
              <a:gd name="connsiteY19" fmla="*/ 933858 h 982498"/>
              <a:gd name="connsiteX20" fmla="*/ 24320 w 477264"/>
              <a:gd name="connsiteY20" fmla="*/ 933858 h 982498"/>
              <a:gd name="connsiteX21" fmla="*/ 48640 w 477264"/>
              <a:gd name="connsiteY21" fmla="*/ 958178 h 982498"/>
              <a:gd name="connsiteX22" fmla="*/ 24320 w 477264"/>
              <a:gd name="connsiteY22" fmla="*/ 982498 h 982498"/>
              <a:gd name="connsiteX23" fmla="*/ 0 w 477264"/>
              <a:gd name="connsiteY23" fmla="*/ 958178 h 982498"/>
              <a:gd name="connsiteX24" fmla="*/ 24320 w 477264"/>
              <a:gd name="connsiteY24" fmla="*/ 933858 h 982498"/>
              <a:gd name="connsiteX25" fmla="*/ 452944 w 477264"/>
              <a:gd name="connsiteY25" fmla="*/ 778215 h 982498"/>
              <a:gd name="connsiteX26" fmla="*/ 477264 w 477264"/>
              <a:gd name="connsiteY26" fmla="*/ 802535 h 982498"/>
              <a:gd name="connsiteX27" fmla="*/ 452944 w 477264"/>
              <a:gd name="connsiteY27" fmla="*/ 826855 h 982498"/>
              <a:gd name="connsiteX28" fmla="*/ 428624 w 477264"/>
              <a:gd name="connsiteY28" fmla="*/ 802535 h 982498"/>
              <a:gd name="connsiteX29" fmla="*/ 452944 w 477264"/>
              <a:gd name="connsiteY29" fmla="*/ 778215 h 982498"/>
              <a:gd name="connsiteX30" fmla="*/ 345788 w 477264"/>
              <a:gd name="connsiteY30" fmla="*/ 778215 h 982498"/>
              <a:gd name="connsiteX31" fmla="*/ 370108 w 477264"/>
              <a:gd name="connsiteY31" fmla="*/ 802535 h 982498"/>
              <a:gd name="connsiteX32" fmla="*/ 345788 w 477264"/>
              <a:gd name="connsiteY32" fmla="*/ 826855 h 982498"/>
              <a:gd name="connsiteX33" fmla="*/ 321468 w 477264"/>
              <a:gd name="connsiteY33" fmla="*/ 802535 h 982498"/>
              <a:gd name="connsiteX34" fmla="*/ 345788 w 477264"/>
              <a:gd name="connsiteY34" fmla="*/ 778215 h 982498"/>
              <a:gd name="connsiteX35" fmla="*/ 238632 w 477264"/>
              <a:gd name="connsiteY35" fmla="*/ 778215 h 982498"/>
              <a:gd name="connsiteX36" fmla="*/ 262952 w 477264"/>
              <a:gd name="connsiteY36" fmla="*/ 802535 h 982498"/>
              <a:gd name="connsiteX37" fmla="*/ 238632 w 477264"/>
              <a:gd name="connsiteY37" fmla="*/ 826855 h 982498"/>
              <a:gd name="connsiteX38" fmla="*/ 214312 w 477264"/>
              <a:gd name="connsiteY38" fmla="*/ 802535 h 982498"/>
              <a:gd name="connsiteX39" fmla="*/ 238632 w 477264"/>
              <a:gd name="connsiteY39" fmla="*/ 778215 h 982498"/>
              <a:gd name="connsiteX40" fmla="*/ 131476 w 477264"/>
              <a:gd name="connsiteY40" fmla="*/ 778215 h 982498"/>
              <a:gd name="connsiteX41" fmla="*/ 155796 w 477264"/>
              <a:gd name="connsiteY41" fmla="*/ 802535 h 982498"/>
              <a:gd name="connsiteX42" fmla="*/ 131476 w 477264"/>
              <a:gd name="connsiteY42" fmla="*/ 826855 h 982498"/>
              <a:gd name="connsiteX43" fmla="*/ 107156 w 477264"/>
              <a:gd name="connsiteY43" fmla="*/ 802535 h 982498"/>
              <a:gd name="connsiteX44" fmla="*/ 131476 w 477264"/>
              <a:gd name="connsiteY44" fmla="*/ 778215 h 982498"/>
              <a:gd name="connsiteX45" fmla="*/ 24320 w 477264"/>
              <a:gd name="connsiteY45" fmla="*/ 778215 h 982498"/>
              <a:gd name="connsiteX46" fmla="*/ 48640 w 477264"/>
              <a:gd name="connsiteY46" fmla="*/ 802535 h 982498"/>
              <a:gd name="connsiteX47" fmla="*/ 24320 w 477264"/>
              <a:gd name="connsiteY47" fmla="*/ 826855 h 982498"/>
              <a:gd name="connsiteX48" fmla="*/ 0 w 477264"/>
              <a:gd name="connsiteY48" fmla="*/ 802535 h 982498"/>
              <a:gd name="connsiteX49" fmla="*/ 24320 w 477264"/>
              <a:gd name="connsiteY49" fmla="*/ 778215 h 982498"/>
              <a:gd name="connsiteX50" fmla="*/ 452944 w 477264"/>
              <a:gd name="connsiteY50" fmla="*/ 622572 h 982498"/>
              <a:gd name="connsiteX51" fmla="*/ 477264 w 477264"/>
              <a:gd name="connsiteY51" fmla="*/ 646892 h 982498"/>
              <a:gd name="connsiteX52" fmla="*/ 452944 w 477264"/>
              <a:gd name="connsiteY52" fmla="*/ 671212 h 982498"/>
              <a:gd name="connsiteX53" fmla="*/ 428624 w 477264"/>
              <a:gd name="connsiteY53" fmla="*/ 646892 h 982498"/>
              <a:gd name="connsiteX54" fmla="*/ 452944 w 477264"/>
              <a:gd name="connsiteY54" fmla="*/ 622572 h 982498"/>
              <a:gd name="connsiteX55" fmla="*/ 345788 w 477264"/>
              <a:gd name="connsiteY55" fmla="*/ 622572 h 982498"/>
              <a:gd name="connsiteX56" fmla="*/ 370108 w 477264"/>
              <a:gd name="connsiteY56" fmla="*/ 646892 h 982498"/>
              <a:gd name="connsiteX57" fmla="*/ 345788 w 477264"/>
              <a:gd name="connsiteY57" fmla="*/ 671212 h 982498"/>
              <a:gd name="connsiteX58" fmla="*/ 321468 w 477264"/>
              <a:gd name="connsiteY58" fmla="*/ 646892 h 982498"/>
              <a:gd name="connsiteX59" fmla="*/ 345788 w 477264"/>
              <a:gd name="connsiteY59" fmla="*/ 622572 h 982498"/>
              <a:gd name="connsiteX60" fmla="*/ 238632 w 477264"/>
              <a:gd name="connsiteY60" fmla="*/ 622572 h 982498"/>
              <a:gd name="connsiteX61" fmla="*/ 262952 w 477264"/>
              <a:gd name="connsiteY61" fmla="*/ 646892 h 982498"/>
              <a:gd name="connsiteX62" fmla="*/ 238632 w 477264"/>
              <a:gd name="connsiteY62" fmla="*/ 671212 h 982498"/>
              <a:gd name="connsiteX63" fmla="*/ 214312 w 477264"/>
              <a:gd name="connsiteY63" fmla="*/ 646892 h 982498"/>
              <a:gd name="connsiteX64" fmla="*/ 238632 w 477264"/>
              <a:gd name="connsiteY64" fmla="*/ 622572 h 982498"/>
              <a:gd name="connsiteX65" fmla="*/ 131476 w 477264"/>
              <a:gd name="connsiteY65" fmla="*/ 622572 h 982498"/>
              <a:gd name="connsiteX66" fmla="*/ 155796 w 477264"/>
              <a:gd name="connsiteY66" fmla="*/ 646892 h 982498"/>
              <a:gd name="connsiteX67" fmla="*/ 131476 w 477264"/>
              <a:gd name="connsiteY67" fmla="*/ 671212 h 982498"/>
              <a:gd name="connsiteX68" fmla="*/ 107156 w 477264"/>
              <a:gd name="connsiteY68" fmla="*/ 646892 h 982498"/>
              <a:gd name="connsiteX69" fmla="*/ 131476 w 477264"/>
              <a:gd name="connsiteY69" fmla="*/ 622572 h 982498"/>
              <a:gd name="connsiteX70" fmla="*/ 24320 w 477264"/>
              <a:gd name="connsiteY70" fmla="*/ 622572 h 982498"/>
              <a:gd name="connsiteX71" fmla="*/ 48640 w 477264"/>
              <a:gd name="connsiteY71" fmla="*/ 646892 h 982498"/>
              <a:gd name="connsiteX72" fmla="*/ 24320 w 477264"/>
              <a:gd name="connsiteY72" fmla="*/ 671212 h 982498"/>
              <a:gd name="connsiteX73" fmla="*/ 0 w 477264"/>
              <a:gd name="connsiteY73" fmla="*/ 646892 h 982498"/>
              <a:gd name="connsiteX74" fmla="*/ 24320 w 477264"/>
              <a:gd name="connsiteY74" fmla="*/ 622572 h 982498"/>
              <a:gd name="connsiteX75" fmla="*/ 24320 w 477264"/>
              <a:gd name="connsiteY75" fmla="*/ 466929 h 982498"/>
              <a:gd name="connsiteX76" fmla="*/ 48640 w 477264"/>
              <a:gd name="connsiteY76" fmla="*/ 491249 h 982498"/>
              <a:gd name="connsiteX77" fmla="*/ 24320 w 477264"/>
              <a:gd name="connsiteY77" fmla="*/ 515569 h 982498"/>
              <a:gd name="connsiteX78" fmla="*/ 0 w 477264"/>
              <a:gd name="connsiteY78" fmla="*/ 491249 h 982498"/>
              <a:gd name="connsiteX79" fmla="*/ 24320 w 477264"/>
              <a:gd name="connsiteY79" fmla="*/ 466929 h 982498"/>
              <a:gd name="connsiteX80" fmla="*/ 131476 w 477264"/>
              <a:gd name="connsiteY80" fmla="*/ 466929 h 982498"/>
              <a:gd name="connsiteX81" fmla="*/ 155796 w 477264"/>
              <a:gd name="connsiteY81" fmla="*/ 491249 h 982498"/>
              <a:gd name="connsiteX82" fmla="*/ 131476 w 477264"/>
              <a:gd name="connsiteY82" fmla="*/ 515569 h 982498"/>
              <a:gd name="connsiteX83" fmla="*/ 107156 w 477264"/>
              <a:gd name="connsiteY83" fmla="*/ 491249 h 982498"/>
              <a:gd name="connsiteX84" fmla="*/ 131476 w 477264"/>
              <a:gd name="connsiteY84" fmla="*/ 466929 h 982498"/>
              <a:gd name="connsiteX85" fmla="*/ 238632 w 477264"/>
              <a:gd name="connsiteY85" fmla="*/ 466929 h 982498"/>
              <a:gd name="connsiteX86" fmla="*/ 262952 w 477264"/>
              <a:gd name="connsiteY86" fmla="*/ 491249 h 982498"/>
              <a:gd name="connsiteX87" fmla="*/ 238632 w 477264"/>
              <a:gd name="connsiteY87" fmla="*/ 515569 h 982498"/>
              <a:gd name="connsiteX88" fmla="*/ 214312 w 477264"/>
              <a:gd name="connsiteY88" fmla="*/ 491249 h 982498"/>
              <a:gd name="connsiteX89" fmla="*/ 238632 w 477264"/>
              <a:gd name="connsiteY89" fmla="*/ 466929 h 982498"/>
              <a:gd name="connsiteX90" fmla="*/ 345788 w 477264"/>
              <a:gd name="connsiteY90" fmla="*/ 466929 h 982498"/>
              <a:gd name="connsiteX91" fmla="*/ 370108 w 477264"/>
              <a:gd name="connsiteY91" fmla="*/ 491249 h 982498"/>
              <a:gd name="connsiteX92" fmla="*/ 345788 w 477264"/>
              <a:gd name="connsiteY92" fmla="*/ 515569 h 982498"/>
              <a:gd name="connsiteX93" fmla="*/ 321468 w 477264"/>
              <a:gd name="connsiteY93" fmla="*/ 491249 h 982498"/>
              <a:gd name="connsiteX94" fmla="*/ 345788 w 477264"/>
              <a:gd name="connsiteY94" fmla="*/ 466929 h 982498"/>
              <a:gd name="connsiteX95" fmla="*/ 452944 w 477264"/>
              <a:gd name="connsiteY95" fmla="*/ 466929 h 982498"/>
              <a:gd name="connsiteX96" fmla="*/ 477264 w 477264"/>
              <a:gd name="connsiteY96" fmla="*/ 491249 h 982498"/>
              <a:gd name="connsiteX97" fmla="*/ 452944 w 477264"/>
              <a:gd name="connsiteY97" fmla="*/ 515569 h 982498"/>
              <a:gd name="connsiteX98" fmla="*/ 428624 w 477264"/>
              <a:gd name="connsiteY98" fmla="*/ 491249 h 982498"/>
              <a:gd name="connsiteX99" fmla="*/ 452944 w 477264"/>
              <a:gd name="connsiteY99" fmla="*/ 466929 h 982498"/>
              <a:gd name="connsiteX100" fmla="*/ 24320 w 477264"/>
              <a:gd name="connsiteY100" fmla="*/ 311287 h 982498"/>
              <a:gd name="connsiteX101" fmla="*/ 48640 w 477264"/>
              <a:gd name="connsiteY101" fmla="*/ 335607 h 982498"/>
              <a:gd name="connsiteX102" fmla="*/ 24320 w 477264"/>
              <a:gd name="connsiteY102" fmla="*/ 359926 h 982498"/>
              <a:gd name="connsiteX103" fmla="*/ 0 w 477264"/>
              <a:gd name="connsiteY103" fmla="*/ 335607 h 982498"/>
              <a:gd name="connsiteX104" fmla="*/ 24320 w 477264"/>
              <a:gd name="connsiteY104" fmla="*/ 311287 h 982498"/>
              <a:gd name="connsiteX105" fmla="*/ 131476 w 477264"/>
              <a:gd name="connsiteY105" fmla="*/ 311286 h 982498"/>
              <a:gd name="connsiteX106" fmla="*/ 155796 w 477264"/>
              <a:gd name="connsiteY106" fmla="*/ 335606 h 982498"/>
              <a:gd name="connsiteX107" fmla="*/ 131476 w 477264"/>
              <a:gd name="connsiteY107" fmla="*/ 359926 h 982498"/>
              <a:gd name="connsiteX108" fmla="*/ 107156 w 477264"/>
              <a:gd name="connsiteY108" fmla="*/ 335606 h 982498"/>
              <a:gd name="connsiteX109" fmla="*/ 131476 w 477264"/>
              <a:gd name="connsiteY109" fmla="*/ 311286 h 982498"/>
              <a:gd name="connsiteX110" fmla="*/ 238632 w 477264"/>
              <a:gd name="connsiteY110" fmla="*/ 311286 h 982498"/>
              <a:gd name="connsiteX111" fmla="*/ 262952 w 477264"/>
              <a:gd name="connsiteY111" fmla="*/ 335606 h 982498"/>
              <a:gd name="connsiteX112" fmla="*/ 238632 w 477264"/>
              <a:gd name="connsiteY112" fmla="*/ 359926 h 982498"/>
              <a:gd name="connsiteX113" fmla="*/ 214312 w 477264"/>
              <a:gd name="connsiteY113" fmla="*/ 335606 h 982498"/>
              <a:gd name="connsiteX114" fmla="*/ 238632 w 477264"/>
              <a:gd name="connsiteY114" fmla="*/ 311286 h 982498"/>
              <a:gd name="connsiteX115" fmla="*/ 345788 w 477264"/>
              <a:gd name="connsiteY115" fmla="*/ 311286 h 982498"/>
              <a:gd name="connsiteX116" fmla="*/ 370108 w 477264"/>
              <a:gd name="connsiteY116" fmla="*/ 335606 h 982498"/>
              <a:gd name="connsiteX117" fmla="*/ 345788 w 477264"/>
              <a:gd name="connsiteY117" fmla="*/ 359926 h 982498"/>
              <a:gd name="connsiteX118" fmla="*/ 321468 w 477264"/>
              <a:gd name="connsiteY118" fmla="*/ 335606 h 982498"/>
              <a:gd name="connsiteX119" fmla="*/ 345788 w 477264"/>
              <a:gd name="connsiteY119" fmla="*/ 311286 h 982498"/>
              <a:gd name="connsiteX120" fmla="*/ 452944 w 477264"/>
              <a:gd name="connsiteY120" fmla="*/ 311286 h 982498"/>
              <a:gd name="connsiteX121" fmla="*/ 477264 w 477264"/>
              <a:gd name="connsiteY121" fmla="*/ 335606 h 982498"/>
              <a:gd name="connsiteX122" fmla="*/ 452944 w 477264"/>
              <a:gd name="connsiteY122" fmla="*/ 359926 h 982498"/>
              <a:gd name="connsiteX123" fmla="*/ 428624 w 477264"/>
              <a:gd name="connsiteY123" fmla="*/ 335606 h 982498"/>
              <a:gd name="connsiteX124" fmla="*/ 452944 w 477264"/>
              <a:gd name="connsiteY124" fmla="*/ 311286 h 982498"/>
              <a:gd name="connsiteX125" fmla="*/ 24320 w 477264"/>
              <a:gd name="connsiteY125" fmla="*/ 155643 h 982498"/>
              <a:gd name="connsiteX126" fmla="*/ 48640 w 477264"/>
              <a:gd name="connsiteY126" fmla="*/ 179963 h 982498"/>
              <a:gd name="connsiteX127" fmla="*/ 24320 w 477264"/>
              <a:gd name="connsiteY127" fmla="*/ 204283 h 982498"/>
              <a:gd name="connsiteX128" fmla="*/ 0 w 477264"/>
              <a:gd name="connsiteY128" fmla="*/ 179963 h 982498"/>
              <a:gd name="connsiteX129" fmla="*/ 24320 w 477264"/>
              <a:gd name="connsiteY129" fmla="*/ 155643 h 982498"/>
              <a:gd name="connsiteX130" fmla="*/ 131476 w 477264"/>
              <a:gd name="connsiteY130" fmla="*/ 155643 h 982498"/>
              <a:gd name="connsiteX131" fmla="*/ 155796 w 477264"/>
              <a:gd name="connsiteY131" fmla="*/ 179963 h 982498"/>
              <a:gd name="connsiteX132" fmla="*/ 131476 w 477264"/>
              <a:gd name="connsiteY132" fmla="*/ 204283 h 982498"/>
              <a:gd name="connsiteX133" fmla="*/ 107156 w 477264"/>
              <a:gd name="connsiteY133" fmla="*/ 179963 h 982498"/>
              <a:gd name="connsiteX134" fmla="*/ 131476 w 477264"/>
              <a:gd name="connsiteY134" fmla="*/ 155643 h 982498"/>
              <a:gd name="connsiteX135" fmla="*/ 238632 w 477264"/>
              <a:gd name="connsiteY135" fmla="*/ 155643 h 982498"/>
              <a:gd name="connsiteX136" fmla="*/ 262952 w 477264"/>
              <a:gd name="connsiteY136" fmla="*/ 179963 h 982498"/>
              <a:gd name="connsiteX137" fmla="*/ 238632 w 477264"/>
              <a:gd name="connsiteY137" fmla="*/ 204283 h 982498"/>
              <a:gd name="connsiteX138" fmla="*/ 214312 w 477264"/>
              <a:gd name="connsiteY138" fmla="*/ 179963 h 982498"/>
              <a:gd name="connsiteX139" fmla="*/ 238632 w 477264"/>
              <a:gd name="connsiteY139" fmla="*/ 155643 h 982498"/>
              <a:gd name="connsiteX140" fmla="*/ 345788 w 477264"/>
              <a:gd name="connsiteY140" fmla="*/ 155643 h 982498"/>
              <a:gd name="connsiteX141" fmla="*/ 370108 w 477264"/>
              <a:gd name="connsiteY141" fmla="*/ 179963 h 982498"/>
              <a:gd name="connsiteX142" fmla="*/ 345788 w 477264"/>
              <a:gd name="connsiteY142" fmla="*/ 204283 h 982498"/>
              <a:gd name="connsiteX143" fmla="*/ 321468 w 477264"/>
              <a:gd name="connsiteY143" fmla="*/ 179963 h 982498"/>
              <a:gd name="connsiteX144" fmla="*/ 345788 w 477264"/>
              <a:gd name="connsiteY144" fmla="*/ 155643 h 982498"/>
              <a:gd name="connsiteX145" fmla="*/ 452944 w 477264"/>
              <a:gd name="connsiteY145" fmla="*/ 155643 h 982498"/>
              <a:gd name="connsiteX146" fmla="*/ 477264 w 477264"/>
              <a:gd name="connsiteY146" fmla="*/ 179963 h 982498"/>
              <a:gd name="connsiteX147" fmla="*/ 452944 w 477264"/>
              <a:gd name="connsiteY147" fmla="*/ 204283 h 982498"/>
              <a:gd name="connsiteX148" fmla="*/ 428624 w 477264"/>
              <a:gd name="connsiteY148" fmla="*/ 179963 h 982498"/>
              <a:gd name="connsiteX149" fmla="*/ 452944 w 477264"/>
              <a:gd name="connsiteY149" fmla="*/ 155643 h 982498"/>
              <a:gd name="connsiteX150" fmla="*/ 452944 w 477264"/>
              <a:gd name="connsiteY150" fmla="*/ 0 h 982498"/>
              <a:gd name="connsiteX151" fmla="*/ 477264 w 477264"/>
              <a:gd name="connsiteY151" fmla="*/ 24320 h 982498"/>
              <a:gd name="connsiteX152" fmla="*/ 452944 w 477264"/>
              <a:gd name="connsiteY152" fmla="*/ 48640 h 982498"/>
              <a:gd name="connsiteX153" fmla="*/ 428624 w 477264"/>
              <a:gd name="connsiteY153" fmla="*/ 24320 h 982498"/>
              <a:gd name="connsiteX154" fmla="*/ 452944 w 477264"/>
              <a:gd name="connsiteY154" fmla="*/ 0 h 982498"/>
              <a:gd name="connsiteX155" fmla="*/ 345788 w 477264"/>
              <a:gd name="connsiteY155" fmla="*/ 0 h 982498"/>
              <a:gd name="connsiteX156" fmla="*/ 370108 w 477264"/>
              <a:gd name="connsiteY156" fmla="*/ 24320 h 982498"/>
              <a:gd name="connsiteX157" fmla="*/ 345788 w 477264"/>
              <a:gd name="connsiteY157" fmla="*/ 48640 h 982498"/>
              <a:gd name="connsiteX158" fmla="*/ 321468 w 477264"/>
              <a:gd name="connsiteY158" fmla="*/ 24320 h 982498"/>
              <a:gd name="connsiteX159" fmla="*/ 345788 w 477264"/>
              <a:gd name="connsiteY159" fmla="*/ 0 h 982498"/>
              <a:gd name="connsiteX160" fmla="*/ 238632 w 477264"/>
              <a:gd name="connsiteY160" fmla="*/ 0 h 982498"/>
              <a:gd name="connsiteX161" fmla="*/ 262952 w 477264"/>
              <a:gd name="connsiteY161" fmla="*/ 24320 h 982498"/>
              <a:gd name="connsiteX162" fmla="*/ 238632 w 477264"/>
              <a:gd name="connsiteY162" fmla="*/ 48640 h 982498"/>
              <a:gd name="connsiteX163" fmla="*/ 214312 w 477264"/>
              <a:gd name="connsiteY163" fmla="*/ 24320 h 982498"/>
              <a:gd name="connsiteX164" fmla="*/ 238632 w 477264"/>
              <a:gd name="connsiteY164" fmla="*/ 0 h 982498"/>
              <a:gd name="connsiteX165" fmla="*/ 131476 w 477264"/>
              <a:gd name="connsiteY165" fmla="*/ 0 h 982498"/>
              <a:gd name="connsiteX166" fmla="*/ 155796 w 477264"/>
              <a:gd name="connsiteY166" fmla="*/ 24320 h 982498"/>
              <a:gd name="connsiteX167" fmla="*/ 131476 w 477264"/>
              <a:gd name="connsiteY167" fmla="*/ 48640 h 982498"/>
              <a:gd name="connsiteX168" fmla="*/ 107156 w 477264"/>
              <a:gd name="connsiteY168" fmla="*/ 24320 h 982498"/>
              <a:gd name="connsiteX169" fmla="*/ 131476 w 477264"/>
              <a:gd name="connsiteY169" fmla="*/ 0 h 982498"/>
              <a:gd name="connsiteX170" fmla="*/ 24320 w 477264"/>
              <a:gd name="connsiteY170" fmla="*/ 0 h 982498"/>
              <a:gd name="connsiteX171" fmla="*/ 48640 w 477264"/>
              <a:gd name="connsiteY171" fmla="*/ 24320 h 982498"/>
              <a:gd name="connsiteX172" fmla="*/ 24320 w 477264"/>
              <a:gd name="connsiteY172" fmla="*/ 48640 h 982498"/>
              <a:gd name="connsiteX173" fmla="*/ 0 w 477264"/>
              <a:gd name="connsiteY173" fmla="*/ 24320 h 982498"/>
              <a:gd name="connsiteX174" fmla="*/ 24320 w 477264"/>
              <a:gd name="connsiteY174" fmla="*/ 0 h 9824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Lst>
            <a:rect l="l" t="t" r="r" b="b"/>
            <a:pathLst>
              <a:path w="477264" h="982498">
                <a:moveTo>
                  <a:pt x="452944" y="933858"/>
                </a:moveTo>
                <a:cubicBezTo>
                  <a:pt x="466376" y="933858"/>
                  <a:pt x="477264" y="944746"/>
                  <a:pt x="477264" y="958178"/>
                </a:cubicBezTo>
                <a:cubicBezTo>
                  <a:pt x="477264" y="971610"/>
                  <a:pt x="466376" y="982498"/>
                  <a:pt x="452944" y="982498"/>
                </a:cubicBezTo>
                <a:cubicBezTo>
                  <a:pt x="439512" y="982498"/>
                  <a:pt x="428624" y="971610"/>
                  <a:pt x="428624" y="958178"/>
                </a:cubicBezTo>
                <a:cubicBezTo>
                  <a:pt x="428624" y="944746"/>
                  <a:pt x="439512" y="933858"/>
                  <a:pt x="452944" y="933858"/>
                </a:cubicBezTo>
                <a:close/>
                <a:moveTo>
                  <a:pt x="345788" y="933858"/>
                </a:moveTo>
                <a:cubicBezTo>
                  <a:pt x="359220" y="933858"/>
                  <a:pt x="370108" y="944746"/>
                  <a:pt x="370108" y="958178"/>
                </a:cubicBezTo>
                <a:cubicBezTo>
                  <a:pt x="370108" y="971610"/>
                  <a:pt x="359220" y="982498"/>
                  <a:pt x="345788" y="982498"/>
                </a:cubicBezTo>
                <a:cubicBezTo>
                  <a:pt x="332356" y="982498"/>
                  <a:pt x="321468" y="971610"/>
                  <a:pt x="321468" y="958178"/>
                </a:cubicBezTo>
                <a:cubicBezTo>
                  <a:pt x="321468" y="944746"/>
                  <a:pt x="332356" y="933858"/>
                  <a:pt x="345788" y="933858"/>
                </a:cubicBezTo>
                <a:close/>
                <a:moveTo>
                  <a:pt x="238632" y="933858"/>
                </a:moveTo>
                <a:cubicBezTo>
                  <a:pt x="252064" y="933858"/>
                  <a:pt x="262952" y="944746"/>
                  <a:pt x="262952" y="958178"/>
                </a:cubicBezTo>
                <a:cubicBezTo>
                  <a:pt x="262952" y="971610"/>
                  <a:pt x="252064" y="982498"/>
                  <a:pt x="238632" y="982498"/>
                </a:cubicBezTo>
                <a:cubicBezTo>
                  <a:pt x="225200" y="982498"/>
                  <a:pt x="214312" y="971610"/>
                  <a:pt x="214312" y="958178"/>
                </a:cubicBezTo>
                <a:cubicBezTo>
                  <a:pt x="214312" y="944746"/>
                  <a:pt x="225200" y="933858"/>
                  <a:pt x="238632" y="933858"/>
                </a:cubicBezTo>
                <a:close/>
                <a:moveTo>
                  <a:pt x="131476" y="933858"/>
                </a:moveTo>
                <a:cubicBezTo>
                  <a:pt x="144908" y="933858"/>
                  <a:pt x="155796" y="944746"/>
                  <a:pt x="155796" y="958178"/>
                </a:cubicBezTo>
                <a:cubicBezTo>
                  <a:pt x="155796" y="971610"/>
                  <a:pt x="144908" y="982498"/>
                  <a:pt x="131476" y="982498"/>
                </a:cubicBezTo>
                <a:cubicBezTo>
                  <a:pt x="118044" y="982498"/>
                  <a:pt x="107156" y="971610"/>
                  <a:pt x="107156" y="958178"/>
                </a:cubicBezTo>
                <a:cubicBezTo>
                  <a:pt x="107156" y="944746"/>
                  <a:pt x="118044" y="933858"/>
                  <a:pt x="131476" y="933858"/>
                </a:cubicBezTo>
                <a:close/>
                <a:moveTo>
                  <a:pt x="24320" y="933858"/>
                </a:moveTo>
                <a:cubicBezTo>
                  <a:pt x="37752" y="933858"/>
                  <a:pt x="48640" y="944746"/>
                  <a:pt x="48640" y="958178"/>
                </a:cubicBezTo>
                <a:cubicBezTo>
                  <a:pt x="48640" y="971610"/>
                  <a:pt x="37752" y="982498"/>
                  <a:pt x="24320" y="982498"/>
                </a:cubicBezTo>
                <a:cubicBezTo>
                  <a:pt x="10888" y="982498"/>
                  <a:pt x="0" y="971610"/>
                  <a:pt x="0" y="958178"/>
                </a:cubicBezTo>
                <a:cubicBezTo>
                  <a:pt x="0" y="944746"/>
                  <a:pt x="10888" y="933858"/>
                  <a:pt x="24320" y="933858"/>
                </a:cubicBezTo>
                <a:close/>
                <a:moveTo>
                  <a:pt x="452944" y="778215"/>
                </a:moveTo>
                <a:cubicBezTo>
                  <a:pt x="466376" y="778215"/>
                  <a:pt x="477264" y="789103"/>
                  <a:pt x="477264" y="802535"/>
                </a:cubicBezTo>
                <a:cubicBezTo>
                  <a:pt x="477264" y="815967"/>
                  <a:pt x="466376" y="826855"/>
                  <a:pt x="452944" y="826855"/>
                </a:cubicBezTo>
                <a:cubicBezTo>
                  <a:pt x="439512" y="826855"/>
                  <a:pt x="428624" y="815967"/>
                  <a:pt x="428624" y="802535"/>
                </a:cubicBezTo>
                <a:cubicBezTo>
                  <a:pt x="428624" y="789103"/>
                  <a:pt x="439512" y="778215"/>
                  <a:pt x="452944" y="778215"/>
                </a:cubicBezTo>
                <a:close/>
                <a:moveTo>
                  <a:pt x="345788" y="778215"/>
                </a:moveTo>
                <a:cubicBezTo>
                  <a:pt x="359220" y="778215"/>
                  <a:pt x="370108" y="789103"/>
                  <a:pt x="370108" y="802535"/>
                </a:cubicBezTo>
                <a:cubicBezTo>
                  <a:pt x="370108" y="815967"/>
                  <a:pt x="359220" y="826855"/>
                  <a:pt x="345788" y="826855"/>
                </a:cubicBezTo>
                <a:cubicBezTo>
                  <a:pt x="332356" y="826855"/>
                  <a:pt x="321468" y="815967"/>
                  <a:pt x="321468" y="802535"/>
                </a:cubicBezTo>
                <a:cubicBezTo>
                  <a:pt x="321468" y="789103"/>
                  <a:pt x="332356" y="778215"/>
                  <a:pt x="345788" y="778215"/>
                </a:cubicBezTo>
                <a:close/>
                <a:moveTo>
                  <a:pt x="238632" y="778215"/>
                </a:moveTo>
                <a:cubicBezTo>
                  <a:pt x="252064" y="778215"/>
                  <a:pt x="262952" y="789103"/>
                  <a:pt x="262952" y="802535"/>
                </a:cubicBezTo>
                <a:cubicBezTo>
                  <a:pt x="262952" y="815967"/>
                  <a:pt x="252064" y="826855"/>
                  <a:pt x="238632" y="826855"/>
                </a:cubicBezTo>
                <a:cubicBezTo>
                  <a:pt x="225200" y="826855"/>
                  <a:pt x="214312" y="815967"/>
                  <a:pt x="214312" y="802535"/>
                </a:cubicBezTo>
                <a:cubicBezTo>
                  <a:pt x="214312" y="789103"/>
                  <a:pt x="225200" y="778215"/>
                  <a:pt x="238632" y="778215"/>
                </a:cubicBezTo>
                <a:close/>
                <a:moveTo>
                  <a:pt x="131476" y="778215"/>
                </a:moveTo>
                <a:cubicBezTo>
                  <a:pt x="144908" y="778215"/>
                  <a:pt x="155796" y="789103"/>
                  <a:pt x="155796" y="802535"/>
                </a:cubicBezTo>
                <a:cubicBezTo>
                  <a:pt x="155796" y="815967"/>
                  <a:pt x="144908" y="826855"/>
                  <a:pt x="131476" y="826855"/>
                </a:cubicBezTo>
                <a:cubicBezTo>
                  <a:pt x="118044" y="826855"/>
                  <a:pt x="107156" y="815967"/>
                  <a:pt x="107156" y="802535"/>
                </a:cubicBezTo>
                <a:cubicBezTo>
                  <a:pt x="107156" y="789103"/>
                  <a:pt x="118044" y="778215"/>
                  <a:pt x="131476" y="778215"/>
                </a:cubicBezTo>
                <a:close/>
                <a:moveTo>
                  <a:pt x="24320" y="778215"/>
                </a:moveTo>
                <a:cubicBezTo>
                  <a:pt x="37752" y="778215"/>
                  <a:pt x="48640" y="789103"/>
                  <a:pt x="48640" y="802535"/>
                </a:cubicBezTo>
                <a:cubicBezTo>
                  <a:pt x="48640" y="815967"/>
                  <a:pt x="37752" y="826855"/>
                  <a:pt x="24320" y="826855"/>
                </a:cubicBezTo>
                <a:cubicBezTo>
                  <a:pt x="10888" y="826855"/>
                  <a:pt x="0" y="815967"/>
                  <a:pt x="0" y="802535"/>
                </a:cubicBezTo>
                <a:cubicBezTo>
                  <a:pt x="0" y="789103"/>
                  <a:pt x="10888" y="778215"/>
                  <a:pt x="24320" y="778215"/>
                </a:cubicBezTo>
                <a:close/>
                <a:moveTo>
                  <a:pt x="452944" y="622572"/>
                </a:moveTo>
                <a:cubicBezTo>
                  <a:pt x="466376" y="622572"/>
                  <a:pt x="477264" y="633460"/>
                  <a:pt x="477264" y="646892"/>
                </a:cubicBezTo>
                <a:cubicBezTo>
                  <a:pt x="477264" y="660324"/>
                  <a:pt x="466376" y="671212"/>
                  <a:pt x="452944" y="671212"/>
                </a:cubicBezTo>
                <a:cubicBezTo>
                  <a:pt x="439512" y="671212"/>
                  <a:pt x="428624" y="660324"/>
                  <a:pt x="428624" y="646892"/>
                </a:cubicBezTo>
                <a:cubicBezTo>
                  <a:pt x="428624" y="633460"/>
                  <a:pt x="439512" y="622572"/>
                  <a:pt x="452944" y="622572"/>
                </a:cubicBezTo>
                <a:close/>
                <a:moveTo>
                  <a:pt x="345788" y="622572"/>
                </a:moveTo>
                <a:cubicBezTo>
                  <a:pt x="359220" y="622572"/>
                  <a:pt x="370108" y="633460"/>
                  <a:pt x="370108" y="646892"/>
                </a:cubicBezTo>
                <a:cubicBezTo>
                  <a:pt x="370108" y="660324"/>
                  <a:pt x="359220" y="671212"/>
                  <a:pt x="345788" y="671212"/>
                </a:cubicBezTo>
                <a:cubicBezTo>
                  <a:pt x="332356" y="671212"/>
                  <a:pt x="321468" y="660324"/>
                  <a:pt x="321468" y="646892"/>
                </a:cubicBezTo>
                <a:cubicBezTo>
                  <a:pt x="321468" y="633460"/>
                  <a:pt x="332356" y="622572"/>
                  <a:pt x="345788" y="622572"/>
                </a:cubicBezTo>
                <a:close/>
                <a:moveTo>
                  <a:pt x="238632" y="622572"/>
                </a:moveTo>
                <a:cubicBezTo>
                  <a:pt x="252064" y="622572"/>
                  <a:pt x="262952" y="633460"/>
                  <a:pt x="262952" y="646892"/>
                </a:cubicBezTo>
                <a:cubicBezTo>
                  <a:pt x="262952" y="660324"/>
                  <a:pt x="252064" y="671212"/>
                  <a:pt x="238632" y="671212"/>
                </a:cubicBezTo>
                <a:cubicBezTo>
                  <a:pt x="225200" y="671212"/>
                  <a:pt x="214312" y="660324"/>
                  <a:pt x="214312" y="646892"/>
                </a:cubicBezTo>
                <a:cubicBezTo>
                  <a:pt x="214312" y="633460"/>
                  <a:pt x="225200" y="622572"/>
                  <a:pt x="238632" y="622572"/>
                </a:cubicBezTo>
                <a:close/>
                <a:moveTo>
                  <a:pt x="131476" y="622572"/>
                </a:moveTo>
                <a:cubicBezTo>
                  <a:pt x="144908" y="622572"/>
                  <a:pt x="155796" y="633460"/>
                  <a:pt x="155796" y="646892"/>
                </a:cubicBezTo>
                <a:cubicBezTo>
                  <a:pt x="155796" y="660324"/>
                  <a:pt x="144908" y="671212"/>
                  <a:pt x="131476" y="671212"/>
                </a:cubicBezTo>
                <a:cubicBezTo>
                  <a:pt x="118044" y="671212"/>
                  <a:pt x="107156" y="660324"/>
                  <a:pt x="107156" y="646892"/>
                </a:cubicBezTo>
                <a:cubicBezTo>
                  <a:pt x="107156" y="633460"/>
                  <a:pt x="118044" y="622572"/>
                  <a:pt x="131476" y="622572"/>
                </a:cubicBezTo>
                <a:close/>
                <a:moveTo>
                  <a:pt x="24320" y="622572"/>
                </a:moveTo>
                <a:cubicBezTo>
                  <a:pt x="37752" y="622572"/>
                  <a:pt x="48640" y="633460"/>
                  <a:pt x="48640" y="646892"/>
                </a:cubicBezTo>
                <a:cubicBezTo>
                  <a:pt x="48640" y="660324"/>
                  <a:pt x="37752" y="671212"/>
                  <a:pt x="24320" y="671212"/>
                </a:cubicBezTo>
                <a:cubicBezTo>
                  <a:pt x="10888" y="671212"/>
                  <a:pt x="0" y="660324"/>
                  <a:pt x="0" y="646892"/>
                </a:cubicBezTo>
                <a:cubicBezTo>
                  <a:pt x="0" y="633460"/>
                  <a:pt x="10888" y="622572"/>
                  <a:pt x="24320" y="622572"/>
                </a:cubicBezTo>
                <a:close/>
                <a:moveTo>
                  <a:pt x="24320" y="466929"/>
                </a:moveTo>
                <a:cubicBezTo>
                  <a:pt x="37752" y="466929"/>
                  <a:pt x="48640" y="477817"/>
                  <a:pt x="48640" y="491249"/>
                </a:cubicBezTo>
                <a:cubicBezTo>
                  <a:pt x="48640" y="504681"/>
                  <a:pt x="37752" y="515569"/>
                  <a:pt x="24320" y="515569"/>
                </a:cubicBezTo>
                <a:cubicBezTo>
                  <a:pt x="10888" y="515569"/>
                  <a:pt x="0" y="504681"/>
                  <a:pt x="0" y="491249"/>
                </a:cubicBezTo>
                <a:cubicBezTo>
                  <a:pt x="0" y="477817"/>
                  <a:pt x="10888" y="466929"/>
                  <a:pt x="24320" y="466929"/>
                </a:cubicBezTo>
                <a:close/>
                <a:moveTo>
                  <a:pt x="131476" y="466929"/>
                </a:moveTo>
                <a:cubicBezTo>
                  <a:pt x="144908" y="466929"/>
                  <a:pt x="155796" y="477817"/>
                  <a:pt x="155796" y="491249"/>
                </a:cubicBezTo>
                <a:cubicBezTo>
                  <a:pt x="155796" y="504681"/>
                  <a:pt x="144908" y="515569"/>
                  <a:pt x="131476" y="515569"/>
                </a:cubicBezTo>
                <a:cubicBezTo>
                  <a:pt x="118044" y="515569"/>
                  <a:pt x="107156" y="504681"/>
                  <a:pt x="107156" y="491249"/>
                </a:cubicBezTo>
                <a:cubicBezTo>
                  <a:pt x="107156" y="477817"/>
                  <a:pt x="118044" y="466929"/>
                  <a:pt x="131476" y="466929"/>
                </a:cubicBezTo>
                <a:close/>
                <a:moveTo>
                  <a:pt x="238632" y="466929"/>
                </a:moveTo>
                <a:cubicBezTo>
                  <a:pt x="252064" y="466929"/>
                  <a:pt x="262952" y="477817"/>
                  <a:pt x="262952" y="491249"/>
                </a:cubicBezTo>
                <a:cubicBezTo>
                  <a:pt x="262952" y="504681"/>
                  <a:pt x="252064" y="515569"/>
                  <a:pt x="238632" y="515569"/>
                </a:cubicBezTo>
                <a:cubicBezTo>
                  <a:pt x="225200" y="515569"/>
                  <a:pt x="214312" y="504681"/>
                  <a:pt x="214312" y="491249"/>
                </a:cubicBezTo>
                <a:cubicBezTo>
                  <a:pt x="214312" y="477817"/>
                  <a:pt x="225200" y="466929"/>
                  <a:pt x="238632" y="466929"/>
                </a:cubicBezTo>
                <a:close/>
                <a:moveTo>
                  <a:pt x="345788" y="466929"/>
                </a:moveTo>
                <a:cubicBezTo>
                  <a:pt x="359220" y="466929"/>
                  <a:pt x="370108" y="477817"/>
                  <a:pt x="370108" y="491249"/>
                </a:cubicBezTo>
                <a:cubicBezTo>
                  <a:pt x="370108" y="504681"/>
                  <a:pt x="359220" y="515569"/>
                  <a:pt x="345788" y="515569"/>
                </a:cubicBezTo>
                <a:cubicBezTo>
                  <a:pt x="332356" y="515569"/>
                  <a:pt x="321468" y="504681"/>
                  <a:pt x="321468" y="491249"/>
                </a:cubicBezTo>
                <a:cubicBezTo>
                  <a:pt x="321468" y="477817"/>
                  <a:pt x="332356" y="466929"/>
                  <a:pt x="345788" y="466929"/>
                </a:cubicBezTo>
                <a:close/>
                <a:moveTo>
                  <a:pt x="452944" y="466929"/>
                </a:moveTo>
                <a:cubicBezTo>
                  <a:pt x="466376" y="466929"/>
                  <a:pt x="477264" y="477817"/>
                  <a:pt x="477264" y="491249"/>
                </a:cubicBezTo>
                <a:cubicBezTo>
                  <a:pt x="477264" y="504681"/>
                  <a:pt x="466376" y="515569"/>
                  <a:pt x="452944" y="515569"/>
                </a:cubicBezTo>
                <a:cubicBezTo>
                  <a:pt x="439512" y="515569"/>
                  <a:pt x="428624" y="504681"/>
                  <a:pt x="428624" y="491249"/>
                </a:cubicBezTo>
                <a:cubicBezTo>
                  <a:pt x="428624" y="477817"/>
                  <a:pt x="439512" y="466929"/>
                  <a:pt x="452944" y="466929"/>
                </a:cubicBezTo>
                <a:close/>
                <a:moveTo>
                  <a:pt x="24320" y="311287"/>
                </a:moveTo>
                <a:cubicBezTo>
                  <a:pt x="37752" y="311287"/>
                  <a:pt x="48640" y="322175"/>
                  <a:pt x="48640" y="335607"/>
                </a:cubicBezTo>
                <a:cubicBezTo>
                  <a:pt x="48640" y="349038"/>
                  <a:pt x="37752" y="359926"/>
                  <a:pt x="24320" y="359926"/>
                </a:cubicBezTo>
                <a:cubicBezTo>
                  <a:pt x="10888" y="359926"/>
                  <a:pt x="0" y="349038"/>
                  <a:pt x="0" y="335607"/>
                </a:cubicBezTo>
                <a:cubicBezTo>
                  <a:pt x="0" y="322175"/>
                  <a:pt x="10888" y="311287"/>
                  <a:pt x="24320" y="311287"/>
                </a:cubicBezTo>
                <a:close/>
                <a:moveTo>
                  <a:pt x="131476" y="311286"/>
                </a:moveTo>
                <a:cubicBezTo>
                  <a:pt x="144908" y="311286"/>
                  <a:pt x="155796" y="322174"/>
                  <a:pt x="155796" y="335606"/>
                </a:cubicBezTo>
                <a:cubicBezTo>
                  <a:pt x="155796" y="349038"/>
                  <a:pt x="144908" y="359926"/>
                  <a:pt x="131476" y="359926"/>
                </a:cubicBezTo>
                <a:cubicBezTo>
                  <a:pt x="118044" y="359926"/>
                  <a:pt x="107156" y="349038"/>
                  <a:pt x="107156" y="335606"/>
                </a:cubicBezTo>
                <a:cubicBezTo>
                  <a:pt x="107156" y="322174"/>
                  <a:pt x="118044" y="311286"/>
                  <a:pt x="131476" y="311286"/>
                </a:cubicBezTo>
                <a:close/>
                <a:moveTo>
                  <a:pt x="238632" y="311286"/>
                </a:moveTo>
                <a:cubicBezTo>
                  <a:pt x="252064" y="311286"/>
                  <a:pt x="262952" y="322174"/>
                  <a:pt x="262952" y="335606"/>
                </a:cubicBezTo>
                <a:cubicBezTo>
                  <a:pt x="262952" y="349038"/>
                  <a:pt x="252064" y="359926"/>
                  <a:pt x="238632" y="359926"/>
                </a:cubicBezTo>
                <a:cubicBezTo>
                  <a:pt x="225200" y="359926"/>
                  <a:pt x="214312" y="349038"/>
                  <a:pt x="214312" y="335606"/>
                </a:cubicBezTo>
                <a:cubicBezTo>
                  <a:pt x="214312" y="322174"/>
                  <a:pt x="225200" y="311286"/>
                  <a:pt x="238632" y="311286"/>
                </a:cubicBezTo>
                <a:close/>
                <a:moveTo>
                  <a:pt x="345788" y="311286"/>
                </a:moveTo>
                <a:cubicBezTo>
                  <a:pt x="359220" y="311286"/>
                  <a:pt x="370108" y="322174"/>
                  <a:pt x="370108" y="335606"/>
                </a:cubicBezTo>
                <a:cubicBezTo>
                  <a:pt x="370108" y="349038"/>
                  <a:pt x="359220" y="359926"/>
                  <a:pt x="345788" y="359926"/>
                </a:cubicBezTo>
                <a:cubicBezTo>
                  <a:pt x="332356" y="359926"/>
                  <a:pt x="321468" y="349038"/>
                  <a:pt x="321468" y="335606"/>
                </a:cubicBezTo>
                <a:cubicBezTo>
                  <a:pt x="321468" y="322174"/>
                  <a:pt x="332356" y="311286"/>
                  <a:pt x="345788" y="311286"/>
                </a:cubicBezTo>
                <a:close/>
                <a:moveTo>
                  <a:pt x="452944" y="311286"/>
                </a:moveTo>
                <a:cubicBezTo>
                  <a:pt x="466376" y="311286"/>
                  <a:pt x="477264" y="322174"/>
                  <a:pt x="477264" y="335606"/>
                </a:cubicBezTo>
                <a:cubicBezTo>
                  <a:pt x="477264" y="349038"/>
                  <a:pt x="466376" y="359926"/>
                  <a:pt x="452944" y="359926"/>
                </a:cubicBezTo>
                <a:cubicBezTo>
                  <a:pt x="439512" y="359926"/>
                  <a:pt x="428624" y="349038"/>
                  <a:pt x="428624" y="335606"/>
                </a:cubicBezTo>
                <a:cubicBezTo>
                  <a:pt x="428624" y="322174"/>
                  <a:pt x="439512" y="311286"/>
                  <a:pt x="452944" y="311286"/>
                </a:cubicBezTo>
                <a:close/>
                <a:moveTo>
                  <a:pt x="24320" y="155643"/>
                </a:moveTo>
                <a:cubicBezTo>
                  <a:pt x="37752" y="155643"/>
                  <a:pt x="48640" y="166531"/>
                  <a:pt x="48640" y="179963"/>
                </a:cubicBezTo>
                <a:cubicBezTo>
                  <a:pt x="48640" y="193395"/>
                  <a:pt x="37752" y="204283"/>
                  <a:pt x="24320" y="204283"/>
                </a:cubicBezTo>
                <a:cubicBezTo>
                  <a:pt x="10888" y="204283"/>
                  <a:pt x="0" y="193395"/>
                  <a:pt x="0" y="179963"/>
                </a:cubicBezTo>
                <a:cubicBezTo>
                  <a:pt x="0" y="166531"/>
                  <a:pt x="10888" y="155643"/>
                  <a:pt x="24320" y="155643"/>
                </a:cubicBezTo>
                <a:close/>
                <a:moveTo>
                  <a:pt x="131476" y="155643"/>
                </a:moveTo>
                <a:cubicBezTo>
                  <a:pt x="144908" y="155643"/>
                  <a:pt x="155796" y="166531"/>
                  <a:pt x="155796" y="179963"/>
                </a:cubicBezTo>
                <a:cubicBezTo>
                  <a:pt x="155796" y="193395"/>
                  <a:pt x="144908" y="204283"/>
                  <a:pt x="131476" y="204283"/>
                </a:cubicBezTo>
                <a:cubicBezTo>
                  <a:pt x="118044" y="204283"/>
                  <a:pt x="107156" y="193395"/>
                  <a:pt x="107156" y="179963"/>
                </a:cubicBezTo>
                <a:cubicBezTo>
                  <a:pt x="107156" y="166531"/>
                  <a:pt x="118044" y="155643"/>
                  <a:pt x="131476" y="155643"/>
                </a:cubicBezTo>
                <a:close/>
                <a:moveTo>
                  <a:pt x="238632" y="155643"/>
                </a:moveTo>
                <a:cubicBezTo>
                  <a:pt x="252064" y="155643"/>
                  <a:pt x="262952" y="166531"/>
                  <a:pt x="262952" y="179963"/>
                </a:cubicBezTo>
                <a:cubicBezTo>
                  <a:pt x="262952" y="193395"/>
                  <a:pt x="252064" y="204283"/>
                  <a:pt x="238632" y="204283"/>
                </a:cubicBezTo>
                <a:cubicBezTo>
                  <a:pt x="225200" y="204283"/>
                  <a:pt x="214312" y="193395"/>
                  <a:pt x="214312" y="179963"/>
                </a:cubicBezTo>
                <a:cubicBezTo>
                  <a:pt x="214312" y="166531"/>
                  <a:pt x="225200" y="155643"/>
                  <a:pt x="238632" y="155643"/>
                </a:cubicBezTo>
                <a:close/>
                <a:moveTo>
                  <a:pt x="345788" y="155643"/>
                </a:moveTo>
                <a:cubicBezTo>
                  <a:pt x="359220" y="155643"/>
                  <a:pt x="370108" y="166531"/>
                  <a:pt x="370108" y="179963"/>
                </a:cubicBezTo>
                <a:cubicBezTo>
                  <a:pt x="370108" y="193395"/>
                  <a:pt x="359220" y="204283"/>
                  <a:pt x="345788" y="204283"/>
                </a:cubicBezTo>
                <a:cubicBezTo>
                  <a:pt x="332356" y="204283"/>
                  <a:pt x="321468" y="193395"/>
                  <a:pt x="321468" y="179963"/>
                </a:cubicBezTo>
                <a:cubicBezTo>
                  <a:pt x="321468" y="166531"/>
                  <a:pt x="332356" y="155643"/>
                  <a:pt x="345788" y="155643"/>
                </a:cubicBezTo>
                <a:close/>
                <a:moveTo>
                  <a:pt x="452944" y="155643"/>
                </a:moveTo>
                <a:cubicBezTo>
                  <a:pt x="466376" y="155643"/>
                  <a:pt x="477264" y="166531"/>
                  <a:pt x="477264" y="179963"/>
                </a:cubicBezTo>
                <a:cubicBezTo>
                  <a:pt x="477264" y="193395"/>
                  <a:pt x="466376" y="204283"/>
                  <a:pt x="452944" y="204283"/>
                </a:cubicBezTo>
                <a:cubicBezTo>
                  <a:pt x="439512" y="204283"/>
                  <a:pt x="428624" y="193395"/>
                  <a:pt x="428624" y="179963"/>
                </a:cubicBezTo>
                <a:cubicBezTo>
                  <a:pt x="428624" y="166531"/>
                  <a:pt x="439512" y="155643"/>
                  <a:pt x="452944" y="155643"/>
                </a:cubicBezTo>
                <a:close/>
                <a:moveTo>
                  <a:pt x="452944" y="0"/>
                </a:moveTo>
                <a:cubicBezTo>
                  <a:pt x="466376" y="0"/>
                  <a:pt x="477264" y="10888"/>
                  <a:pt x="477264" y="24320"/>
                </a:cubicBezTo>
                <a:cubicBezTo>
                  <a:pt x="477264" y="37752"/>
                  <a:pt x="466376" y="48640"/>
                  <a:pt x="452944" y="48640"/>
                </a:cubicBezTo>
                <a:cubicBezTo>
                  <a:pt x="439512" y="48640"/>
                  <a:pt x="428624" y="37752"/>
                  <a:pt x="428624" y="24320"/>
                </a:cubicBezTo>
                <a:cubicBezTo>
                  <a:pt x="428624" y="10888"/>
                  <a:pt x="439512" y="0"/>
                  <a:pt x="452944" y="0"/>
                </a:cubicBezTo>
                <a:close/>
                <a:moveTo>
                  <a:pt x="345788" y="0"/>
                </a:moveTo>
                <a:cubicBezTo>
                  <a:pt x="359220" y="0"/>
                  <a:pt x="370108" y="10888"/>
                  <a:pt x="370108" y="24320"/>
                </a:cubicBezTo>
                <a:cubicBezTo>
                  <a:pt x="370108" y="37752"/>
                  <a:pt x="359220" y="48640"/>
                  <a:pt x="345788" y="48640"/>
                </a:cubicBezTo>
                <a:cubicBezTo>
                  <a:pt x="332356" y="48640"/>
                  <a:pt x="321468" y="37752"/>
                  <a:pt x="321468" y="24320"/>
                </a:cubicBezTo>
                <a:cubicBezTo>
                  <a:pt x="321468" y="10888"/>
                  <a:pt x="332356" y="0"/>
                  <a:pt x="345788" y="0"/>
                </a:cubicBezTo>
                <a:close/>
                <a:moveTo>
                  <a:pt x="238632" y="0"/>
                </a:moveTo>
                <a:cubicBezTo>
                  <a:pt x="252064" y="0"/>
                  <a:pt x="262952" y="10888"/>
                  <a:pt x="262952" y="24320"/>
                </a:cubicBezTo>
                <a:cubicBezTo>
                  <a:pt x="262952" y="37752"/>
                  <a:pt x="252064" y="48640"/>
                  <a:pt x="238632" y="48640"/>
                </a:cubicBezTo>
                <a:cubicBezTo>
                  <a:pt x="225200" y="48640"/>
                  <a:pt x="214312" y="37752"/>
                  <a:pt x="214312" y="24320"/>
                </a:cubicBezTo>
                <a:cubicBezTo>
                  <a:pt x="214312" y="10888"/>
                  <a:pt x="225200" y="0"/>
                  <a:pt x="238632" y="0"/>
                </a:cubicBezTo>
                <a:close/>
                <a:moveTo>
                  <a:pt x="131476" y="0"/>
                </a:moveTo>
                <a:cubicBezTo>
                  <a:pt x="144908" y="0"/>
                  <a:pt x="155796" y="10888"/>
                  <a:pt x="155796" y="24320"/>
                </a:cubicBezTo>
                <a:cubicBezTo>
                  <a:pt x="155796" y="37752"/>
                  <a:pt x="144908" y="48640"/>
                  <a:pt x="131476" y="48640"/>
                </a:cubicBezTo>
                <a:cubicBezTo>
                  <a:pt x="118044" y="48640"/>
                  <a:pt x="107156" y="37752"/>
                  <a:pt x="107156" y="24320"/>
                </a:cubicBezTo>
                <a:cubicBezTo>
                  <a:pt x="107156" y="10888"/>
                  <a:pt x="118044" y="0"/>
                  <a:pt x="131476" y="0"/>
                </a:cubicBezTo>
                <a:close/>
                <a:moveTo>
                  <a:pt x="24320" y="0"/>
                </a:moveTo>
                <a:cubicBezTo>
                  <a:pt x="37752" y="0"/>
                  <a:pt x="48640" y="10888"/>
                  <a:pt x="48640" y="24320"/>
                </a:cubicBezTo>
                <a:cubicBezTo>
                  <a:pt x="48640" y="37752"/>
                  <a:pt x="37752" y="48640"/>
                  <a:pt x="24320" y="48640"/>
                </a:cubicBezTo>
                <a:cubicBezTo>
                  <a:pt x="10888" y="48640"/>
                  <a:pt x="0" y="37752"/>
                  <a:pt x="0" y="24320"/>
                </a:cubicBezTo>
                <a:cubicBezTo>
                  <a:pt x="0" y="10888"/>
                  <a:pt x="10888" y="0"/>
                  <a:pt x="24320" y="0"/>
                </a:cubicBezTo>
                <a:close/>
              </a:path>
            </a:pathLst>
          </a:cu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sp>
        <p:nvSpPr>
          <p:cNvPr id="27" name="矩形 26"/>
          <p:cNvSpPr/>
          <p:nvPr/>
        </p:nvSpPr>
        <p:spPr>
          <a:xfrm>
            <a:off x="11933555" y="543560"/>
            <a:ext cx="258445" cy="111760"/>
          </a:xfrm>
          <a:prstGeom prst="rect">
            <a:avLst/>
          </a:prstGeom>
          <a:solidFill>
            <a:srgbClr val="62EFF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lumMod val="85000"/>
                  <a:lumOff val="15000"/>
                </a:schemeClr>
              </a:solidFill>
            </a:endParaRPr>
          </a:p>
        </p:txBody>
      </p:sp>
      <p:grpSp>
        <p:nvGrpSpPr>
          <p:cNvPr id="10" name="组合 9"/>
          <p:cNvGrpSpPr/>
          <p:nvPr/>
        </p:nvGrpSpPr>
        <p:grpSpPr>
          <a:xfrm>
            <a:off x="280437" y="280308"/>
            <a:ext cx="6998335" cy="626543"/>
            <a:chOff x="284882" y="285115"/>
            <a:chExt cx="6998335" cy="626543"/>
          </a:xfrm>
        </p:grpSpPr>
        <p:sp>
          <p:nvSpPr>
            <p:cNvPr id="21" name="文本框 20"/>
            <p:cNvSpPr txBox="1"/>
            <p:nvPr/>
          </p:nvSpPr>
          <p:spPr>
            <a:xfrm>
              <a:off x="831617" y="285115"/>
              <a:ext cx="6451600" cy="583565"/>
            </a:xfrm>
            <a:prstGeom prst="rect">
              <a:avLst/>
            </a:prstGeom>
            <a:noFill/>
          </p:spPr>
          <p:txBody>
            <a:bodyPr wrap="square" rtlCol="0">
              <a:spAutoFit/>
            </a:bodyPr>
            <a:lstStyle/>
            <a:p>
              <a:r>
                <a:rPr lang="zh-CN" altLang="en-US" sz="3200" dirty="0">
                  <a:solidFill>
                    <a:schemeClr val="tx1">
                      <a:lumMod val="85000"/>
                      <a:lumOff val="15000"/>
                    </a:schemeClr>
                  </a:solidFill>
                  <a:latin typeface="报隶-简" panose="02010600040101010101" charset="-122"/>
                  <a:ea typeface="报隶-简" panose="02010600040101010101" charset="-122"/>
                  <a:cs typeface="+mn-ea"/>
                  <a:sym typeface="+mn-lt"/>
                </a:rPr>
                <a:t>阶段</a:t>
              </a:r>
              <a:r>
                <a:rPr lang="zh-CN" altLang="en-US" sz="3200" dirty="0">
                  <a:solidFill>
                    <a:schemeClr val="tx1">
                      <a:lumMod val="85000"/>
                      <a:lumOff val="15000"/>
                    </a:schemeClr>
                  </a:solidFill>
                  <a:latin typeface="报隶-简" panose="02010600040101010101" charset="-122"/>
                  <a:ea typeface="报隶-简" panose="02010600040101010101" charset="-122"/>
                  <a:cs typeface="+mn-ea"/>
                  <a:sym typeface="+mn-lt"/>
                </a:rPr>
                <a:t>成果</a:t>
              </a:r>
              <a:endParaRPr lang="zh-CN" altLang="en-US" sz="3200" dirty="0">
                <a:solidFill>
                  <a:schemeClr val="tx1">
                    <a:lumMod val="85000"/>
                    <a:lumOff val="15000"/>
                  </a:schemeClr>
                </a:solidFill>
                <a:latin typeface="报隶-简" panose="02010600040101010101" charset="-122"/>
                <a:ea typeface="报隶-简" panose="02010600040101010101" charset="-122"/>
                <a:cs typeface="+mn-ea"/>
                <a:sym typeface="+mn-lt"/>
              </a:endParaRPr>
            </a:p>
          </p:txBody>
        </p:sp>
        <p:grpSp>
          <p:nvGrpSpPr>
            <p:cNvPr id="13" name="组合 12"/>
            <p:cNvGrpSpPr/>
            <p:nvPr/>
          </p:nvGrpSpPr>
          <p:grpSpPr>
            <a:xfrm>
              <a:off x="284882" y="369226"/>
              <a:ext cx="542432" cy="542432"/>
              <a:chOff x="4058577" y="4375150"/>
              <a:chExt cx="1384300" cy="1384300"/>
            </a:xfrm>
          </p:grpSpPr>
          <p:sp>
            <p:nvSpPr>
              <p:cNvPr id="9" name="椭圆 8"/>
              <p:cNvSpPr/>
              <p:nvPr/>
            </p:nvSpPr>
            <p:spPr>
              <a:xfrm>
                <a:off x="4058577" y="4375150"/>
                <a:ext cx="1384300" cy="1384300"/>
              </a:xfrm>
              <a:prstGeom prst="ellipse">
                <a:avLst/>
              </a:prstGeom>
              <a:gradFill flip="none" rotWithShape="1">
                <a:gsLst>
                  <a:gs pos="38000">
                    <a:srgbClr val="62EFFE"/>
                  </a:gs>
                  <a:gs pos="90000">
                    <a:srgbClr val="02ECFE"/>
                  </a:gs>
                </a:gsLst>
                <a:lin ang="54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a:solidFill>
                    <a:schemeClr val="tx1">
                      <a:lumMod val="85000"/>
                      <a:lumOff val="15000"/>
                    </a:schemeClr>
                  </a:solidFill>
                  <a:latin typeface="思源黑体 CN Bold" panose="020B0800000000000000" pitchFamily="34" charset="-122"/>
                  <a:ea typeface="思源黑体 CN Bold" panose="020B0800000000000000" pitchFamily="34" charset="-122"/>
                  <a:cs typeface="+mn-ea"/>
                </a:endParaRPr>
              </a:p>
            </p:txBody>
          </p:sp>
          <p:pic>
            <p:nvPicPr>
              <p:cNvPr id="11" name="图片 10"/>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311650" y="4619625"/>
                <a:ext cx="889000" cy="889000"/>
              </a:xfrm>
              <a:prstGeom prst="rect">
                <a:avLst/>
              </a:prstGeom>
            </p:spPr>
          </p:pic>
        </p:grpSp>
      </p:grpSp>
      <p:sp>
        <p:nvSpPr>
          <p:cNvPr id="12" name="文本框 11"/>
          <p:cNvSpPr txBox="1"/>
          <p:nvPr/>
        </p:nvSpPr>
        <p:spPr>
          <a:xfrm>
            <a:off x="9031605" y="569557"/>
            <a:ext cx="2705562" cy="337185"/>
          </a:xfrm>
          <a:prstGeom prst="rect">
            <a:avLst/>
          </a:prstGeom>
          <a:noFill/>
        </p:spPr>
        <p:txBody>
          <a:bodyPr wrap="square" rtlCol="0">
            <a:spAutoFit/>
          </a:bodyPr>
          <a:p>
            <a:pPr algn="dist"/>
            <a:r>
              <a:rPr lang="zh-CN" altLang="en-US" sz="1600" b="1" dirty="0">
                <a:solidFill>
                  <a:schemeClr val="tx1"/>
                </a:solidFill>
                <a:latin typeface="思源黑体 CN Normal" panose="020B0400000000000000" pitchFamily="34" charset="-122"/>
                <a:ea typeface="思源黑体 CN Normal" panose="020B0400000000000000" pitchFamily="34" charset="-122"/>
                <a:cs typeface="+mn-ea"/>
                <a:sym typeface="+mn-lt"/>
              </a:rPr>
              <a:t>20</a:t>
            </a:r>
            <a:r>
              <a:rPr lang="en-US" altLang="zh-CN" sz="1600" b="1" dirty="0">
                <a:solidFill>
                  <a:schemeClr val="tx1"/>
                </a:solidFill>
                <a:latin typeface="思源黑体 CN Normal" panose="020B0400000000000000" pitchFamily="34" charset="-122"/>
                <a:ea typeface="思源黑体 CN Normal" panose="020B0400000000000000" pitchFamily="34" charset="-122"/>
                <a:cs typeface="+mn-ea"/>
                <a:sym typeface="+mn-lt"/>
              </a:rPr>
              <a:t>23Google</a:t>
            </a:r>
            <a:r>
              <a:rPr lang="zh-CN" altLang="en-US" sz="1600" b="1" dirty="0">
                <a:solidFill>
                  <a:schemeClr val="tx1"/>
                </a:solidFill>
                <a:latin typeface="思源黑体 CN Normal" panose="020B0400000000000000" pitchFamily="34" charset="-122"/>
                <a:ea typeface="思源黑体 CN Normal" panose="020B0400000000000000" pitchFamily="34" charset="-122"/>
                <a:cs typeface="+mn-ea"/>
                <a:sym typeface="+mn-lt"/>
              </a:rPr>
              <a:t>开发者大会</a:t>
            </a:r>
            <a:endParaRPr lang="zh-CN" altLang="en-US" sz="1600" b="1" dirty="0">
              <a:solidFill>
                <a:schemeClr val="tx1"/>
              </a:solidFill>
              <a:latin typeface="思源黑体 CN Normal" panose="020B0400000000000000" pitchFamily="34" charset="-122"/>
              <a:ea typeface="思源黑体 CN Normal" panose="020B0400000000000000" pitchFamily="34" charset="-122"/>
              <a:cs typeface="+mn-ea"/>
              <a:sym typeface="+mn-lt"/>
            </a:endParaRPr>
          </a:p>
        </p:txBody>
      </p:sp>
      <p:graphicFrame>
        <p:nvGraphicFramePr>
          <p:cNvPr id="15" name="图表 14"/>
          <p:cNvGraphicFramePr/>
          <p:nvPr/>
        </p:nvGraphicFramePr>
        <p:xfrm>
          <a:off x="5323840" y="2349500"/>
          <a:ext cx="6134735" cy="3964305"/>
        </p:xfrm>
        <a:graphic>
          <a:graphicData uri="http://schemas.openxmlformats.org/drawingml/2006/chart">
            <c:chart xmlns:c="http://schemas.openxmlformats.org/drawingml/2006/chart" xmlns:r="http://schemas.openxmlformats.org/officeDocument/2006/relationships" r:id="rId1"/>
          </a:graphicData>
        </a:graphic>
      </p:graphicFrame>
      <p:graphicFrame>
        <p:nvGraphicFramePr>
          <p:cNvPr id="16" name="表格 15"/>
          <p:cNvGraphicFramePr/>
          <p:nvPr>
            <p:custDataLst>
              <p:tags r:id="rId3"/>
            </p:custDataLst>
          </p:nvPr>
        </p:nvGraphicFramePr>
        <p:xfrm>
          <a:off x="827405" y="1289685"/>
          <a:ext cx="4035425" cy="5097780"/>
        </p:xfrm>
        <a:graphic>
          <a:graphicData uri="http://schemas.openxmlformats.org/drawingml/2006/table">
            <a:tbl>
              <a:tblPr firstRow="1" bandRow="1">
                <a:tableStyleId>{5C22544A-7EE6-4342-B048-85BDC9FD1C3A}</a:tableStyleId>
              </a:tblPr>
              <a:tblGrid>
                <a:gridCol w="4035425"/>
              </a:tblGrid>
              <a:tr h="180340">
                <a:tc>
                  <a:txBody>
                    <a:bodyPr/>
                    <a:p>
                      <a:pPr algn="ctr">
                        <a:buClrTx/>
                        <a:buSzTx/>
                        <a:buFontTx/>
                        <a:buNone/>
                      </a:pPr>
                      <a:r>
                        <a:rPr lang="en-US" sz="800" b="1">
                          <a:solidFill>
                            <a:srgbClr val="0070C0"/>
                          </a:solidFill>
                          <a:latin typeface="宋体" pitchFamily="2" charset="-122"/>
                        </a:rPr>
                        <a:t>诊断_mean_target</a:t>
                      </a:r>
                      <a:endParaRPr lang="en-US" sz="800" b="1">
                        <a:solidFill>
                          <a:srgbClr val="0070C0"/>
                        </a:solidFill>
                        <a:latin typeface="宋体" pitchFamily="2" charset="-122"/>
                      </a:endParaRPr>
                    </a:p>
                  </a:txBody>
                  <a:tcPr marL="12700" marR="12700" marT="12700" vert="horz" anchor="t" anchorCtr="0">
                    <a:lnL>
                      <a:noFill/>
                    </a:lnL>
                    <a:lnR>
                      <a:noFill/>
                    </a:lnR>
                    <a:lnT>
                      <a:noFill/>
                    </a:lnT>
                    <a:lnB>
                      <a:noFill/>
                    </a:lnB>
                    <a:lnTlToBr>
                      <a:noFill/>
                    </a:lnTlToBr>
                    <a:lnBlToTr>
                      <a:noFill/>
                    </a:lnBlToTr>
                    <a:noFill/>
                  </a:tcPr>
                </a:tc>
              </a:tr>
              <a:tr h="180340">
                <a:tc>
                  <a:txBody>
                    <a:bodyPr/>
                    <a:p>
                      <a:pPr algn="ctr">
                        <a:buClrTx/>
                        <a:buSzTx/>
                        <a:buFontTx/>
                        <a:buNone/>
                      </a:pPr>
                      <a:r>
                        <a:rPr lang="en-US" sz="800" b="1">
                          <a:solidFill>
                            <a:srgbClr val="0070C0"/>
                          </a:solidFill>
                          <a:latin typeface="宋体" pitchFamily="2" charset="-122"/>
                        </a:rPr>
                        <a:t>收缩压_舒张压_ratio</a:t>
                      </a:r>
                      <a:endParaRPr lang="en-US" sz="800" b="1">
                        <a:solidFill>
                          <a:srgbClr val="0070C0"/>
                        </a:solidFill>
                        <a:latin typeface="宋体" pitchFamily="2" charset="-122"/>
                      </a:endParaRPr>
                    </a:p>
                  </a:txBody>
                  <a:tcPr marL="12700" marR="12700" marT="12700" vert="horz" anchor="t" anchorCtr="0">
                    <a:lnL>
                      <a:noFill/>
                    </a:lnL>
                    <a:lnR>
                      <a:noFill/>
                    </a:lnR>
                    <a:lnT>
                      <a:noFill/>
                    </a:lnT>
                    <a:lnB>
                      <a:noFill/>
                    </a:lnB>
                    <a:lnTlToBr>
                      <a:noFill/>
                    </a:lnTlToBr>
                    <a:lnBlToTr>
                      <a:noFill/>
                    </a:lnBlToTr>
                    <a:noFill/>
                  </a:tcPr>
                </a:tc>
              </a:tr>
              <a:tr h="180340">
                <a:tc>
                  <a:txBody>
                    <a:bodyPr/>
                    <a:p>
                      <a:pPr algn="ctr">
                        <a:buClrTx/>
                        <a:buSzTx/>
                        <a:buFontTx/>
                        <a:buNone/>
                      </a:pPr>
                      <a:r>
                        <a:rPr lang="en-US" sz="800" b="1">
                          <a:solidFill>
                            <a:srgbClr val="0070C0"/>
                          </a:solidFill>
                          <a:latin typeface="宋体" pitchFamily="2" charset="-122"/>
                        </a:rPr>
                        <a:t>住院号_mean_target</a:t>
                      </a:r>
                      <a:endParaRPr lang="en-US" sz="800" b="1">
                        <a:solidFill>
                          <a:srgbClr val="0070C0"/>
                        </a:solidFill>
                        <a:latin typeface="宋体" pitchFamily="2" charset="-122"/>
                      </a:endParaRPr>
                    </a:p>
                  </a:txBody>
                  <a:tcPr marL="12700" marR="12700" marT="12700" vert="horz" anchor="t" anchorCtr="0">
                    <a:lnL>
                      <a:noFill/>
                    </a:lnL>
                    <a:lnR>
                      <a:noFill/>
                    </a:lnR>
                    <a:lnT>
                      <a:noFill/>
                    </a:lnT>
                    <a:lnB>
                      <a:noFill/>
                    </a:lnB>
                    <a:lnTlToBr>
                      <a:noFill/>
                    </a:lnTlToBr>
                    <a:lnBlToTr>
                      <a:noFill/>
                    </a:lnBlToTr>
                    <a:noFill/>
                  </a:tcPr>
                </a:tc>
              </a:tr>
              <a:tr h="180340">
                <a:tc>
                  <a:txBody>
                    <a:bodyPr/>
                    <a:p>
                      <a:pPr algn="ctr">
                        <a:buClrTx/>
                        <a:buSzTx/>
                        <a:buFontTx/>
                        <a:buNone/>
                      </a:pPr>
                      <a:r>
                        <a:rPr lang="en-US" sz="800" b="1">
                          <a:solidFill>
                            <a:srgbClr val="0070C0"/>
                          </a:solidFill>
                          <a:latin typeface="宋体" pitchFamily="2" charset="-122"/>
                        </a:rPr>
                        <a:t>null_count_mean_target</a:t>
                      </a:r>
                      <a:endParaRPr lang="en-US" sz="800" b="1">
                        <a:solidFill>
                          <a:srgbClr val="0070C0"/>
                        </a:solidFill>
                        <a:latin typeface="宋体" pitchFamily="2" charset="-122"/>
                      </a:endParaRPr>
                    </a:p>
                  </a:txBody>
                  <a:tcPr marL="12700" marR="12700" marT="12700" vert="horz" anchor="t" anchorCtr="0">
                    <a:lnL>
                      <a:noFill/>
                    </a:lnL>
                    <a:lnR>
                      <a:noFill/>
                    </a:lnR>
                    <a:lnT>
                      <a:noFill/>
                    </a:lnT>
                    <a:lnB>
                      <a:noFill/>
                    </a:lnB>
                    <a:lnTlToBr>
                      <a:noFill/>
                    </a:lnTlToBr>
                    <a:lnBlToTr>
                      <a:noFill/>
                    </a:lnBlToTr>
                    <a:noFill/>
                  </a:tcPr>
                </a:tc>
              </a:tr>
              <a:tr h="0">
                <a:tc>
                  <a:txBody>
                    <a:bodyPr/>
                    <a:p>
                      <a:pPr algn="ctr">
                        <a:buClrTx/>
                        <a:buSzTx/>
                        <a:buFontTx/>
                        <a:buNone/>
                      </a:pPr>
                      <a:r>
                        <a:rPr lang="en-US" sz="800" b="1">
                          <a:solidFill>
                            <a:srgbClr val="0070C0"/>
                          </a:solidFill>
                          <a:latin typeface="宋体" pitchFamily="2" charset="-122"/>
                        </a:rPr>
                        <a:t>null_count_住院次数_ratio</a:t>
                      </a:r>
                      <a:endParaRPr lang="en-US" sz="800" b="1">
                        <a:solidFill>
                          <a:srgbClr val="0070C0"/>
                        </a:solidFill>
                        <a:latin typeface="宋体" pitchFamily="2" charset="-122"/>
                      </a:endParaRPr>
                    </a:p>
                  </a:txBody>
                  <a:tcPr marL="12700" marR="12700" marT="12700" vert="horz" anchor="t" anchorCtr="0">
                    <a:lnL>
                      <a:noFill/>
                    </a:lnL>
                    <a:lnR>
                      <a:noFill/>
                    </a:lnR>
                    <a:lnT>
                      <a:noFill/>
                    </a:lnT>
                    <a:lnB>
                      <a:noFill/>
                    </a:lnB>
                    <a:lnTlToBr>
                      <a:noFill/>
                    </a:lnTlToBr>
                    <a:lnBlToTr>
                      <a:noFill/>
                    </a:lnBlToTr>
                    <a:noFill/>
                  </a:tcPr>
                </a:tc>
              </a:tr>
              <a:tr h="180340">
                <a:tc>
                  <a:txBody>
                    <a:bodyPr/>
                    <a:p>
                      <a:pPr algn="ctr">
                        <a:buClrTx/>
                        <a:buSzTx/>
                        <a:buFontTx/>
                        <a:buNone/>
                      </a:pPr>
                      <a:r>
                        <a:rPr lang="en-US" sz="800" b="1">
                          <a:solidFill>
                            <a:srgbClr val="0070C0"/>
                          </a:solidFill>
                          <a:latin typeface="宋体" pitchFamily="2" charset="-122"/>
                        </a:rPr>
                        <a:t>谷胱甘肽还原酶_D-二聚体_ratio</a:t>
                      </a:r>
                      <a:endParaRPr lang="en-US" sz="800" b="1">
                        <a:solidFill>
                          <a:srgbClr val="0070C0"/>
                        </a:solidFill>
                        <a:latin typeface="宋体" pitchFamily="2" charset="-122"/>
                      </a:endParaRPr>
                    </a:p>
                  </a:txBody>
                  <a:tcPr marL="12700" marR="12700" marT="12700" vert="horz" anchor="t" anchorCtr="0">
                    <a:lnL>
                      <a:noFill/>
                    </a:lnL>
                    <a:lnR>
                      <a:noFill/>
                    </a:lnR>
                    <a:lnT>
                      <a:noFill/>
                    </a:lnT>
                    <a:lnB>
                      <a:noFill/>
                    </a:lnB>
                    <a:lnTlToBr>
                      <a:noFill/>
                    </a:lnTlToBr>
                    <a:lnBlToTr>
                      <a:noFill/>
                    </a:lnBlToTr>
                    <a:noFill/>
                  </a:tcPr>
                </a:tc>
              </a:tr>
              <a:tr h="180340">
                <a:tc>
                  <a:txBody>
                    <a:bodyPr/>
                    <a:p>
                      <a:pPr algn="ctr">
                        <a:buClrTx/>
                        <a:buSzTx/>
                        <a:buFontTx/>
                        <a:buNone/>
                      </a:pPr>
                      <a:r>
                        <a:rPr lang="en-US" sz="800" b="1">
                          <a:solidFill>
                            <a:srgbClr val="0070C0"/>
                          </a:solidFill>
                          <a:latin typeface="宋体" pitchFamily="2" charset="-122"/>
                        </a:rPr>
                        <a:t>白球比_收缩压_ratio</a:t>
                      </a:r>
                      <a:endParaRPr lang="en-US" sz="800" b="1">
                        <a:solidFill>
                          <a:srgbClr val="0070C0"/>
                        </a:solidFill>
                        <a:latin typeface="宋体" pitchFamily="2" charset="-122"/>
                      </a:endParaRPr>
                    </a:p>
                  </a:txBody>
                  <a:tcPr marL="12700" marR="12700" marT="12700" vert="horz" anchor="t" anchorCtr="0">
                    <a:lnL>
                      <a:noFill/>
                    </a:lnL>
                    <a:lnR>
                      <a:noFill/>
                    </a:lnR>
                    <a:lnT>
                      <a:noFill/>
                    </a:lnT>
                    <a:lnB>
                      <a:noFill/>
                    </a:lnB>
                    <a:lnTlToBr>
                      <a:noFill/>
                    </a:lnTlToBr>
                    <a:lnBlToTr>
                      <a:noFill/>
                    </a:lnBlToTr>
                    <a:noFill/>
                  </a:tcPr>
                </a:tc>
              </a:tr>
              <a:tr h="180340">
                <a:tc>
                  <a:txBody>
                    <a:bodyPr/>
                    <a:p>
                      <a:pPr algn="ctr">
                        <a:buClrTx/>
                        <a:buSzTx/>
                        <a:buFontTx/>
                        <a:buNone/>
                      </a:pPr>
                      <a:r>
                        <a:rPr lang="en-US" sz="800" b="1">
                          <a:solidFill>
                            <a:srgbClr val="0070C0"/>
                          </a:solidFill>
                          <a:latin typeface="宋体" pitchFamily="2" charset="-122"/>
                        </a:rPr>
                        <a:t>白蛋白_住院次数_ratio</a:t>
                      </a:r>
                      <a:endParaRPr lang="en-US" sz="800" b="1">
                        <a:solidFill>
                          <a:srgbClr val="0070C0"/>
                        </a:solidFill>
                        <a:latin typeface="宋体" pitchFamily="2" charset="-122"/>
                      </a:endParaRPr>
                    </a:p>
                  </a:txBody>
                  <a:tcPr marL="12700" marR="12700" marT="12700" vert="horz" anchor="t" anchorCtr="0">
                    <a:lnL>
                      <a:noFill/>
                    </a:lnL>
                    <a:lnR>
                      <a:noFill/>
                    </a:lnR>
                    <a:lnT>
                      <a:noFill/>
                    </a:lnT>
                    <a:lnB>
                      <a:noFill/>
                    </a:lnB>
                    <a:lnTlToBr>
                      <a:noFill/>
                    </a:lnTlToBr>
                    <a:lnBlToTr>
                      <a:noFill/>
                    </a:lnBlToTr>
                    <a:noFill/>
                  </a:tcPr>
                </a:tc>
              </a:tr>
              <a:tr h="180340">
                <a:tc>
                  <a:txBody>
                    <a:bodyPr/>
                    <a:p>
                      <a:pPr algn="ctr">
                        <a:buClrTx/>
                        <a:buSzTx/>
                        <a:buFontTx/>
                        <a:buNone/>
                      </a:pPr>
                      <a:r>
                        <a:rPr lang="en-US" sz="800" b="1">
                          <a:solidFill>
                            <a:srgbClr val="0070C0"/>
                          </a:solidFill>
                          <a:latin typeface="宋体" pitchFamily="2" charset="-122"/>
                        </a:rPr>
                        <a:t>同型半胱氨酸_D-二聚体_ratio</a:t>
                      </a:r>
                      <a:endParaRPr lang="en-US" sz="800" b="1">
                        <a:solidFill>
                          <a:srgbClr val="0070C0"/>
                        </a:solidFill>
                        <a:latin typeface="宋体" pitchFamily="2" charset="-122"/>
                      </a:endParaRPr>
                    </a:p>
                  </a:txBody>
                  <a:tcPr marL="12700" marR="12700" marT="12700" vert="horz" anchor="t" anchorCtr="0">
                    <a:lnL>
                      <a:noFill/>
                    </a:lnL>
                    <a:lnR>
                      <a:noFill/>
                    </a:lnR>
                    <a:lnT>
                      <a:noFill/>
                    </a:lnT>
                    <a:lnB>
                      <a:noFill/>
                    </a:lnB>
                    <a:lnTlToBr>
                      <a:noFill/>
                    </a:lnTlToBr>
                    <a:lnBlToTr>
                      <a:noFill/>
                    </a:lnBlToTr>
                    <a:noFill/>
                  </a:tcPr>
                </a:tc>
              </a:tr>
              <a:tr h="180340">
                <a:tc>
                  <a:txBody>
                    <a:bodyPr/>
                    <a:p>
                      <a:pPr algn="ctr">
                        <a:buClrTx/>
                        <a:buSzTx/>
                        <a:buFontTx/>
                        <a:buNone/>
                      </a:pPr>
                      <a:r>
                        <a:rPr lang="en-US" sz="800" b="1">
                          <a:solidFill>
                            <a:srgbClr val="0070C0"/>
                          </a:solidFill>
                          <a:latin typeface="宋体" pitchFamily="2" charset="-122"/>
                        </a:rPr>
                        <a:t>体重_收缩压_ratio</a:t>
                      </a:r>
                      <a:endParaRPr lang="en-US" sz="800" b="1">
                        <a:solidFill>
                          <a:srgbClr val="0070C0"/>
                        </a:solidFill>
                        <a:latin typeface="宋体" pitchFamily="2" charset="-122"/>
                      </a:endParaRPr>
                    </a:p>
                  </a:txBody>
                  <a:tcPr marL="12700" marR="12700" marT="12700" vert="horz" anchor="t" anchorCtr="0">
                    <a:lnL>
                      <a:noFill/>
                    </a:lnL>
                    <a:lnR>
                      <a:noFill/>
                    </a:lnR>
                    <a:lnT>
                      <a:noFill/>
                    </a:lnT>
                    <a:lnB>
                      <a:noFill/>
                    </a:lnB>
                    <a:lnTlToBr>
                      <a:noFill/>
                    </a:lnTlToBr>
                    <a:lnBlToTr>
                      <a:noFill/>
                    </a:lnBlToTr>
                    <a:noFill/>
                  </a:tcPr>
                </a:tc>
              </a:tr>
              <a:tr h="180340">
                <a:tc>
                  <a:txBody>
                    <a:bodyPr/>
                    <a:p>
                      <a:pPr algn="ctr">
                        <a:buClrTx/>
                        <a:buSzTx/>
                        <a:buFontTx/>
                        <a:buNone/>
                      </a:pPr>
                      <a:r>
                        <a:rPr lang="en-US" sz="800" b="1">
                          <a:solidFill>
                            <a:srgbClr val="0070C0"/>
                          </a:solidFill>
                          <a:latin typeface="宋体" pitchFamily="2" charset="-122"/>
                        </a:rPr>
                        <a:t>白蛋白_收缩压_ratio</a:t>
                      </a:r>
                      <a:endParaRPr lang="en-US" sz="800" b="1">
                        <a:solidFill>
                          <a:srgbClr val="0070C0"/>
                        </a:solidFill>
                        <a:latin typeface="宋体" pitchFamily="2" charset="-122"/>
                      </a:endParaRPr>
                    </a:p>
                  </a:txBody>
                  <a:tcPr marL="12700" marR="12700" marT="12700" vert="horz" anchor="t" anchorCtr="0">
                    <a:lnL>
                      <a:noFill/>
                    </a:lnL>
                    <a:lnR>
                      <a:noFill/>
                    </a:lnR>
                    <a:lnT>
                      <a:noFill/>
                    </a:lnT>
                    <a:lnB>
                      <a:noFill/>
                    </a:lnB>
                    <a:lnTlToBr>
                      <a:noFill/>
                    </a:lnTlToBr>
                    <a:lnBlToTr>
                      <a:noFill/>
                    </a:lnBlToTr>
                    <a:noFill/>
                  </a:tcPr>
                </a:tc>
              </a:tr>
              <a:tr h="180340">
                <a:tc>
                  <a:txBody>
                    <a:bodyPr/>
                    <a:p>
                      <a:pPr algn="ctr">
                        <a:buClrTx/>
                        <a:buSzTx/>
                        <a:buFontTx/>
                        <a:buNone/>
                      </a:pPr>
                      <a:r>
                        <a:rPr lang="en-US" sz="800" b="1">
                          <a:solidFill>
                            <a:srgbClr val="0070C0"/>
                          </a:solidFill>
                          <a:latin typeface="宋体" pitchFamily="2" charset="-122"/>
                        </a:rPr>
                        <a:t>收缩压_mean_target</a:t>
                      </a:r>
                      <a:endParaRPr lang="en-US" sz="800" b="1">
                        <a:solidFill>
                          <a:srgbClr val="0070C0"/>
                        </a:solidFill>
                        <a:latin typeface="宋体" pitchFamily="2" charset="-122"/>
                      </a:endParaRPr>
                    </a:p>
                  </a:txBody>
                  <a:tcPr marL="12700" marR="12700" marT="12700" vert="horz" anchor="t" anchorCtr="0">
                    <a:lnL>
                      <a:noFill/>
                    </a:lnL>
                    <a:lnR>
                      <a:noFill/>
                    </a:lnR>
                    <a:lnT>
                      <a:noFill/>
                    </a:lnT>
                    <a:lnB>
                      <a:noFill/>
                    </a:lnB>
                    <a:lnTlToBr>
                      <a:noFill/>
                    </a:lnTlToBr>
                    <a:lnBlToTr>
                      <a:noFill/>
                    </a:lnBlToTr>
                    <a:noFill/>
                  </a:tcPr>
                </a:tc>
              </a:tr>
              <a:tr h="180340">
                <a:tc>
                  <a:txBody>
                    <a:bodyPr/>
                    <a:p>
                      <a:pPr algn="ctr">
                        <a:buClrTx/>
                        <a:buSzTx/>
                        <a:buFontTx/>
                        <a:buNone/>
                      </a:pPr>
                      <a:r>
                        <a:rPr lang="en-US" sz="800" b="1">
                          <a:solidFill>
                            <a:schemeClr val="accent2">
                              <a:lumMod val="75000"/>
                            </a:schemeClr>
                          </a:solidFill>
                          <a:latin typeface="宋体" pitchFamily="2" charset="-122"/>
                        </a:rPr>
                        <a:t>白蛋白_尿素_ratio</a:t>
                      </a:r>
                      <a:endParaRPr lang="en-US" sz="800" b="1">
                        <a:solidFill>
                          <a:schemeClr val="accent2">
                            <a:lumMod val="75000"/>
                          </a:schemeClr>
                        </a:solidFill>
                        <a:latin typeface="宋体" pitchFamily="2" charset="-122"/>
                      </a:endParaRPr>
                    </a:p>
                  </a:txBody>
                  <a:tcPr marL="12700" marR="12700" marT="12700" vert="horz" anchor="t" anchorCtr="0">
                    <a:lnL>
                      <a:noFill/>
                    </a:lnL>
                    <a:lnR>
                      <a:noFill/>
                    </a:lnR>
                    <a:lnT>
                      <a:noFill/>
                    </a:lnT>
                    <a:lnB>
                      <a:noFill/>
                    </a:lnB>
                    <a:lnTlToBr>
                      <a:noFill/>
                    </a:lnTlToBr>
                    <a:lnBlToTr>
                      <a:noFill/>
                    </a:lnBlToTr>
                    <a:noFill/>
                  </a:tcPr>
                </a:tc>
              </a:tr>
              <a:tr h="180340">
                <a:tc>
                  <a:txBody>
                    <a:bodyPr/>
                    <a:p>
                      <a:pPr algn="ctr">
                        <a:buClrTx/>
                        <a:buSzTx/>
                        <a:buFontTx/>
                        <a:buNone/>
                      </a:pPr>
                      <a:r>
                        <a:rPr lang="en-US" sz="800" b="1">
                          <a:solidFill>
                            <a:schemeClr val="accent2">
                              <a:lumMod val="75000"/>
                            </a:schemeClr>
                          </a:solidFill>
                          <a:latin typeface="宋体" pitchFamily="2" charset="-122"/>
                        </a:rPr>
                        <a:t>肌酐_project_max_diff_住院次数_ratio</a:t>
                      </a:r>
                      <a:endParaRPr lang="en-US" sz="800" b="1">
                        <a:solidFill>
                          <a:schemeClr val="accent2">
                            <a:lumMod val="75000"/>
                          </a:schemeClr>
                        </a:solidFill>
                        <a:latin typeface="宋体" pitchFamily="2" charset="-122"/>
                      </a:endParaRPr>
                    </a:p>
                  </a:txBody>
                  <a:tcPr marL="12700" marR="12700" marT="12700" vert="horz" anchor="t" anchorCtr="0">
                    <a:lnL>
                      <a:noFill/>
                    </a:lnL>
                    <a:lnR>
                      <a:noFill/>
                    </a:lnR>
                    <a:lnT>
                      <a:noFill/>
                    </a:lnT>
                    <a:lnB>
                      <a:noFill/>
                    </a:lnB>
                    <a:lnTlToBr>
                      <a:noFill/>
                    </a:lnTlToBr>
                    <a:lnBlToTr>
                      <a:noFill/>
                    </a:lnBlToTr>
                    <a:noFill/>
                  </a:tcPr>
                </a:tc>
              </a:tr>
              <a:tr h="226060">
                <a:tc>
                  <a:txBody>
                    <a:bodyPr/>
                    <a:p>
                      <a:pPr algn="ctr">
                        <a:buClrTx/>
                        <a:buSzTx/>
                        <a:buFontTx/>
                        <a:buNone/>
                      </a:pPr>
                      <a:r>
                        <a:rPr lang="en-US" sz="800" b="1">
                          <a:solidFill>
                            <a:schemeClr val="accent2">
                              <a:lumMod val="75000"/>
                            </a:schemeClr>
                          </a:solidFill>
                          <a:latin typeface="宋体" pitchFamily="2" charset="-122"/>
                        </a:rPr>
                        <a:t>同型半胱氨酸_project_max_diff_D-二聚体_ratio</a:t>
                      </a:r>
                      <a:endParaRPr lang="en-US" sz="800" b="1">
                        <a:solidFill>
                          <a:schemeClr val="accent2">
                            <a:lumMod val="75000"/>
                          </a:schemeClr>
                        </a:solidFill>
                        <a:latin typeface="宋体" pitchFamily="2" charset="-122"/>
                      </a:endParaRPr>
                    </a:p>
                  </a:txBody>
                  <a:tcPr marL="12700" marR="12700" marT="12700" vert="horz" anchor="t" anchorCtr="0">
                    <a:lnL>
                      <a:noFill/>
                    </a:lnL>
                    <a:lnR>
                      <a:noFill/>
                    </a:lnR>
                    <a:lnT>
                      <a:noFill/>
                    </a:lnT>
                    <a:lnB>
                      <a:noFill/>
                    </a:lnB>
                    <a:lnTlToBr>
                      <a:noFill/>
                    </a:lnTlToBr>
                    <a:lnBlToTr>
                      <a:noFill/>
                    </a:lnBlToTr>
                    <a:noFill/>
                  </a:tcPr>
                </a:tc>
              </a:tr>
              <a:tr h="180340">
                <a:tc>
                  <a:txBody>
                    <a:bodyPr/>
                    <a:p>
                      <a:pPr algn="ctr">
                        <a:buClrTx/>
                        <a:buSzTx/>
                        <a:buFontTx/>
                        <a:buNone/>
                      </a:pPr>
                      <a:r>
                        <a:rPr lang="en-US" sz="800" b="1">
                          <a:solidFill>
                            <a:schemeClr val="accent2">
                              <a:lumMod val="75000"/>
                            </a:schemeClr>
                          </a:solidFill>
                          <a:latin typeface="宋体" pitchFamily="2" charset="-122"/>
                        </a:rPr>
                        <a:t>诊断</a:t>
                      </a:r>
                      <a:endParaRPr lang="en-US" sz="800" b="1">
                        <a:solidFill>
                          <a:schemeClr val="accent2">
                            <a:lumMod val="75000"/>
                          </a:schemeClr>
                        </a:solidFill>
                        <a:latin typeface="宋体" pitchFamily="2" charset="-122"/>
                      </a:endParaRPr>
                    </a:p>
                  </a:txBody>
                  <a:tcPr marL="12700" marR="12700" marT="12700" vert="horz" anchor="t" anchorCtr="0">
                    <a:lnL>
                      <a:noFill/>
                    </a:lnL>
                    <a:lnR>
                      <a:noFill/>
                    </a:lnR>
                    <a:lnT>
                      <a:noFill/>
                    </a:lnT>
                    <a:lnB>
                      <a:noFill/>
                    </a:lnB>
                    <a:lnTlToBr>
                      <a:noFill/>
                    </a:lnTlToBr>
                    <a:lnBlToTr>
                      <a:noFill/>
                    </a:lnBlToTr>
                    <a:noFill/>
                  </a:tcPr>
                </a:tc>
              </a:tr>
              <a:tr h="226060">
                <a:tc>
                  <a:txBody>
                    <a:bodyPr/>
                    <a:p>
                      <a:pPr algn="ctr">
                        <a:buClrTx/>
                        <a:buSzTx/>
                        <a:buFontTx/>
                        <a:buNone/>
                      </a:pPr>
                      <a:r>
                        <a:rPr lang="en-US" sz="800" b="1">
                          <a:solidFill>
                            <a:schemeClr val="accent2">
                              <a:lumMod val="75000"/>
                            </a:schemeClr>
                          </a:solidFill>
                          <a:latin typeface="宋体" pitchFamily="2" charset="-122"/>
                        </a:rPr>
                        <a:t>白蛋白_project_max_ratio_住院次数_ratio</a:t>
                      </a:r>
                      <a:endParaRPr lang="en-US" sz="800" b="1">
                        <a:solidFill>
                          <a:schemeClr val="accent2">
                            <a:lumMod val="75000"/>
                          </a:schemeClr>
                        </a:solidFill>
                        <a:latin typeface="宋体" pitchFamily="2" charset="-122"/>
                      </a:endParaRPr>
                    </a:p>
                  </a:txBody>
                  <a:tcPr marL="12700" marR="12700" marT="12700" vert="horz" anchor="t" anchorCtr="0">
                    <a:lnL>
                      <a:noFill/>
                    </a:lnL>
                    <a:lnR>
                      <a:noFill/>
                    </a:lnR>
                    <a:lnT>
                      <a:noFill/>
                    </a:lnT>
                    <a:lnB>
                      <a:noFill/>
                    </a:lnB>
                    <a:lnTlToBr>
                      <a:noFill/>
                    </a:lnTlToBr>
                    <a:lnBlToTr>
                      <a:noFill/>
                    </a:lnBlToTr>
                    <a:noFill/>
                  </a:tcPr>
                </a:tc>
              </a:tr>
              <a:tr h="180340">
                <a:tc>
                  <a:txBody>
                    <a:bodyPr/>
                    <a:p>
                      <a:pPr algn="ctr">
                        <a:buClrTx/>
                        <a:buSzTx/>
                        <a:buFontTx/>
                        <a:buNone/>
                      </a:pPr>
                      <a:r>
                        <a:rPr lang="en-US" sz="800" b="1">
                          <a:solidFill>
                            <a:schemeClr val="accent2">
                              <a:lumMod val="75000"/>
                            </a:schemeClr>
                          </a:solidFill>
                          <a:latin typeface="宋体" pitchFamily="2" charset="-122"/>
                        </a:rPr>
                        <a:t>null_count_收缩压_ratio</a:t>
                      </a:r>
                      <a:endParaRPr lang="en-US" sz="800" b="1">
                        <a:solidFill>
                          <a:schemeClr val="accent2">
                            <a:lumMod val="75000"/>
                          </a:schemeClr>
                        </a:solidFill>
                        <a:latin typeface="宋体" pitchFamily="2" charset="-122"/>
                      </a:endParaRPr>
                    </a:p>
                  </a:txBody>
                  <a:tcPr marL="12700" marR="12700" marT="12700" vert="horz" anchor="t" anchorCtr="0">
                    <a:lnL>
                      <a:noFill/>
                    </a:lnL>
                    <a:lnR>
                      <a:noFill/>
                    </a:lnR>
                    <a:lnT>
                      <a:noFill/>
                    </a:lnT>
                    <a:lnB>
                      <a:noFill/>
                    </a:lnB>
                    <a:lnTlToBr>
                      <a:noFill/>
                    </a:lnTlToBr>
                    <a:lnBlToTr>
                      <a:noFill/>
                    </a:lnBlToTr>
                    <a:noFill/>
                  </a:tcPr>
                </a:tc>
              </a:tr>
              <a:tr h="226060">
                <a:tc>
                  <a:txBody>
                    <a:bodyPr/>
                    <a:p>
                      <a:pPr algn="ctr">
                        <a:buClrTx/>
                        <a:buSzTx/>
                        <a:buFontTx/>
                        <a:buNone/>
                      </a:pPr>
                      <a:r>
                        <a:rPr lang="en-US" sz="800" b="1">
                          <a:solidFill>
                            <a:schemeClr val="accent2">
                              <a:lumMod val="75000"/>
                            </a:schemeClr>
                          </a:solidFill>
                          <a:latin typeface="宋体" pitchFamily="2" charset="-122"/>
                        </a:rPr>
                        <a:t>谷胱甘肽还原酶_project_max_ratio_D-二聚体_ratio</a:t>
                      </a:r>
                      <a:endParaRPr lang="en-US" sz="800" b="1">
                        <a:solidFill>
                          <a:schemeClr val="accent2">
                            <a:lumMod val="75000"/>
                          </a:schemeClr>
                        </a:solidFill>
                        <a:latin typeface="宋体" pitchFamily="2" charset="-122"/>
                      </a:endParaRPr>
                    </a:p>
                  </a:txBody>
                  <a:tcPr marL="12700" marR="12700" marT="12700" vert="horz" anchor="t" anchorCtr="0">
                    <a:lnL>
                      <a:noFill/>
                    </a:lnL>
                    <a:lnR>
                      <a:noFill/>
                    </a:lnR>
                    <a:lnT>
                      <a:noFill/>
                    </a:lnT>
                    <a:lnB>
                      <a:noFill/>
                    </a:lnB>
                    <a:lnTlToBr>
                      <a:noFill/>
                    </a:lnTlToBr>
                    <a:lnBlToTr>
                      <a:noFill/>
                    </a:lnBlToTr>
                    <a:noFill/>
                  </a:tcPr>
                </a:tc>
              </a:tr>
              <a:tr h="180340">
                <a:tc>
                  <a:txBody>
                    <a:bodyPr/>
                    <a:p>
                      <a:pPr algn="ctr">
                        <a:buClrTx/>
                        <a:buSzTx/>
                        <a:buFontTx/>
                        <a:buNone/>
                      </a:pPr>
                      <a:r>
                        <a:rPr lang="en-US" sz="800" b="1">
                          <a:solidFill>
                            <a:schemeClr val="accent2">
                              <a:lumMod val="75000"/>
                            </a:schemeClr>
                          </a:solidFill>
                          <a:latin typeface="宋体" pitchFamily="2" charset="-122"/>
                        </a:rPr>
                        <a:t>钙_收缩压_ratio</a:t>
                      </a:r>
                      <a:endParaRPr lang="en-US" sz="800" b="1">
                        <a:solidFill>
                          <a:schemeClr val="accent2">
                            <a:lumMod val="75000"/>
                          </a:schemeClr>
                        </a:solidFill>
                        <a:latin typeface="宋体" pitchFamily="2" charset="-122"/>
                      </a:endParaRPr>
                    </a:p>
                  </a:txBody>
                  <a:tcPr marL="12700" marR="12700" marT="12700" vert="horz" anchor="t" anchorCtr="0">
                    <a:lnL>
                      <a:noFill/>
                    </a:lnL>
                    <a:lnR>
                      <a:noFill/>
                    </a:lnR>
                    <a:lnT>
                      <a:noFill/>
                    </a:lnT>
                    <a:lnB>
                      <a:noFill/>
                    </a:lnB>
                    <a:lnTlToBr>
                      <a:noFill/>
                    </a:lnTlToBr>
                    <a:lnBlToTr>
                      <a:noFill/>
                    </a:lnBlToTr>
                    <a:noFill/>
                  </a:tcPr>
                </a:tc>
              </a:tr>
              <a:tr h="226060">
                <a:tc>
                  <a:txBody>
                    <a:bodyPr/>
                    <a:p>
                      <a:pPr algn="ctr">
                        <a:buClrTx/>
                        <a:buSzTx/>
                        <a:buFontTx/>
                        <a:buNone/>
                      </a:pPr>
                      <a:r>
                        <a:rPr lang="en-US" sz="800" b="1">
                          <a:solidFill>
                            <a:schemeClr val="accent2">
                              <a:lumMod val="75000"/>
                            </a:schemeClr>
                          </a:solidFill>
                          <a:latin typeface="宋体" pitchFamily="2" charset="-122"/>
                        </a:rPr>
                        <a:t>白球比_project_max_ratio_收缩压_ratio</a:t>
                      </a:r>
                      <a:endParaRPr lang="en-US" sz="800" b="1">
                        <a:solidFill>
                          <a:schemeClr val="accent2">
                            <a:lumMod val="75000"/>
                          </a:schemeClr>
                        </a:solidFill>
                        <a:latin typeface="宋体" pitchFamily="2" charset="-122"/>
                      </a:endParaRPr>
                    </a:p>
                  </a:txBody>
                  <a:tcPr marL="12700" marR="12700" marT="12700" vert="horz" anchor="t" anchorCtr="0">
                    <a:lnL>
                      <a:noFill/>
                    </a:lnL>
                    <a:lnR>
                      <a:noFill/>
                    </a:lnR>
                    <a:lnT>
                      <a:noFill/>
                    </a:lnT>
                    <a:lnB>
                      <a:noFill/>
                    </a:lnB>
                    <a:lnTlToBr>
                      <a:noFill/>
                    </a:lnTlToBr>
                    <a:lnBlToTr>
                      <a:noFill/>
                    </a:lnBlToTr>
                    <a:noFill/>
                  </a:tcPr>
                </a:tc>
              </a:tr>
              <a:tr h="180340">
                <a:tc>
                  <a:txBody>
                    <a:bodyPr/>
                    <a:p>
                      <a:pPr algn="ctr">
                        <a:buClrTx/>
                        <a:buSzTx/>
                        <a:buFontTx/>
                        <a:buNone/>
                      </a:pPr>
                      <a:r>
                        <a:rPr lang="en-US" sz="800" b="1">
                          <a:solidFill>
                            <a:schemeClr val="accent2">
                              <a:lumMod val="75000"/>
                            </a:schemeClr>
                          </a:solidFill>
                          <a:latin typeface="宋体" pitchFamily="2" charset="-122"/>
                        </a:rPr>
                        <a:t>钾_mean_target</a:t>
                      </a:r>
                      <a:endParaRPr lang="en-US" sz="800" b="1">
                        <a:solidFill>
                          <a:schemeClr val="accent2">
                            <a:lumMod val="75000"/>
                          </a:schemeClr>
                        </a:solidFill>
                        <a:latin typeface="宋体" pitchFamily="2" charset="-122"/>
                      </a:endParaRPr>
                    </a:p>
                  </a:txBody>
                  <a:tcPr marL="12700" marR="12700" marT="12700" vert="horz" anchor="t" anchorCtr="0">
                    <a:lnL>
                      <a:noFill/>
                    </a:lnL>
                    <a:lnR>
                      <a:noFill/>
                    </a:lnR>
                    <a:lnT>
                      <a:noFill/>
                    </a:lnT>
                    <a:lnB>
                      <a:noFill/>
                    </a:lnB>
                    <a:lnTlToBr>
                      <a:noFill/>
                    </a:lnTlToBr>
                    <a:lnBlToTr>
                      <a:noFill/>
                    </a:lnBlToTr>
                    <a:noFill/>
                  </a:tcPr>
                </a:tc>
              </a:tr>
              <a:tr h="180340">
                <a:tc>
                  <a:txBody>
                    <a:bodyPr/>
                    <a:p>
                      <a:pPr algn="ctr">
                        <a:buClrTx/>
                        <a:buSzTx/>
                        <a:buFontTx/>
                        <a:buNone/>
                      </a:pPr>
                      <a:r>
                        <a:rPr lang="en-US" sz="800" b="1">
                          <a:solidFill>
                            <a:schemeClr val="accent2">
                              <a:lumMod val="75000"/>
                            </a:schemeClr>
                          </a:solidFill>
                          <a:latin typeface="宋体" pitchFamily="2" charset="-122"/>
                        </a:rPr>
                        <a:t>体重_尿素_ratio</a:t>
                      </a:r>
                      <a:endParaRPr lang="en-US" sz="800" b="1">
                        <a:solidFill>
                          <a:schemeClr val="accent2">
                            <a:lumMod val="75000"/>
                          </a:schemeClr>
                        </a:solidFill>
                        <a:latin typeface="宋体" pitchFamily="2" charset="-122"/>
                      </a:endParaRPr>
                    </a:p>
                  </a:txBody>
                  <a:tcPr marL="12700" marR="12700" marT="12700" vert="horz" anchor="t" anchorCtr="0">
                    <a:lnL>
                      <a:noFill/>
                    </a:lnL>
                    <a:lnR>
                      <a:noFill/>
                    </a:lnR>
                    <a:lnT>
                      <a:noFill/>
                    </a:lnT>
                    <a:lnB>
                      <a:noFill/>
                    </a:lnB>
                    <a:lnTlToBr>
                      <a:noFill/>
                    </a:lnTlToBr>
                    <a:lnBlToTr>
                      <a:noFill/>
                    </a:lnBlToTr>
                    <a:noFill/>
                  </a:tcPr>
                </a:tc>
              </a:tr>
              <a:tr h="0">
                <a:tc>
                  <a:txBody>
                    <a:bodyPr/>
                    <a:p>
                      <a:pPr algn="ctr">
                        <a:buClrTx/>
                        <a:buSzTx/>
                        <a:buFontTx/>
                        <a:buNone/>
                      </a:pPr>
                      <a:r>
                        <a:rPr lang="en-US" sz="800" b="1">
                          <a:solidFill>
                            <a:schemeClr val="accent2">
                              <a:lumMod val="75000"/>
                            </a:schemeClr>
                          </a:solidFill>
                          <a:latin typeface="宋体" pitchFamily="2" charset="-122"/>
                        </a:rPr>
                        <a:t>直接胆红素_体重_ratio</a:t>
                      </a:r>
                      <a:endParaRPr lang="en-US" sz="800" b="1">
                        <a:solidFill>
                          <a:schemeClr val="accent2">
                            <a:lumMod val="75000"/>
                          </a:schemeClr>
                        </a:solidFill>
                        <a:latin typeface="宋体" pitchFamily="2" charset="-122"/>
                      </a:endParaRPr>
                    </a:p>
                  </a:txBody>
                  <a:tcPr marL="12700" marR="12700" marT="12700" vert="horz" anchor="t" anchorCtr="0">
                    <a:lnL>
                      <a:noFill/>
                    </a:lnL>
                    <a:lnR>
                      <a:noFill/>
                    </a:lnR>
                    <a:lnT>
                      <a:noFill/>
                    </a:lnT>
                    <a:lnB>
                      <a:noFill/>
                    </a:lnB>
                    <a:lnTlToBr>
                      <a:noFill/>
                    </a:lnTlToBr>
                    <a:lnBlToTr>
                      <a:noFill/>
                    </a:lnBlToTr>
                    <a:noFill/>
                  </a:tcPr>
                </a:tc>
              </a:tr>
              <a:tr h="180340">
                <a:tc>
                  <a:txBody>
                    <a:bodyPr/>
                    <a:p>
                      <a:pPr algn="ctr">
                        <a:buClrTx/>
                        <a:buSzTx/>
                        <a:buFontTx/>
                        <a:buNone/>
                      </a:pPr>
                      <a:r>
                        <a:rPr lang="en-US" sz="800" b="1">
                          <a:solidFill>
                            <a:schemeClr val="accent2">
                              <a:lumMod val="75000"/>
                            </a:schemeClr>
                          </a:solidFill>
                          <a:latin typeface="宋体" pitchFamily="2" charset="-122"/>
                        </a:rPr>
                        <a:t>combine_性别_诊断</a:t>
                      </a:r>
                      <a:endParaRPr lang="en-US" sz="800" b="1">
                        <a:solidFill>
                          <a:schemeClr val="accent2">
                            <a:lumMod val="75000"/>
                          </a:schemeClr>
                        </a:solidFill>
                        <a:latin typeface="宋体" pitchFamily="2" charset="-122"/>
                      </a:endParaRPr>
                    </a:p>
                  </a:txBody>
                  <a:tcPr marL="12700" marR="12700" marT="12700" vert="horz" anchor="t" anchorCtr="0">
                    <a:lnL>
                      <a:noFill/>
                    </a:lnL>
                    <a:lnR>
                      <a:noFill/>
                    </a:lnR>
                    <a:lnT>
                      <a:noFill/>
                    </a:lnT>
                    <a:lnB>
                      <a:noFill/>
                    </a:lnB>
                    <a:lnTlToBr>
                      <a:noFill/>
                    </a:lnTlToBr>
                    <a:lnBlToTr>
                      <a:noFill/>
                    </a:lnBlToTr>
                    <a:noFill/>
                  </a:tcPr>
                </a:tc>
              </a:tr>
              <a:tr h="180340">
                <a:tc>
                  <a:txBody>
                    <a:bodyPr/>
                    <a:p>
                      <a:pPr algn="ctr">
                        <a:buClrTx/>
                        <a:buSzTx/>
                        <a:buFontTx/>
                        <a:buNone/>
                      </a:pPr>
                      <a:r>
                        <a:rPr lang="en-US" sz="800" b="1">
                          <a:solidFill>
                            <a:schemeClr val="accent2">
                              <a:lumMod val="75000"/>
                            </a:schemeClr>
                          </a:solidFill>
                          <a:latin typeface="宋体" pitchFamily="2" charset="-122"/>
                        </a:rPr>
                        <a:t>葡萄糖_凝血酶原时间活动度_ratio</a:t>
                      </a:r>
                      <a:endParaRPr lang="en-US" sz="800" b="1">
                        <a:solidFill>
                          <a:schemeClr val="accent2">
                            <a:lumMod val="75000"/>
                          </a:schemeClr>
                        </a:solidFill>
                        <a:latin typeface="宋体" pitchFamily="2" charset="-122"/>
                      </a:endParaRPr>
                    </a:p>
                  </a:txBody>
                  <a:tcPr marL="12700" marR="12700" marT="12700" vert="horz" anchor="t" anchorCtr="0">
                    <a:lnL>
                      <a:noFill/>
                    </a:lnL>
                    <a:lnR>
                      <a:noFill/>
                    </a:lnR>
                    <a:lnT>
                      <a:noFill/>
                    </a:lnT>
                    <a:lnB>
                      <a:noFill/>
                    </a:lnB>
                    <a:lnTlToBr>
                      <a:noFill/>
                    </a:lnTlToBr>
                    <a:lnBlToTr>
                      <a:noFill/>
                    </a:lnBlToTr>
                    <a:noFill/>
                  </a:tcPr>
                </a:tc>
              </a:tr>
              <a:tr h="226060">
                <a:tc>
                  <a:txBody>
                    <a:bodyPr/>
                    <a:p>
                      <a:pPr algn="ctr">
                        <a:buClrTx/>
                        <a:buSzTx/>
                        <a:buFontTx/>
                        <a:buNone/>
                      </a:pPr>
                      <a:r>
                        <a:rPr lang="en-US" sz="800" b="1">
                          <a:solidFill>
                            <a:schemeClr val="accent2">
                              <a:lumMod val="75000"/>
                            </a:schemeClr>
                          </a:solidFill>
                          <a:latin typeface="宋体" pitchFamily="2" charset="-122"/>
                        </a:rPr>
                        <a:t>白蛋白_project_min_diff_住院次数_ratio</a:t>
                      </a:r>
                      <a:endParaRPr lang="en-US" sz="800" b="1">
                        <a:solidFill>
                          <a:schemeClr val="accent2">
                            <a:lumMod val="75000"/>
                          </a:schemeClr>
                        </a:solidFill>
                        <a:latin typeface="宋体" pitchFamily="2" charset="-122"/>
                      </a:endParaRPr>
                    </a:p>
                  </a:txBody>
                  <a:tcPr marL="12700" marR="12700" marT="12700" vert="horz" anchor="t" anchorCtr="0">
                    <a:lnL>
                      <a:noFill/>
                    </a:lnL>
                    <a:lnR>
                      <a:noFill/>
                    </a:lnR>
                    <a:lnT>
                      <a:noFill/>
                    </a:lnT>
                    <a:lnB>
                      <a:noFill/>
                    </a:lnB>
                    <a:lnTlToBr>
                      <a:noFill/>
                    </a:lnTlToBr>
                    <a:lnBlToTr>
                      <a:noFill/>
                    </a:lnBlToTr>
                    <a:noFill/>
                  </a:tcPr>
                </a:tc>
              </a:tr>
            </a:tbl>
          </a:graphicData>
        </a:graphic>
      </p:graphicFrame>
      <p:sp>
        <p:nvSpPr>
          <p:cNvPr id="17" name="文本框 16"/>
          <p:cNvSpPr txBox="1"/>
          <p:nvPr/>
        </p:nvSpPr>
        <p:spPr>
          <a:xfrm>
            <a:off x="5474970" y="1329690"/>
            <a:ext cx="6331585" cy="922020"/>
          </a:xfrm>
          <a:prstGeom prst="rect">
            <a:avLst/>
          </a:prstGeom>
          <a:noFill/>
        </p:spPr>
        <p:txBody>
          <a:bodyPr wrap="square" rtlCol="0">
            <a:spAutoFit/>
          </a:bodyPr>
          <a:p>
            <a:pPr marL="285750" indent="-285750">
              <a:buFont typeface="Wingdings" panose="05000000000000000000" charset="0"/>
              <a:buChar char="ü"/>
            </a:pPr>
            <a:r>
              <a:rPr lang="zh-CN" altLang="en-US">
                <a:latin typeface="汉仪中宋简" panose="02010600000101010101" charset="-122"/>
                <a:ea typeface="汉仪中宋简" panose="02010600000101010101" charset="-122"/>
              </a:rPr>
              <a:t>医生做出的初始诊断比较重要</a:t>
            </a:r>
            <a:endParaRPr lang="zh-CN" altLang="en-US">
              <a:latin typeface="汉仪中宋简" panose="02010600000101010101" charset="-122"/>
              <a:ea typeface="汉仪中宋简" panose="02010600000101010101" charset="-122"/>
            </a:endParaRPr>
          </a:p>
          <a:p>
            <a:pPr marL="285750" indent="-285750">
              <a:buFont typeface="Wingdings" panose="05000000000000000000" charset="0"/>
              <a:buChar char="ü"/>
            </a:pPr>
            <a:r>
              <a:rPr lang="zh-CN" altLang="en-US">
                <a:latin typeface="汉仪中宋简" panose="02010600000101010101" charset="-122"/>
                <a:ea typeface="汉仪中宋简" panose="02010600000101010101" charset="-122"/>
              </a:rPr>
              <a:t>收缩压与舒张压比较重要，与现有临床试验结果相符合</a:t>
            </a:r>
            <a:endParaRPr lang="zh-CN" altLang="en-US">
              <a:latin typeface="汉仪中宋简" panose="02010600000101010101" charset="-122"/>
              <a:ea typeface="汉仪中宋简" panose="02010600000101010101" charset="-122"/>
            </a:endParaRPr>
          </a:p>
          <a:p>
            <a:pPr marL="285750" indent="-285750">
              <a:buFont typeface="Wingdings" panose="05000000000000000000" charset="0"/>
              <a:buChar char="ü"/>
            </a:pPr>
            <a:r>
              <a:rPr lang="zh-CN" altLang="en-US">
                <a:latin typeface="汉仪中宋简" panose="02010600000101010101" charset="-122"/>
                <a:ea typeface="汉仪中宋简" panose="02010600000101010101" charset="-122"/>
              </a:rPr>
              <a:t>白蛋白以及白球比与其他特征的衍生特征比较重要</a:t>
            </a:r>
            <a:endParaRPr lang="zh-CN" altLang="en-US">
              <a:latin typeface="汉仪中宋简" panose="02010600000101010101" charset="-122"/>
              <a:ea typeface="汉仪中宋简" panose="02010600000101010101" charset="-122"/>
            </a:endParaRPr>
          </a:p>
        </p:txBody>
      </p:sp>
    </p:spTree>
  </p:cSld>
  <p:clrMapOvr>
    <a:masterClrMapping/>
  </p:clrMapOvr>
  <mc:AlternateContent xmlns:mc="http://schemas.openxmlformats.org/markup-compatibility/2006">
    <mc:Choice xmlns:p14="http://schemas.microsoft.com/office/powerpoint/2010/main" Requires="p14">
      <p:transition spd="slow" p14:dur="1600" advTm="5000">
        <p14:prism isInverted="1"/>
      </p:transition>
    </mc:Choice>
    <mc:Fallback>
      <p:transition spd="slow" advTm="5000">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8" name="组合 7"/>
          <p:cNvGrpSpPr/>
          <p:nvPr/>
        </p:nvGrpSpPr>
        <p:grpSpPr>
          <a:xfrm>
            <a:off x="-698500" y="-582990"/>
            <a:ext cx="13589000" cy="8023980"/>
            <a:chOff x="-863600" y="-584200"/>
            <a:chExt cx="13335000" cy="7874000"/>
          </a:xfrm>
          <a:solidFill>
            <a:srgbClr val="E6E6E6"/>
          </a:solidFill>
        </p:grpSpPr>
        <p:grpSp>
          <p:nvGrpSpPr>
            <p:cNvPr id="4" name="组合 3"/>
            <p:cNvGrpSpPr/>
            <p:nvPr/>
          </p:nvGrpSpPr>
          <p:grpSpPr>
            <a:xfrm>
              <a:off x="-863600" y="-584200"/>
              <a:ext cx="165100" cy="7874000"/>
              <a:chOff x="-863600" y="-584200"/>
              <a:chExt cx="165100" cy="7874000"/>
            </a:xfrm>
            <a:grpFill/>
          </p:grpSpPr>
          <p:sp>
            <p:nvSpPr>
              <p:cNvPr id="2" name="椭圆 1"/>
              <p:cNvSpPr/>
              <p:nvPr/>
            </p:nvSpPr>
            <p:spPr>
              <a:xfrm>
                <a:off x="-863600" y="-584200"/>
                <a:ext cx="165100" cy="165100"/>
              </a:xfrm>
              <a:prstGeom prst="ellipse">
                <a:avLst/>
              </a:prstGeom>
              <a:grp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椭圆 2"/>
              <p:cNvSpPr/>
              <p:nvPr/>
            </p:nvSpPr>
            <p:spPr>
              <a:xfrm>
                <a:off x="-863600" y="7124700"/>
                <a:ext cx="165100" cy="165100"/>
              </a:xfrm>
              <a:prstGeom prst="ellipse">
                <a:avLst/>
              </a:prstGeom>
              <a:grp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5" name="组合 4"/>
            <p:cNvGrpSpPr/>
            <p:nvPr/>
          </p:nvGrpSpPr>
          <p:grpSpPr>
            <a:xfrm>
              <a:off x="12306300" y="-584200"/>
              <a:ext cx="165100" cy="7874000"/>
              <a:chOff x="-863600" y="-584200"/>
              <a:chExt cx="165100" cy="7874000"/>
            </a:xfrm>
            <a:grpFill/>
          </p:grpSpPr>
          <p:sp>
            <p:nvSpPr>
              <p:cNvPr id="6" name="椭圆 5"/>
              <p:cNvSpPr/>
              <p:nvPr/>
            </p:nvSpPr>
            <p:spPr>
              <a:xfrm>
                <a:off x="-863600" y="-584200"/>
                <a:ext cx="165100" cy="165100"/>
              </a:xfrm>
              <a:prstGeom prst="ellipse">
                <a:avLst/>
              </a:prstGeom>
              <a:grp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椭圆 6"/>
              <p:cNvSpPr/>
              <p:nvPr/>
            </p:nvSpPr>
            <p:spPr>
              <a:xfrm>
                <a:off x="-863600" y="7124700"/>
                <a:ext cx="165100" cy="165100"/>
              </a:xfrm>
              <a:prstGeom prst="ellipse">
                <a:avLst/>
              </a:prstGeom>
              <a:grp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sp>
        <p:nvSpPr>
          <p:cNvPr id="25" name="任意多边形: 形状 24"/>
          <p:cNvSpPr/>
          <p:nvPr/>
        </p:nvSpPr>
        <p:spPr>
          <a:xfrm>
            <a:off x="11328401" y="4965700"/>
            <a:ext cx="396593" cy="816428"/>
          </a:xfrm>
          <a:custGeom>
            <a:avLst/>
            <a:gdLst>
              <a:gd name="connsiteX0" fmla="*/ 452944 w 477264"/>
              <a:gd name="connsiteY0" fmla="*/ 933858 h 982498"/>
              <a:gd name="connsiteX1" fmla="*/ 477264 w 477264"/>
              <a:gd name="connsiteY1" fmla="*/ 958178 h 982498"/>
              <a:gd name="connsiteX2" fmla="*/ 452944 w 477264"/>
              <a:gd name="connsiteY2" fmla="*/ 982498 h 982498"/>
              <a:gd name="connsiteX3" fmla="*/ 428624 w 477264"/>
              <a:gd name="connsiteY3" fmla="*/ 958178 h 982498"/>
              <a:gd name="connsiteX4" fmla="*/ 452944 w 477264"/>
              <a:gd name="connsiteY4" fmla="*/ 933858 h 982498"/>
              <a:gd name="connsiteX5" fmla="*/ 345788 w 477264"/>
              <a:gd name="connsiteY5" fmla="*/ 933858 h 982498"/>
              <a:gd name="connsiteX6" fmla="*/ 370108 w 477264"/>
              <a:gd name="connsiteY6" fmla="*/ 958178 h 982498"/>
              <a:gd name="connsiteX7" fmla="*/ 345788 w 477264"/>
              <a:gd name="connsiteY7" fmla="*/ 982498 h 982498"/>
              <a:gd name="connsiteX8" fmla="*/ 321468 w 477264"/>
              <a:gd name="connsiteY8" fmla="*/ 958178 h 982498"/>
              <a:gd name="connsiteX9" fmla="*/ 345788 w 477264"/>
              <a:gd name="connsiteY9" fmla="*/ 933858 h 982498"/>
              <a:gd name="connsiteX10" fmla="*/ 238632 w 477264"/>
              <a:gd name="connsiteY10" fmla="*/ 933858 h 982498"/>
              <a:gd name="connsiteX11" fmla="*/ 262952 w 477264"/>
              <a:gd name="connsiteY11" fmla="*/ 958178 h 982498"/>
              <a:gd name="connsiteX12" fmla="*/ 238632 w 477264"/>
              <a:gd name="connsiteY12" fmla="*/ 982498 h 982498"/>
              <a:gd name="connsiteX13" fmla="*/ 214312 w 477264"/>
              <a:gd name="connsiteY13" fmla="*/ 958178 h 982498"/>
              <a:gd name="connsiteX14" fmla="*/ 238632 w 477264"/>
              <a:gd name="connsiteY14" fmla="*/ 933858 h 982498"/>
              <a:gd name="connsiteX15" fmla="*/ 131476 w 477264"/>
              <a:gd name="connsiteY15" fmla="*/ 933858 h 982498"/>
              <a:gd name="connsiteX16" fmla="*/ 155796 w 477264"/>
              <a:gd name="connsiteY16" fmla="*/ 958178 h 982498"/>
              <a:gd name="connsiteX17" fmla="*/ 131476 w 477264"/>
              <a:gd name="connsiteY17" fmla="*/ 982498 h 982498"/>
              <a:gd name="connsiteX18" fmla="*/ 107156 w 477264"/>
              <a:gd name="connsiteY18" fmla="*/ 958178 h 982498"/>
              <a:gd name="connsiteX19" fmla="*/ 131476 w 477264"/>
              <a:gd name="connsiteY19" fmla="*/ 933858 h 982498"/>
              <a:gd name="connsiteX20" fmla="*/ 24320 w 477264"/>
              <a:gd name="connsiteY20" fmla="*/ 933858 h 982498"/>
              <a:gd name="connsiteX21" fmla="*/ 48640 w 477264"/>
              <a:gd name="connsiteY21" fmla="*/ 958178 h 982498"/>
              <a:gd name="connsiteX22" fmla="*/ 24320 w 477264"/>
              <a:gd name="connsiteY22" fmla="*/ 982498 h 982498"/>
              <a:gd name="connsiteX23" fmla="*/ 0 w 477264"/>
              <a:gd name="connsiteY23" fmla="*/ 958178 h 982498"/>
              <a:gd name="connsiteX24" fmla="*/ 24320 w 477264"/>
              <a:gd name="connsiteY24" fmla="*/ 933858 h 982498"/>
              <a:gd name="connsiteX25" fmla="*/ 452944 w 477264"/>
              <a:gd name="connsiteY25" fmla="*/ 778215 h 982498"/>
              <a:gd name="connsiteX26" fmla="*/ 477264 w 477264"/>
              <a:gd name="connsiteY26" fmla="*/ 802535 h 982498"/>
              <a:gd name="connsiteX27" fmla="*/ 452944 w 477264"/>
              <a:gd name="connsiteY27" fmla="*/ 826855 h 982498"/>
              <a:gd name="connsiteX28" fmla="*/ 428624 w 477264"/>
              <a:gd name="connsiteY28" fmla="*/ 802535 h 982498"/>
              <a:gd name="connsiteX29" fmla="*/ 452944 w 477264"/>
              <a:gd name="connsiteY29" fmla="*/ 778215 h 982498"/>
              <a:gd name="connsiteX30" fmla="*/ 345788 w 477264"/>
              <a:gd name="connsiteY30" fmla="*/ 778215 h 982498"/>
              <a:gd name="connsiteX31" fmla="*/ 370108 w 477264"/>
              <a:gd name="connsiteY31" fmla="*/ 802535 h 982498"/>
              <a:gd name="connsiteX32" fmla="*/ 345788 w 477264"/>
              <a:gd name="connsiteY32" fmla="*/ 826855 h 982498"/>
              <a:gd name="connsiteX33" fmla="*/ 321468 w 477264"/>
              <a:gd name="connsiteY33" fmla="*/ 802535 h 982498"/>
              <a:gd name="connsiteX34" fmla="*/ 345788 w 477264"/>
              <a:gd name="connsiteY34" fmla="*/ 778215 h 982498"/>
              <a:gd name="connsiteX35" fmla="*/ 238632 w 477264"/>
              <a:gd name="connsiteY35" fmla="*/ 778215 h 982498"/>
              <a:gd name="connsiteX36" fmla="*/ 262952 w 477264"/>
              <a:gd name="connsiteY36" fmla="*/ 802535 h 982498"/>
              <a:gd name="connsiteX37" fmla="*/ 238632 w 477264"/>
              <a:gd name="connsiteY37" fmla="*/ 826855 h 982498"/>
              <a:gd name="connsiteX38" fmla="*/ 214312 w 477264"/>
              <a:gd name="connsiteY38" fmla="*/ 802535 h 982498"/>
              <a:gd name="connsiteX39" fmla="*/ 238632 w 477264"/>
              <a:gd name="connsiteY39" fmla="*/ 778215 h 982498"/>
              <a:gd name="connsiteX40" fmla="*/ 131476 w 477264"/>
              <a:gd name="connsiteY40" fmla="*/ 778215 h 982498"/>
              <a:gd name="connsiteX41" fmla="*/ 155796 w 477264"/>
              <a:gd name="connsiteY41" fmla="*/ 802535 h 982498"/>
              <a:gd name="connsiteX42" fmla="*/ 131476 w 477264"/>
              <a:gd name="connsiteY42" fmla="*/ 826855 h 982498"/>
              <a:gd name="connsiteX43" fmla="*/ 107156 w 477264"/>
              <a:gd name="connsiteY43" fmla="*/ 802535 h 982498"/>
              <a:gd name="connsiteX44" fmla="*/ 131476 w 477264"/>
              <a:gd name="connsiteY44" fmla="*/ 778215 h 982498"/>
              <a:gd name="connsiteX45" fmla="*/ 24320 w 477264"/>
              <a:gd name="connsiteY45" fmla="*/ 778215 h 982498"/>
              <a:gd name="connsiteX46" fmla="*/ 48640 w 477264"/>
              <a:gd name="connsiteY46" fmla="*/ 802535 h 982498"/>
              <a:gd name="connsiteX47" fmla="*/ 24320 w 477264"/>
              <a:gd name="connsiteY47" fmla="*/ 826855 h 982498"/>
              <a:gd name="connsiteX48" fmla="*/ 0 w 477264"/>
              <a:gd name="connsiteY48" fmla="*/ 802535 h 982498"/>
              <a:gd name="connsiteX49" fmla="*/ 24320 w 477264"/>
              <a:gd name="connsiteY49" fmla="*/ 778215 h 982498"/>
              <a:gd name="connsiteX50" fmla="*/ 452944 w 477264"/>
              <a:gd name="connsiteY50" fmla="*/ 622572 h 982498"/>
              <a:gd name="connsiteX51" fmla="*/ 477264 w 477264"/>
              <a:gd name="connsiteY51" fmla="*/ 646892 h 982498"/>
              <a:gd name="connsiteX52" fmla="*/ 452944 w 477264"/>
              <a:gd name="connsiteY52" fmla="*/ 671212 h 982498"/>
              <a:gd name="connsiteX53" fmla="*/ 428624 w 477264"/>
              <a:gd name="connsiteY53" fmla="*/ 646892 h 982498"/>
              <a:gd name="connsiteX54" fmla="*/ 452944 w 477264"/>
              <a:gd name="connsiteY54" fmla="*/ 622572 h 982498"/>
              <a:gd name="connsiteX55" fmla="*/ 345788 w 477264"/>
              <a:gd name="connsiteY55" fmla="*/ 622572 h 982498"/>
              <a:gd name="connsiteX56" fmla="*/ 370108 w 477264"/>
              <a:gd name="connsiteY56" fmla="*/ 646892 h 982498"/>
              <a:gd name="connsiteX57" fmla="*/ 345788 w 477264"/>
              <a:gd name="connsiteY57" fmla="*/ 671212 h 982498"/>
              <a:gd name="connsiteX58" fmla="*/ 321468 w 477264"/>
              <a:gd name="connsiteY58" fmla="*/ 646892 h 982498"/>
              <a:gd name="connsiteX59" fmla="*/ 345788 w 477264"/>
              <a:gd name="connsiteY59" fmla="*/ 622572 h 982498"/>
              <a:gd name="connsiteX60" fmla="*/ 238632 w 477264"/>
              <a:gd name="connsiteY60" fmla="*/ 622572 h 982498"/>
              <a:gd name="connsiteX61" fmla="*/ 262952 w 477264"/>
              <a:gd name="connsiteY61" fmla="*/ 646892 h 982498"/>
              <a:gd name="connsiteX62" fmla="*/ 238632 w 477264"/>
              <a:gd name="connsiteY62" fmla="*/ 671212 h 982498"/>
              <a:gd name="connsiteX63" fmla="*/ 214312 w 477264"/>
              <a:gd name="connsiteY63" fmla="*/ 646892 h 982498"/>
              <a:gd name="connsiteX64" fmla="*/ 238632 w 477264"/>
              <a:gd name="connsiteY64" fmla="*/ 622572 h 982498"/>
              <a:gd name="connsiteX65" fmla="*/ 131476 w 477264"/>
              <a:gd name="connsiteY65" fmla="*/ 622572 h 982498"/>
              <a:gd name="connsiteX66" fmla="*/ 155796 w 477264"/>
              <a:gd name="connsiteY66" fmla="*/ 646892 h 982498"/>
              <a:gd name="connsiteX67" fmla="*/ 131476 w 477264"/>
              <a:gd name="connsiteY67" fmla="*/ 671212 h 982498"/>
              <a:gd name="connsiteX68" fmla="*/ 107156 w 477264"/>
              <a:gd name="connsiteY68" fmla="*/ 646892 h 982498"/>
              <a:gd name="connsiteX69" fmla="*/ 131476 w 477264"/>
              <a:gd name="connsiteY69" fmla="*/ 622572 h 982498"/>
              <a:gd name="connsiteX70" fmla="*/ 24320 w 477264"/>
              <a:gd name="connsiteY70" fmla="*/ 622572 h 982498"/>
              <a:gd name="connsiteX71" fmla="*/ 48640 w 477264"/>
              <a:gd name="connsiteY71" fmla="*/ 646892 h 982498"/>
              <a:gd name="connsiteX72" fmla="*/ 24320 w 477264"/>
              <a:gd name="connsiteY72" fmla="*/ 671212 h 982498"/>
              <a:gd name="connsiteX73" fmla="*/ 0 w 477264"/>
              <a:gd name="connsiteY73" fmla="*/ 646892 h 982498"/>
              <a:gd name="connsiteX74" fmla="*/ 24320 w 477264"/>
              <a:gd name="connsiteY74" fmla="*/ 622572 h 982498"/>
              <a:gd name="connsiteX75" fmla="*/ 24320 w 477264"/>
              <a:gd name="connsiteY75" fmla="*/ 466929 h 982498"/>
              <a:gd name="connsiteX76" fmla="*/ 48640 w 477264"/>
              <a:gd name="connsiteY76" fmla="*/ 491249 h 982498"/>
              <a:gd name="connsiteX77" fmla="*/ 24320 w 477264"/>
              <a:gd name="connsiteY77" fmla="*/ 515569 h 982498"/>
              <a:gd name="connsiteX78" fmla="*/ 0 w 477264"/>
              <a:gd name="connsiteY78" fmla="*/ 491249 h 982498"/>
              <a:gd name="connsiteX79" fmla="*/ 24320 w 477264"/>
              <a:gd name="connsiteY79" fmla="*/ 466929 h 982498"/>
              <a:gd name="connsiteX80" fmla="*/ 131476 w 477264"/>
              <a:gd name="connsiteY80" fmla="*/ 466929 h 982498"/>
              <a:gd name="connsiteX81" fmla="*/ 155796 w 477264"/>
              <a:gd name="connsiteY81" fmla="*/ 491249 h 982498"/>
              <a:gd name="connsiteX82" fmla="*/ 131476 w 477264"/>
              <a:gd name="connsiteY82" fmla="*/ 515569 h 982498"/>
              <a:gd name="connsiteX83" fmla="*/ 107156 w 477264"/>
              <a:gd name="connsiteY83" fmla="*/ 491249 h 982498"/>
              <a:gd name="connsiteX84" fmla="*/ 131476 w 477264"/>
              <a:gd name="connsiteY84" fmla="*/ 466929 h 982498"/>
              <a:gd name="connsiteX85" fmla="*/ 238632 w 477264"/>
              <a:gd name="connsiteY85" fmla="*/ 466929 h 982498"/>
              <a:gd name="connsiteX86" fmla="*/ 262952 w 477264"/>
              <a:gd name="connsiteY86" fmla="*/ 491249 h 982498"/>
              <a:gd name="connsiteX87" fmla="*/ 238632 w 477264"/>
              <a:gd name="connsiteY87" fmla="*/ 515569 h 982498"/>
              <a:gd name="connsiteX88" fmla="*/ 214312 w 477264"/>
              <a:gd name="connsiteY88" fmla="*/ 491249 h 982498"/>
              <a:gd name="connsiteX89" fmla="*/ 238632 w 477264"/>
              <a:gd name="connsiteY89" fmla="*/ 466929 h 982498"/>
              <a:gd name="connsiteX90" fmla="*/ 345788 w 477264"/>
              <a:gd name="connsiteY90" fmla="*/ 466929 h 982498"/>
              <a:gd name="connsiteX91" fmla="*/ 370108 w 477264"/>
              <a:gd name="connsiteY91" fmla="*/ 491249 h 982498"/>
              <a:gd name="connsiteX92" fmla="*/ 345788 w 477264"/>
              <a:gd name="connsiteY92" fmla="*/ 515569 h 982498"/>
              <a:gd name="connsiteX93" fmla="*/ 321468 w 477264"/>
              <a:gd name="connsiteY93" fmla="*/ 491249 h 982498"/>
              <a:gd name="connsiteX94" fmla="*/ 345788 w 477264"/>
              <a:gd name="connsiteY94" fmla="*/ 466929 h 982498"/>
              <a:gd name="connsiteX95" fmla="*/ 452944 w 477264"/>
              <a:gd name="connsiteY95" fmla="*/ 466929 h 982498"/>
              <a:gd name="connsiteX96" fmla="*/ 477264 w 477264"/>
              <a:gd name="connsiteY96" fmla="*/ 491249 h 982498"/>
              <a:gd name="connsiteX97" fmla="*/ 452944 w 477264"/>
              <a:gd name="connsiteY97" fmla="*/ 515569 h 982498"/>
              <a:gd name="connsiteX98" fmla="*/ 428624 w 477264"/>
              <a:gd name="connsiteY98" fmla="*/ 491249 h 982498"/>
              <a:gd name="connsiteX99" fmla="*/ 452944 w 477264"/>
              <a:gd name="connsiteY99" fmla="*/ 466929 h 982498"/>
              <a:gd name="connsiteX100" fmla="*/ 24320 w 477264"/>
              <a:gd name="connsiteY100" fmla="*/ 311287 h 982498"/>
              <a:gd name="connsiteX101" fmla="*/ 48640 w 477264"/>
              <a:gd name="connsiteY101" fmla="*/ 335607 h 982498"/>
              <a:gd name="connsiteX102" fmla="*/ 24320 w 477264"/>
              <a:gd name="connsiteY102" fmla="*/ 359926 h 982498"/>
              <a:gd name="connsiteX103" fmla="*/ 0 w 477264"/>
              <a:gd name="connsiteY103" fmla="*/ 335607 h 982498"/>
              <a:gd name="connsiteX104" fmla="*/ 24320 w 477264"/>
              <a:gd name="connsiteY104" fmla="*/ 311287 h 982498"/>
              <a:gd name="connsiteX105" fmla="*/ 131476 w 477264"/>
              <a:gd name="connsiteY105" fmla="*/ 311286 h 982498"/>
              <a:gd name="connsiteX106" fmla="*/ 155796 w 477264"/>
              <a:gd name="connsiteY106" fmla="*/ 335606 h 982498"/>
              <a:gd name="connsiteX107" fmla="*/ 131476 w 477264"/>
              <a:gd name="connsiteY107" fmla="*/ 359926 h 982498"/>
              <a:gd name="connsiteX108" fmla="*/ 107156 w 477264"/>
              <a:gd name="connsiteY108" fmla="*/ 335606 h 982498"/>
              <a:gd name="connsiteX109" fmla="*/ 131476 w 477264"/>
              <a:gd name="connsiteY109" fmla="*/ 311286 h 982498"/>
              <a:gd name="connsiteX110" fmla="*/ 238632 w 477264"/>
              <a:gd name="connsiteY110" fmla="*/ 311286 h 982498"/>
              <a:gd name="connsiteX111" fmla="*/ 262952 w 477264"/>
              <a:gd name="connsiteY111" fmla="*/ 335606 h 982498"/>
              <a:gd name="connsiteX112" fmla="*/ 238632 w 477264"/>
              <a:gd name="connsiteY112" fmla="*/ 359926 h 982498"/>
              <a:gd name="connsiteX113" fmla="*/ 214312 w 477264"/>
              <a:gd name="connsiteY113" fmla="*/ 335606 h 982498"/>
              <a:gd name="connsiteX114" fmla="*/ 238632 w 477264"/>
              <a:gd name="connsiteY114" fmla="*/ 311286 h 982498"/>
              <a:gd name="connsiteX115" fmla="*/ 345788 w 477264"/>
              <a:gd name="connsiteY115" fmla="*/ 311286 h 982498"/>
              <a:gd name="connsiteX116" fmla="*/ 370108 w 477264"/>
              <a:gd name="connsiteY116" fmla="*/ 335606 h 982498"/>
              <a:gd name="connsiteX117" fmla="*/ 345788 w 477264"/>
              <a:gd name="connsiteY117" fmla="*/ 359926 h 982498"/>
              <a:gd name="connsiteX118" fmla="*/ 321468 w 477264"/>
              <a:gd name="connsiteY118" fmla="*/ 335606 h 982498"/>
              <a:gd name="connsiteX119" fmla="*/ 345788 w 477264"/>
              <a:gd name="connsiteY119" fmla="*/ 311286 h 982498"/>
              <a:gd name="connsiteX120" fmla="*/ 452944 w 477264"/>
              <a:gd name="connsiteY120" fmla="*/ 311286 h 982498"/>
              <a:gd name="connsiteX121" fmla="*/ 477264 w 477264"/>
              <a:gd name="connsiteY121" fmla="*/ 335606 h 982498"/>
              <a:gd name="connsiteX122" fmla="*/ 452944 w 477264"/>
              <a:gd name="connsiteY122" fmla="*/ 359926 h 982498"/>
              <a:gd name="connsiteX123" fmla="*/ 428624 w 477264"/>
              <a:gd name="connsiteY123" fmla="*/ 335606 h 982498"/>
              <a:gd name="connsiteX124" fmla="*/ 452944 w 477264"/>
              <a:gd name="connsiteY124" fmla="*/ 311286 h 982498"/>
              <a:gd name="connsiteX125" fmla="*/ 24320 w 477264"/>
              <a:gd name="connsiteY125" fmla="*/ 155643 h 982498"/>
              <a:gd name="connsiteX126" fmla="*/ 48640 w 477264"/>
              <a:gd name="connsiteY126" fmla="*/ 179963 h 982498"/>
              <a:gd name="connsiteX127" fmla="*/ 24320 w 477264"/>
              <a:gd name="connsiteY127" fmla="*/ 204283 h 982498"/>
              <a:gd name="connsiteX128" fmla="*/ 0 w 477264"/>
              <a:gd name="connsiteY128" fmla="*/ 179963 h 982498"/>
              <a:gd name="connsiteX129" fmla="*/ 24320 w 477264"/>
              <a:gd name="connsiteY129" fmla="*/ 155643 h 982498"/>
              <a:gd name="connsiteX130" fmla="*/ 131476 w 477264"/>
              <a:gd name="connsiteY130" fmla="*/ 155643 h 982498"/>
              <a:gd name="connsiteX131" fmla="*/ 155796 w 477264"/>
              <a:gd name="connsiteY131" fmla="*/ 179963 h 982498"/>
              <a:gd name="connsiteX132" fmla="*/ 131476 w 477264"/>
              <a:gd name="connsiteY132" fmla="*/ 204283 h 982498"/>
              <a:gd name="connsiteX133" fmla="*/ 107156 w 477264"/>
              <a:gd name="connsiteY133" fmla="*/ 179963 h 982498"/>
              <a:gd name="connsiteX134" fmla="*/ 131476 w 477264"/>
              <a:gd name="connsiteY134" fmla="*/ 155643 h 982498"/>
              <a:gd name="connsiteX135" fmla="*/ 238632 w 477264"/>
              <a:gd name="connsiteY135" fmla="*/ 155643 h 982498"/>
              <a:gd name="connsiteX136" fmla="*/ 262952 w 477264"/>
              <a:gd name="connsiteY136" fmla="*/ 179963 h 982498"/>
              <a:gd name="connsiteX137" fmla="*/ 238632 w 477264"/>
              <a:gd name="connsiteY137" fmla="*/ 204283 h 982498"/>
              <a:gd name="connsiteX138" fmla="*/ 214312 w 477264"/>
              <a:gd name="connsiteY138" fmla="*/ 179963 h 982498"/>
              <a:gd name="connsiteX139" fmla="*/ 238632 w 477264"/>
              <a:gd name="connsiteY139" fmla="*/ 155643 h 982498"/>
              <a:gd name="connsiteX140" fmla="*/ 345788 w 477264"/>
              <a:gd name="connsiteY140" fmla="*/ 155643 h 982498"/>
              <a:gd name="connsiteX141" fmla="*/ 370108 w 477264"/>
              <a:gd name="connsiteY141" fmla="*/ 179963 h 982498"/>
              <a:gd name="connsiteX142" fmla="*/ 345788 w 477264"/>
              <a:gd name="connsiteY142" fmla="*/ 204283 h 982498"/>
              <a:gd name="connsiteX143" fmla="*/ 321468 w 477264"/>
              <a:gd name="connsiteY143" fmla="*/ 179963 h 982498"/>
              <a:gd name="connsiteX144" fmla="*/ 345788 w 477264"/>
              <a:gd name="connsiteY144" fmla="*/ 155643 h 982498"/>
              <a:gd name="connsiteX145" fmla="*/ 452944 w 477264"/>
              <a:gd name="connsiteY145" fmla="*/ 155643 h 982498"/>
              <a:gd name="connsiteX146" fmla="*/ 477264 w 477264"/>
              <a:gd name="connsiteY146" fmla="*/ 179963 h 982498"/>
              <a:gd name="connsiteX147" fmla="*/ 452944 w 477264"/>
              <a:gd name="connsiteY147" fmla="*/ 204283 h 982498"/>
              <a:gd name="connsiteX148" fmla="*/ 428624 w 477264"/>
              <a:gd name="connsiteY148" fmla="*/ 179963 h 982498"/>
              <a:gd name="connsiteX149" fmla="*/ 452944 w 477264"/>
              <a:gd name="connsiteY149" fmla="*/ 155643 h 982498"/>
              <a:gd name="connsiteX150" fmla="*/ 452944 w 477264"/>
              <a:gd name="connsiteY150" fmla="*/ 0 h 982498"/>
              <a:gd name="connsiteX151" fmla="*/ 477264 w 477264"/>
              <a:gd name="connsiteY151" fmla="*/ 24320 h 982498"/>
              <a:gd name="connsiteX152" fmla="*/ 452944 w 477264"/>
              <a:gd name="connsiteY152" fmla="*/ 48640 h 982498"/>
              <a:gd name="connsiteX153" fmla="*/ 428624 w 477264"/>
              <a:gd name="connsiteY153" fmla="*/ 24320 h 982498"/>
              <a:gd name="connsiteX154" fmla="*/ 452944 w 477264"/>
              <a:gd name="connsiteY154" fmla="*/ 0 h 982498"/>
              <a:gd name="connsiteX155" fmla="*/ 345788 w 477264"/>
              <a:gd name="connsiteY155" fmla="*/ 0 h 982498"/>
              <a:gd name="connsiteX156" fmla="*/ 370108 w 477264"/>
              <a:gd name="connsiteY156" fmla="*/ 24320 h 982498"/>
              <a:gd name="connsiteX157" fmla="*/ 345788 w 477264"/>
              <a:gd name="connsiteY157" fmla="*/ 48640 h 982498"/>
              <a:gd name="connsiteX158" fmla="*/ 321468 w 477264"/>
              <a:gd name="connsiteY158" fmla="*/ 24320 h 982498"/>
              <a:gd name="connsiteX159" fmla="*/ 345788 w 477264"/>
              <a:gd name="connsiteY159" fmla="*/ 0 h 982498"/>
              <a:gd name="connsiteX160" fmla="*/ 238632 w 477264"/>
              <a:gd name="connsiteY160" fmla="*/ 0 h 982498"/>
              <a:gd name="connsiteX161" fmla="*/ 262952 w 477264"/>
              <a:gd name="connsiteY161" fmla="*/ 24320 h 982498"/>
              <a:gd name="connsiteX162" fmla="*/ 238632 w 477264"/>
              <a:gd name="connsiteY162" fmla="*/ 48640 h 982498"/>
              <a:gd name="connsiteX163" fmla="*/ 214312 w 477264"/>
              <a:gd name="connsiteY163" fmla="*/ 24320 h 982498"/>
              <a:gd name="connsiteX164" fmla="*/ 238632 w 477264"/>
              <a:gd name="connsiteY164" fmla="*/ 0 h 982498"/>
              <a:gd name="connsiteX165" fmla="*/ 131476 w 477264"/>
              <a:gd name="connsiteY165" fmla="*/ 0 h 982498"/>
              <a:gd name="connsiteX166" fmla="*/ 155796 w 477264"/>
              <a:gd name="connsiteY166" fmla="*/ 24320 h 982498"/>
              <a:gd name="connsiteX167" fmla="*/ 131476 w 477264"/>
              <a:gd name="connsiteY167" fmla="*/ 48640 h 982498"/>
              <a:gd name="connsiteX168" fmla="*/ 107156 w 477264"/>
              <a:gd name="connsiteY168" fmla="*/ 24320 h 982498"/>
              <a:gd name="connsiteX169" fmla="*/ 131476 w 477264"/>
              <a:gd name="connsiteY169" fmla="*/ 0 h 982498"/>
              <a:gd name="connsiteX170" fmla="*/ 24320 w 477264"/>
              <a:gd name="connsiteY170" fmla="*/ 0 h 982498"/>
              <a:gd name="connsiteX171" fmla="*/ 48640 w 477264"/>
              <a:gd name="connsiteY171" fmla="*/ 24320 h 982498"/>
              <a:gd name="connsiteX172" fmla="*/ 24320 w 477264"/>
              <a:gd name="connsiteY172" fmla="*/ 48640 h 982498"/>
              <a:gd name="connsiteX173" fmla="*/ 0 w 477264"/>
              <a:gd name="connsiteY173" fmla="*/ 24320 h 982498"/>
              <a:gd name="connsiteX174" fmla="*/ 24320 w 477264"/>
              <a:gd name="connsiteY174" fmla="*/ 0 h 9824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Lst>
            <a:rect l="l" t="t" r="r" b="b"/>
            <a:pathLst>
              <a:path w="477264" h="982498">
                <a:moveTo>
                  <a:pt x="452944" y="933858"/>
                </a:moveTo>
                <a:cubicBezTo>
                  <a:pt x="466376" y="933858"/>
                  <a:pt x="477264" y="944746"/>
                  <a:pt x="477264" y="958178"/>
                </a:cubicBezTo>
                <a:cubicBezTo>
                  <a:pt x="477264" y="971610"/>
                  <a:pt x="466376" y="982498"/>
                  <a:pt x="452944" y="982498"/>
                </a:cubicBezTo>
                <a:cubicBezTo>
                  <a:pt x="439512" y="982498"/>
                  <a:pt x="428624" y="971610"/>
                  <a:pt x="428624" y="958178"/>
                </a:cubicBezTo>
                <a:cubicBezTo>
                  <a:pt x="428624" y="944746"/>
                  <a:pt x="439512" y="933858"/>
                  <a:pt x="452944" y="933858"/>
                </a:cubicBezTo>
                <a:close/>
                <a:moveTo>
                  <a:pt x="345788" y="933858"/>
                </a:moveTo>
                <a:cubicBezTo>
                  <a:pt x="359220" y="933858"/>
                  <a:pt x="370108" y="944746"/>
                  <a:pt x="370108" y="958178"/>
                </a:cubicBezTo>
                <a:cubicBezTo>
                  <a:pt x="370108" y="971610"/>
                  <a:pt x="359220" y="982498"/>
                  <a:pt x="345788" y="982498"/>
                </a:cubicBezTo>
                <a:cubicBezTo>
                  <a:pt x="332356" y="982498"/>
                  <a:pt x="321468" y="971610"/>
                  <a:pt x="321468" y="958178"/>
                </a:cubicBezTo>
                <a:cubicBezTo>
                  <a:pt x="321468" y="944746"/>
                  <a:pt x="332356" y="933858"/>
                  <a:pt x="345788" y="933858"/>
                </a:cubicBezTo>
                <a:close/>
                <a:moveTo>
                  <a:pt x="238632" y="933858"/>
                </a:moveTo>
                <a:cubicBezTo>
                  <a:pt x="252064" y="933858"/>
                  <a:pt x="262952" y="944746"/>
                  <a:pt x="262952" y="958178"/>
                </a:cubicBezTo>
                <a:cubicBezTo>
                  <a:pt x="262952" y="971610"/>
                  <a:pt x="252064" y="982498"/>
                  <a:pt x="238632" y="982498"/>
                </a:cubicBezTo>
                <a:cubicBezTo>
                  <a:pt x="225200" y="982498"/>
                  <a:pt x="214312" y="971610"/>
                  <a:pt x="214312" y="958178"/>
                </a:cubicBezTo>
                <a:cubicBezTo>
                  <a:pt x="214312" y="944746"/>
                  <a:pt x="225200" y="933858"/>
                  <a:pt x="238632" y="933858"/>
                </a:cubicBezTo>
                <a:close/>
                <a:moveTo>
                  <a:pt x="131476" y="933858"/>
                </a:moveTo>
                <a:cubicBezTo>
                  <a:pt x="144908" y="933858"/>
                  <a:pt x="155796" y="944746"/>
                  <a:pt x="155796" y="958178"/>
                </a:cubicBezTo>
                <a:cubicBezTo>
                  <a:pt x="155796" y="971610"/>
                  <a:pt x="144908" y="982498"/>
                  <a:pt x="131476" y="982498"/>
                </a:cubicBezTo>
                <a:cubicBezTo>
                  <a:pt x="118044" y="982498"/>
                  <a:pt x="107156" y="971610"/>
                  <a:pt x="107156" y="958178"/>
                </a:cubicBezTo>
                <a:cubicBezTo>
                  <a:pt x="107156" y="944746"/>
                  <a:pt x="118044" y="933858"/>
                  <a:pt x="131476" y="933858"/>
                </a:cubicBezTo>
                <a:close/>
                <a:moveTo>
                  <a:pt x="24320" y="933858"/>
                </a:moveTo>
                <a:cubicBezTo>
                  <a:pt x="37752" y="933858"/>
                  <a:pt x="48640" y="944746"/>
                  <a:pt x="48640" y="958178"/>
                </a:cubicBezTo>
                <a:cubicBezTo>
                  <a:pt x="48640" y="971610"/>
                  <a:pt x="37752" y="982498"/>
                  <a:pt x="24320" y="982498"/>
                </a:cubicBezTo>
                <a:cubicBezTo>
                  <a:pt x="10888" y="982498"/>
                  <a:pt x="0" y="971610"/>
                  <a:pt x="0" y="958178"/>
                </a:cubicBezTo>
                <a:cubicBezTo>
                  <a:pt x="0" y="944746"/>
                  <a:pt x="10888" y="933858"/>
                  <a:pt x="24320" y="933858"/>
                </a:cubicBezTo>
                <a:close/>
                <a:moveTo>
                  <a:pt x="452944" y="778215"/>
                </a:moveTo>
                <a:cubicBezTo>
                  <a:pt x="466376" y="778215"/>
                  <a:pt x="477264" y="789103"/>
                  <a:pt x="477264" y="802535"/>
                </a:cubicBezTo>
                <a:cubicBezTo>
                  <a:pt x="477264" y="815967"/>
                  <a:pt x="466376" y="826855"/>
                  <a:pt x="452944" y="826855"/>
                </a:cubicBezTo>
                <a:cubicBezTo>
                  <a:pt x="439512" y="826855"/>
                  <a:pt x="428624" y="815967"/>
                  <a:pt x="428624" y="802535"/>
                </a:cubicBezTo>
                <a:cubicBezTo>
                  <a:pt x="428624" y="789103"/>
                  <a:pt x="439512" y="778215"/>
                  <a:pt x="452944" y="778215"/>
                </a:cubicBezTo>
                <a:close/>
                <a:moveTo>
                  <a:pt x="345788" y="778215"/>
                </a:moveTo>
                <a:cubicBezTo>
                  <a:pt x="359220" y="778215"/>
                  <a:pt x="370108" y="789103"/>
                  <a:pt x="370108" y="802535"/>
                </a:cubicBezTo>
                <a:cubicBezTo>
                  <a:pt x="370108" y="815967"/>
                  <a:pt x="359220" y="826855"/>
                  <a:pt x="345788" y="826855"/>
                </a:cubicBezTo>
                <a:cubicBezTo>
                  <a:pt x="332356" y="826855"/>
                  <a:pt x="321468" y="815967"/>
                  <a:pt x="321468" y="802535"/>
                </a:cubicBezTo>
                <a:cubicBezTo>
                  <a:pt x="321468" y="789103"/>
                  <a:pt x="332356" y="778215"/>
                  <a:pt x="345788" y="778215"/>
                </a:cubicBezTo>
                <a:close/>
                <a:moveTo>
                  <a:pt x="238632" y="778215"/>
                </a:moveTo>
                <a:cubicBezTo>
                  <a:pt x="252064" y="778215"/>
                  <a:pt x="262952" y="789103"/>
                  <a:pt x="262952" y="802535"/>
                </a:cubicBezTo>
                <a:cubicBezTo>
                  <a:pt x="262952" y="815967"/>
                  <a:pt x="252064" y="826855"/>
                  <a:pt x="238632" y="826855"/>
                </a:cubicBezTo>
                <a:cubicBezTo>
                  <a:pt x="225200" y="826855"/>
                  <a:pt x="214312" y="815967"/>
                  <a:pt x="214312" y="802535"/>
                </a:cubicBezTo>
                <a:cubicBezTo>
                  <a:pt x="214312" y="789103"/>
                  <a:pt x="225200" y="778215"/>
                  <a:pt x="238632" y="778215"/>
                </a:cubicBezTo>
                <a:close/>
                <a:moveTo>
                  <a:pt x="131476" y="778215"/>
                </a:moveTo>
                <a:cubicBezTo>
                  <a:pt x="144908" y="778215"/>
                  <a:pt x="155796" y="789103"/>
                  <a:pt x="155796" y="802535"/>
                </a:cubicBezTo>
                <a:cubicBezTo>
                  <a:pt x="155796" y="815967"/>
                  <a:pt x="144908" y="826855"/>
                  <a:pt x="131476" y="826855"/>
                </a:cubicBezTo>
                <a:cubicBezTo>
                  <a:pt x="118044" y="826855"/>
                  <a:pt x="107156" y="815967"/>
                  <a:pt x="107156" y="802535"/>
                </a:cubicBezTo>
                <a:cubicBezTo>
                  <a:pt x="107156" y="789103"/>
                  <a:pt x="118044" y="778215"/>
                  <a:pt x="131476" y="778215"/>
                </a:cubicBezTo>
                <a:close/>
                <a:moveTo>
                  <a:pt x="24320" y="778215"/>
                </a:moveTo>
                <a:cubicBezTo>
                  <a:pt x="37752" y="778215"/>
                  <a:pt x="48640" y="789103"/>
                  <a:pt x="48640" y="802535"/>
                </a:cubicBezTo>
                <a:cubicBezTo>
                  <a:pt x="48640" y="815967"/>
                  <a:pt x="37752" y="826855"/>
                  <a:pt x="24320" y="826855"/>
                </a:cubicBezTo>
                <a:cubicBezTo>
                  <a:pt x="10888" y="826855"/>
                  <a:pt x="0" y="815967"/>
                  <a:pt x="0" y="802535"/>
                </a:cubicBezTo>
                <a:cubicBezTo>
                  <a:pt x="0" y="789103"/>
                  <a:pt x="10888" y="778215"/>
                  <a:pt x="24320" y="778215"/>
                </a:cubicBezTo>
                <a:close/>
                <a:moveTo>
                  <a:pt x="452944" y="622572"/>
                </a:moveTo>
                <a:cubicBezTo>
                  <a:pt x="466376" y="622572"/>
                  <a:pt x="477264" y="633460"/>
                  <a:pt x="477264" y="646892"/>
                </a:cubicBezTo>
                <a:cubicBezTo>
                  <a:pt x="477264" y="660324"/>
                  <a:pt x="466376" y="671212"/>
                  <a:pt x="452944" y="671212"/>
                </a:cubicBezTo>
                <a:cubicBezTo>
                  <a:pt x="439512" y="671212"/>
                  <a:pt x="428624" y="660324"/>
                  <a:pt x="428624" y="646892"/>
                </a:cubicBezTo>
                <a:cubicBezTo>
                  <a:pt x="428624" y="633460"/>
                  <a:pt x="439512" y="622572"/>
                  <a:pt x="452944" y="622572"/>
                </a:cubicBezTo>
                <a:close/>
                <a:moveTo>
                  <a:pt x="345788" y="622572"/>
                </a:moveTo>
                <a:cubicBezTo>
                  <a:pt x="359220" y="622572"/>
                  <a:pt x="370108" y="633460"/>
                  <a:pt x="370108" y="646892"/>
                </a:cubicBezTo>
                <a:cubicBezTo>
                  <a:pt x="370108" y="660324"/>
                  <a:pt x="359220" y="671212"/>
                  <a:pt x="345788" y="671212"/>
                </a:cubicBezTo>
                <a:cubicBezTo>
                  <a:pt x="332356" y="671212"/>
                  <a:pt x="321468" y="660324"/>
                  <a:pt x="321468" y="646892"/>
                </a:cubicBezTo>
                <a:cubicBezTo>
                  <a:pt x="321468" y="633460"/>
                  <a:pt x="332356" y="622572"/>
                  <a:pt x="345788" y="622572"/>
                </a:cubicBezTo>
                <a:close/>
                <a:moveTo>
                  <a:pt x="238632" y="622572"/>
                </a:moveTo>
                <a:cubicBezTo>
                  <a:pt x="252064" y="622572"/>
                  <a:pt x="262952" y="633460"/>
                  <a:pt x="262952" y="646892"/>
                </a:cubicBezTo>
                <a:cubicBezTo>
                  <a:pt x="262952" y="660324"/>
                  <a:pt x="252064" y="671212"/>
                  <a:pt x="238632" y="671212"/>
                </a:cubicBezTo>
                <a:cubicBezTo>
                  <a:pt x="225200" y="671212"/>
                  <a:pt x="214312" y="660324"/>
                  <a:pt x="214312" y="646892"/>
                </a:cubicBezTo>
                <a:cubicBezTo>
                  <a:pt x="214312" y="633460"/>
                  <a:pt x="225200" y="622572"/>
                  <a:pt x="238632" y="622572"/>
                </a:cubicBezTo>
                <a:close/>
                <a:moveTo>
                  <a:pt x="131476" y="622572"/>
                </a:moveTo>
                <a:cubicBezTo>
                  <a:pt x="144908" y="622572"/>
                  <a:pt x="155796" y="633460"/>
                  <a:pt x="155796" y="646892"/>
                </a:cubicBezTo>
                <a:cubicBezTo>
                  <a:pt x="155796" y="660324"/>
                  <a:pt x="144908" y="671212"/>
                  <a:pt x="131476" y="671212"/>
                </a:cubicBezTo>
                <a:cubicBezTo>
                  <a:pt x="118044" y="671212"/>
                  <a:pt x="107156" y="660324"/>
                  <a:pt x="107156" y="646892"/>
                </a:cubicBezTo>
                <a:cubicBezTo>
                  <a:pt x="107156" y="633460"/>
                  <a:pt x="118044" y="622572"/>
                  <a:pt x="131476" y="622572"/>
                </a:cubicBezTo>
                <a:close/>
                <a:moveTo>
                  <a:pt x="24320" y="622572"/>
                </a:moveTo>
                <a:cubicBezTo>
                  <a:pt x="37752" y="622572"/>
                  <a:pt x="48640" y="633460"/>
                  <a:pt x="48640" y="646892"/>
                </a:cubicBezTo>
                <a:cubicBezTo>
                  <a:pt x="48640" y="660324"/>
                  <a:pt x="37752" y="671212"/>
                  <a:pt x="24320" y="671212"/>
                </a:cubicBezTo>
                <a:cubicBezTo>
                  <a:pt x="10888" y="671212"/>
                  <a:pt x="0" y="660324"/>
                  <a:pt x="0" y="646892"/>
                </a:cubicBezTo>
                <a:cubicBezTo>
                  <a:pt x="0" y="633460"/>
                  <a:pt x="10888" y="622572"/>
                  <a:pt x="24320" y="622572"/>
                </a:cubicBezTo>
                <a:close/>
                <a:moveTo>
                  <a:pt x="24320" y="466929"/>
                </a:moveTo>
                <a:cubicBezTo>
                  <a:pt x="37752" y="466929"/>
                  <a:pt x="48640" y="477817"/>
                  <a:pt x="48640" y="491249"/>
                </a:cubicBezTo>
                <a:cubicBezTo>
                  <a:pt x="48640" y="504681"/>
                  <a:pt x="37752" y="515569"/>
                  <a:pt x="24320" y="515569"/>
                </a:cubicBezTo>
                <a:cubicBezTo>
                  <a:pt x="10888" y="515569"/>
                  <a:pt x="0" y="504681"/>
                  <a:pt x="0" y="491249"/>
                </a:cubicBezTo>
                <a:cubicBezTo>
                  <a:pt x="0" y="477817"/>
                  <a:pt x="10888" y="466929"/>
                  <a:pt x="24320" y="466929"/>
                </a:cubicBezTo>
                <a:close/>
                <a:moveTo>
                  <a:pt x="131476" y="466929"/>
                </a:moveTo>
                <a:cubicBezTo>
                  <a:pt x="144908" y="466929"/>
                  <a:pt x="155796" y="477817"/>
                  <a:pt x="155796" y="491249"/>
                </a:cubicBezTo>
                <a:cubicBezTo>
                  <a:pt x="155796" y="504681"/>
                  <a:pt x="144908" y="515569"/>
                  <a:pt x="131476" y="515569"/>
                </a:cubicBezTo>
                <a:cubicBezTo>
                  <a:pt x="118044" y="515569"/>
                  <a:pt x="107156" y="504681"/>
                  <a:pt x="107156" y="491249"/>
                </a:cubicBezTo>
                <a:cubicBezTo>
                  <a:pt x="107156" y="477817"/>
                  <a:pt x="118044" y="466929"/>
                  <a:pt x="131476" y="466929"/>
                </a:cubicBezTo>
                <a:close/>
                <a:moveTo>
                  <a:pt x="238632" y="466929"/>
                </a:moveTo>
                <a:cubicBezTo>
                  <a:pt x="252064" y="466929"/>
                  <a:pt x="262952" y="477817"/>
                  <a:pt x="262952" y="491249"/>
                </a:cubicBezTo>
                <a:cubicBezTo>
                  <a:pt x="262952" y="504681"/>
                  <a:pt x="252064" y="515569"/>
                  <a:pt x="238632" y="515569"/>
                </a:cubicBezTo>
                <a:cubicBezTo>
                  <a:pt x="225200" y="515569"/>
                  <a:pt x="214312" y="504681"/>
                  <a:pt x="214312" y="491249"/>
                </a:cubicBezTo>
                <a:cubicBezTo>
                  <a:pt x="214312" y="477817"/>
                  <a:pt x="225200" y="466929"/>
                  <a:pt x="238632" y="466929"/>
                </a:cubicBezTo>
                <a:close/>
                <a:moveTo>
                  <a:pt x="345788" y="466929"/>
                </a:moveTo>
                <a:cubicBezTo>
                  <a:pt x="359220" y="466929"/>
                  <a:pt x="370108" y="477817"/>
                  <a:pt x="370108" y="491249"/>
                </a:cubicBezTo>
                <a:cubicBezTo>
                  <a:pt x="370108" y="504681"/>
                  <a:pt x="359220" y="515569"/>
                  <a:pt x="345788" y="515569"/>
                </a:cubicBezTo>
                <a:cubicBezTo>
                  <a:pt x="332356" y="515569"/>
                  <a:pt x="321468" y="504681"/>
                  <a:pt x="321468" y="491249"/>
                </a:cubicBezTo>
                <a:cubicBezTo>
                  <a:pt x="321468" y="477817"/>
                  <a:pt x="332356" y="466929"/>
                  <a:pt x="345788" y="466929"/>
                </a:cubicBezTo>
                <a:close/>
                <a:moveTo>
                  <a:pt x="452944" y="466929"/>
                </a:moveTo>
                <a:cubicBezTo>
                  <a:pt x="466376" y="466929"/>
                  <a:pt x="477264" y="477817"/>
                  <a:pt x="477264" y="491249"/>
                </a:cubicBezTo>
                <a:cubicBezTo>
                  <a:pt x="477264" y="504681"/>
                  <a:pt x="466376" y="515569"/>
                  <a:pt x="452944" y="515569"/>
                </a:cubicBezTo>
                <a:cubicBezTo>
                  <a:pt x="439512" y="515569"/>
                  <a:pt x="428624" y="504681"/>
                  <a:pt x="428624" y="491249"/>
                </a:cubicBezTo>
                <a:cubicBezTo>
                  <a:pt x="428624" y="477817"/>
                  <a:pt x="439512" y="466929"/>
                  <a:pt x="452944" y="466929"/>
                </a:cubicBezTo>
                <a:close/>
                <a:moveTo>
                  <a:pt x="24320" y="311287"/>
                </a:moveTo>
                <a:cubicBezTo>
                  <a:pt x="37752" y="311287"/>
                  <a:pt x="48640" y="322175"/>
                  <a:pt x="48640" y="335607"/>
                </a:cubicBezTo>
                <a:cubicBezTo>
                  <a:pt x="48640" y="349038"/>
                  <a:pt x="37752" y="359926"/>
                  <a:pt x="24320" y="359926"/>
                </a:cubicBezTo>
                <a:cubicBezTo>
                  <a:pt x="10888" y="359926"/>
                  <a:pt x="0" y="349038"/>
                  <a:pt x="0" y="335607"/>
                </a:cubicBezTo>
                <a:cubicBezTo>
                  <a:pt x="0" y="322175"/>
                  <a:pt x="10888" y="311287"/>
                  <a:pt x="24320" y="311287"/>
                </a:cubicBezTo>
                <a:close/>
                <a:moveTo>
                  <a:pt x="131476" y="311286"/>
                </a:moveTo>
                <a:cubicBezTo>
                  <a:pt x="144908" y="311286"/>
                  <a:pt x="155796" y="322174"/>
                  <a:pt x="155796" y="335606"/>
                </a:cubicBezTo>
                <a:cubicBezTo>
                  <a:pt x="155796" y="349038"/>
                  <a:pt x="144908" y="359926"/>
                  <a:pt x="131476" y="359926"/>
                </a:cubicBezTo>
                <a:cubicBezTo>
                  <a:pt x="118044" y="359926"/>
                  <a:pt x="107156" y="349038"/>
                  <a:pt x="107156" y="335606"/>
                </a:cubicBezTo>
                <a:cubicBezTo>
                  <a:pt x="107156" y="322174"/>
                  <a:pt x="118044" y="311286"/>
                  <a:pt x="131476" y="311286"/>
                </a:cubicBezTo>
                <a:close/>
                <a:moveTo>
                  <a:pt x="238632" y="311286"/>
                </a:moveTo>
                <a:cubicBezTo>
                  <a:pt x="252064" y="311286"/>
                  <a:pt x="262952" y="322174"/>
                  <a:pt x="262952" y="335606"/>
                </a:cubicBezTo>
                <a:cubicBezTo>
                  <a:pt x="262952" y="349038"/>
                  <a:pt x="252064" y="359926"/>
                  <a:pt x="238632" y="359926"/>
                </a:cubicBezTo>
                <a:cubicBezTo>
                  <a:pt x="225200" y="359926"/>
                  <a:pt x="214312" y="349038"/>
                  <a:pt x="214312" y="335606"/>
                </a:cubicBezTo>
                <a:cubicBezTo>
                  <a:pt x="214312" y="322174"/>
                  <a:pt x="225200" y="311286"/>
                  <a:pt x="238632" y="311286"/>
                </a:cubicBezTo>
                <a:close/>
                <a:moveTo>
                  <a:pt x="345788" y="311286"/>
                </a:moveTo>
                <a:cubicBezTo>
                  <a:pt x="359220" y="311286"/>
                  <a:pt x="370108" y="322174"/>
                  <a:pt x="370108" y="335606"/>
                </a:cubicBezTo>
                <a:cubicBezTo>
                  <a:pt x="370108" y="349038"/>
                  <a:pt x="359220" y="359926"/>
                  <a:pt x="345788" y="359926"/>
                </a:cubicBezTo>
                <a:cubicBezTo>
                  <a:pt x="332356" y="359926"/>
                  <a:pt x="321468" y="349038"/>
                  <a:pt x="321468" y="335606"/>
                </a:cubicBezTo>
                <a:cubicBezTo>
                  <a:pt x="321468" y="322174"/>
                  <a:pt x="332356" y="311286"/>
                  <a:pt x="345788" y="311286"/>
                </a:cubicBezTo>
                <a:close/>
                <a:moveTo>
                  <a:pt x="452944" y="311286"/>
                </a:moveTo>
                <a:cubicBezTo>
                  <a:pt x="466376" y="311286"/>
                  <a:pt x="477264" y="322174"/>
                  <a:pt x="477264" y="335606"/>
                </a:cubicBezTo>
                <a:cubicBezTo>
                  <a:pt x="477264" y="349038"/>
                  <a:pt x="466376" y="359926"/>
                  <a:pt x="452944" y="359926"/>
                </a:cubicBezTo>
                <a:cubicBezTo>
                  <a:pt x="439512" y="359926"/>
                  <a:pt x="428624" y="349038"/>
                  <a:pt x="428624" y="335606"/>
                </a:cubicBezTo>
                <a:cubicBezTo>
                  <a:pt x="428624" y="322174"/>
                  <a:pt x="439512" y="311286"/>
                  <a:pt x="452944" y="311286"/>
                </a:cubicBezTo>
                <a:close/>
                <a:moveTo>
                  <a:pt x="24320" y="155643"/>
                </a:moveTo>
                <a:cubicBezTo>
                  <a:pt x="37752" y="155643"/>
                  <a:pt x="48640" y="166531"/>
                  <a:pt x="48640" y="179963"/>
                </a:cubicBezTo>
                <a:cubicBezTo>
                  <a:pt x="48640" y="193395"/>
                  <a:pt x="37752" y="204283"/>
                  <a:pt x="24320" y="204283"/>
                </a:cubicBezTo>
                <a:cubicBezTo>
                  <a:pt x="10888" y="204283"/>
                  <a:pt x="0" y="193395"/>
                  <a:pt x="0" y="179963"/>
                </a:cubicBezTo>
                <a:cubicBezTo>
                  <a:pt x="0" y="166531"/>
                  <a:pt x="10888" y="155643"/>
                  <a:pt x="24320" y="155643"/>
                </a:cubicBezTo>
                <a:close/>
                <a:moveTo>
                  <a:pt x="131476" y="155643"/>
                </a:moveTo>
                <a:cubicBezTo>
                  <a:pt x="144908" y="155643"/>
                  <a:pt x="155796" y="166531"/>
                  <a:pt x="155796" y="179963"/>
                </a:cubicBezTo>
                <a:cubicBezTo>
                  <a:pt x="155796" y="193395"/>
                  <a:pt x="144908" y="204283"/>
                  <a:pt x="131476" y="204283"/>
                </a:cubicBezTo>
                <a:cubicBezTo>
                  <a:pt x="118044" y="204283"/>
                  <a:pt x="107156" y="193395"/>
                  <a:pt x="107156" y="179963"/>
                </a:cubicBezTo>
                <a:cubicBezTo>
                  <a:pt x="107156" y="166531"/>
                  <a:pt x="118044" y="155643"/>
                  <a:pt x="131476" y="155643"/>
                </a:cubicBezTo>
                <a:close/>
                <a:moveTo>
                  <a:pt x="238632" y="155643"/>
                </a:moveTo>
                <a:cubicBezTo>
                  <a:pt x="252064" y="155643"/>
                  <a:pt x="262952" y="166531"/>
                  <a:pt x="262952" y="179963"/>
                </a:cubicBezTo>
                <a:cubicBezTo>
                  <a:pt x="262952" y="193395"/>
                  <a:pt x="252064" y="204283"/>
                  <a:pt x="238632" y="204283"/>
                </a:cubicBezTo>
                <a:cubicBezTo>
                  <a:pt x="225200" y="204283"/>
                  <a:pt x="214312" y="193395"/>
                  <a:pt x="214312" y="179963"/>
                </a:cubicBezTo>
                <a:cubicBezTo>
                  <a:pt x="214312" y="166531"/>
                  <a:pt x="225200" y="155643"/>
                  <a:pt x="238632" y="155643"/>
                </a:cubicBezTo>
                <a:close/>
                <a:moveTo>
                  <a:pt x="345788" y="155643"/>
                </a:moveTo>
                <a:cubicBezTo>
                  <a:pt x="359220" y="155643"/>
                  <a:pt x="370108" y="166531"/>
                  <a:pt x="370108" y="179963"/>
                </a:cubicBezTo>
                <a:cubicBezTo>
                  <a:pt x="370108" y="193395"/>
                  <a:pt x="359220" y="204283"/>
                  <a:pt x="345788" y="204283"/>
                </a:cubicBezTo>
                <a:cubicBezTo>
                  <a:pt x="332356" y="204283"/>
                  <a:pt x="321468" y="193395"/>
                  <a:pt x="321468" y="179963"/>
                </a:cubicBezTo>
                <a:cubicBezTo>
                  <a:pt x="321468" y="166531"/>
                  <a:pt x="332356" y="155643"/>
                  <a:pt x="345788" y="155643"/>
                </a:cubicBezTo>
                <a:close/>
                <a:moveTo>
                  <a:pt x="452944" y="155643"/>
                </a:moveTo>
                <a:cubicBezTo>
                  <a:pt x="466376" y="155643"/>
                  <a:pt x="477264" y="166531"/>
                  <a:pt x="477264" y="179963"/>
                </a:cubicBezTo>
                <a:cubicBezTo>
                  <a:pt x="477264" y="193395"/>
                  <a:pt x="466376" y="204283"/>
                  <a:pt x="452944" y="204283"/>
                </a:cubicBezTo>
                <a:cubicBezTo>
                  <a:pt x="439512" y="204283"/>
                  <a:pt x="428624" y="193395"/>
                  <a:pt x="428624" y="179963"/>
                </a:cubicBezTo>
                <a:cubicBezTo>
                  <a:pt x="428624" y="166531"/>
                  <a:pt x="439512" y="155643"/>
                  <a:pt x="452944" y="155643"/>
                </a:cubicBezTo>
                <a:close/>
                <a:moveTo>
                  <a:pt x="452944" y="0"/>
                </a:moveTo>
                <a:cubicBezTo>
                  <a:pt x="466376" y="0"/>
                  <a:pt x="477264" y="10888"/>
                  <a:pt x="477264" y="24320"/>
                </a:cubicBezTo>
                <a:cubicBezTo>
                  <a:pt x="477264" y="37752"/>
                  <a:pt x="466376" y="48640"/>
                  <a:pt x="452944" y="48640"/>
                </a:cubicBezTo>
                <a:cubicBezTo>
                  <a:pt x="439512" y="48640"/>
                  <a:pt x="428624" y="37752"/>
                  <a:pt x="428624" y="24320"/>
                </a:cubicBezTo>
                <a:cubicBezTo>
                  <a:pt x="428624" y="10888"/>
                  <a:pt x="439512" y="0"/>
                  <a:pt x="452944" y="0"/>
                </a:cubicBezTo>
                <a:close/>
                <a:moveTo>
                  <a:pt x="345788" y="0"/>
                </a:moveTo>
                <a:cubicBezTo>
                  <a:pt x="359220" y="0"/>
                  <a:pt x="370108" y="10888"/>
                  <a:pt x="370108" y="24320"/>
                </a:cubicBezTo>
                <a:cubicBezTo>
                  <a:pt x="370108" y="37752"/>
                  <a:pt x="359220" y="48640"/>
                  <a:pt x="345788" y="48640"/>
                </a:cubicBezTo>
                <a:cubicBezTo>
                  <a:pt x="332356" y="48640"/>
                  <a:pt x="321468" y="37752"/>
                  <a:pt x="321468" y="24320"/>
                </a:cubicBezTo>
                <a:cubicBezTo>
                  <a:pt x="321468" y="10888"/>
                  <a:pt x="332356" y="0"/>
                  <a:pt x="345788" y="0"/>
                </a:cubicBezTo>
                <a:close/>
                <a:moveTo>
                  <a:pt x="238632" y="0"/>
                </a:moveTo>
                <a:cubicBezTo>
                  <a:pt x="252064" y="0"/>
                  <a:pt x="262952" y="10888"/>
                  <a:pt x="262952" y="24320"/>
                </a:cubicBezTo>
                <a:cubicBezTo>
                  <a:pt x="262952" y="37752"/>
                  <a:pt x="252064" y="48640"/>
                  <a:pt x="238632" y="48640"/>
                </a:cubicBezTo>
                <a:cubicBezTo>
                  <a:pt x="225200" y="48640"/>
                  <a:pt x="214312" y="37752"/>
                  <a:pt x="214312" y="24320"/>
                </a:cubicBezTo>
                <a:cubicBezTo>
                  <a:pt x="214312" y="10888"/>
                  <a:pt x="225200" y="0"/>
                  <a:pt x="238632" y="0"/>
                </a:cubicBezTo>
                <a:close/>
                <a:moveTo>
                  <a:pt x="131476" y="0"/>
                </a:moveTo>
                <a:cubicBezTo>
                  <a:pt x="144908" y="0"/>
                  <a:pt x="155796" y="10888"/>
                  <a:pt x="155796" y="24320"/>
                </a:cubicBezTo>
                <a:cubicBezTo>
                  <a:pt x="155796" y="37752"/>
                  <a:pt x="144908" y="48640"/>
                  <a:pt x="131476" y="48640"/>
                </a:cubicBezTo>
                <a:cubicBezTo>
                  <a:pt x="118044" y="48640"/>
                  <a:pt x="107156" y="37752"/>
                  <a:pt x="107156" y="24320"/>
                </a:cubicBezTo>
                <a:cubicBezTo>
                  <a:pt x="107156" y="10888"/>
                  <a:pt x="118044" y="0"/>
                  <a:pt x="131476" y="0"/>
                </a:cubicBezTo>
                <a:close/>
                <a:moveTo>
                  <a:pt x="24320" y="0"/>
                </a:moveTo>
                <a:cubicBezTo>
                  <a:pt x="37752" y="0"/>
                  <a:pt x="48640" y="10888"/>
                  <a:pt x="48640" y="24320"/>
                </a:cubicBezTo>
                <a:cubicBezTo>
                  <a:pt x="48640" y="37752"/>
                  <a:pt x="37752" y="48640"/>
                  <a:pt x="24320" y="48640"/>
                </a:cubicBezTo>
                <a:cubicBezTo>
                  <a:pt x="10888" y="48640"/>
                  <a:pt x="0" y="37752"/>
                  <a:pt x="0" y="24320"/>
                </a:cubicBezTo>
                <a:cubicBezTo>
                  <a:pt x="0" y="10888"/>
                  <a:pt x="10888" y="0"/>
                  <a:pt x="24320" y="0"/>
                </a:cubicBezTo>
                <a:close/>
              </a:path>
            </a:pathLst>
          </a:cu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sp>
        <p:nvSpPr>
          <p:cNvPr id="27" name="矩形 26"/>
          <p:cNvSpPr/>
          <p:nvPr/>
        </p:nvSpPr>
        <p:spPr>
          <a:xfrm>
            <a:off x="11933555" y="543560"/>
            <a:ext cx="258445" cy="111760"/>
          </a:xfrm>
          <a:prstGeom prst="rect">
            <a:avLst/>
          </a:prstGeom>
          <a:solidFill>
            <a:srgbClr val="62EFF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lumMod val="85000"/>
                  <a:lumOff val="15000"/>
                </a:schemeClr>
              </a:solidFill>
            </a:endParaRPr>
          </a:p>
        </p:txBody>
      </p:sp>
      <p:grpSp>
        <p:nvGrpSpPr>
          <p:cNvPr id="10" name="组合 9"/>
          <p:cNvGrpSpPr/>
          <p:nvPr/>
        </p:nvGrpSpPr>
        <p:grpSpPr>
          <a:xfrm>
            <a:off x="284882" y="241573"/>
            <a:ext cx="6752590" cy="1076325"/>
            <a:chOff x="284882" y="285115"/>
            <a:chExt cx="6752590" cy="1076325"/>
          </a:xfrm>
        </p:grpSpPr>
        <p:sp>
          <p:nvSpPr>
            <p:cNvPr id="21" name="文本框 20"/>
            <p:cNvSpPr txBox="1"/>
            <p:nvPr/>
          </p:nvSpPr>
          <p:spPr>
            <a:xfrm>
              <a:off x="831617" y="285115"/>
              <a:ext cx="6205855" cy="1076325"/>
            </a:xfrm>
            <a:prstGeom prst="rect">
              <a:avLst/>
            </a:prstGeom>
            <a:noFill/>
          </p:spPr>
          <p:txBody>
            <a:bodyPr wrap="square" rtlCol="0">
              <a:spAutoFit/>
            </a:bodyPr>
            <a:lstStyle/>
            <a:p>
              <a:r>
                <a:rPr lang="en-US" altLang="zh-CN" sz="3200" dirty="0">
                  <a:solidFill>
                    <a:schemeClr val="tx1">
                      <a:lumMod val="85000"/>
                      <a:lumOff val="15000"/>
                    </a:schemeClr>
                  </a:solidFill>
                  <a:latin typeface="报隶-简" panose="02010600040101010101" charset="-122"/>
                  <a:ea typeface="报隶-简" panose="02010600040101010101" charset="-122"/>
                  <a:cs typeface="+mn-ea"/>
                  <a:sym typeface="Arial" panose="020B0604020202020204" pitchFamily="34" charset="0"/>
                </a:rPr>
                <a:t>MLFLOW+TensorFlow</a:t>
              </a:r>
              <a:endParaRPr lang="en-US" altLang="zh-CN" sz="3200" b="1" dirty="0">
                <a:solidFill>
                  <a:srgbClr val="1730CA"/>
                </a:solidFill>
                <a:latin typeface="Arial" panose="020B0604020202020204" pitchFamily="34" charset="0"/>
                <a:ea typeface="微软雅黑" pitchFamily="34" charset="-122"/>
                <a:cs typeface="+mn-ea"/>
                <a:sym typeface="Arial" panose="020B0604020202020204" pitchFamily="34" charset="0"/>
              </a:endParaRPr>
            </a:p>
            <a:p>
              <a:endParaRPr lang="zh-CN" altLang="en-US" sz="3200" dirty="0">
                <a:solidFill>
                  <a:schemeClr val="tx1">
                    <a:lumMod val="85000"/>
                    <a:lumOff val="15000"/>
                  </a:schemeClr>
                </a:solidFill>
                <a:latin typeface="报隶-简" panose="02010600040101010101" charset="-122"/>
                <a:ea typeface="报隶-简" panose="02010600040101010101" charset="-122"/>
                <a:cs typeface="+mn-ea"/>
                <a:sym typeface="+mn-lt"/>
              </a:endParaRPr>
            </a:p>
          </p:txBody>
        </p:sp>
        <p:grpSp>
          <p:nvGrpSpPr>
            <p:cNvPr id="13" name="组合 12"/>
            <p:cNvGrpSpPr/>
            <p:nvPr/>
          </p:nvGrpSpPr>
          <p:grpSpPr>
            <a:xfrm>
              <a:off x="284882" y="369226"/>
              <a:ext cx="542432" cy="542432"/>
              <a:chOff x="4058577" y="4375150"/>
              <a:chExt cx="1384300" cy="1384300"/>
            </a:xfrm>
          </p:grpSpPr>
          <p:sp>
            <p:nvSpPr>
              <p:cNvPr id="9" name="椭圆 8"/>
              <p:cNvSpPr/>
              <p:nvPr/>
            </p:nvSpPr>
            <p:spPr>
              <a:xfrm>
                <a:off x="4058577" y="4375150"/>
                <a:ext cx="1384300" cy="1384300"/>
              </a:xfrm>
              <a:prstGeom prst="ellipse">
                <a:avLst/>
              </a:prstGeom>
              <a:gradFill flip="none" rotWithShape="1">
                <a:gsLst>
                  <a:gs pos="38000">
                    <a:srgbClr val="62EFFE"/>
                  </a:gs>
                  <a:gs pos="90000">
                    <a:srgbClr val="02ECFE"/>
                  </a:gs>
                </a:gsLst>
                <a:lin ang="54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a:solidFill>
                    <a:schemeClr val="tx1">
                      <a:lumMod val="85000"/>
                      <a:lumOff val="15000"/>
                    </a:schemeClr>
                  </a:solidFill>
                  <a:latin typeface="思源黑体 CN Bold" panose="020B0800000000000000" pitchFamily="34" charset="-122"/>
                  <a:ea typeface="思源黑体 CN Bold" panose="020B0800000000000000" pitchFamily="34" charset="-122"/>
                  <a:cs typeface="+mn-ea"/>
                </a:endParaRPr>
              </a:p>
            </p:txBody>
          </p:sp>
          <p:pic>
            <p:nvPicPr>
              <p:cNvPr id="11" name="图片 10"/>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4311650" y="4619625"/>
                <a:ext cx="889000" cy="889000"/>
              </a:xfrm>
              <a:prstGeom prst="rect">
                <a:avLst/>
              </a:prstGeom>
            </p:spPr>
          </p:pic>
        </p:grpSp>
      </p:grpSp>
      <p:sp>
        <p:nvSpPr>
          <p:cNvPr id="12" name="文本框 11"/>
          <p:cNvSpPr txBox="1"/>
          <p:nvPr/>
        </p:nvSpPr>
        <p:spPr>
          <a:xfrm>
            <a:off x="9031605" y="569557"/>
            <a:ext cx="2705562" cy="337185"/>
          </a:xfrm>
          <a:prstGeom prst="rect">
            <a:avLst/>
          </a:prstGeom>
          <a:noFill/>
        </p:spPr>
        <p:txBody>
          <a:bodyPr wrap="square" rtlCol="0">
            <a:spAutoFit/>
          </a:bodyPr>
          <a:p>
            <a:pPr algn="dist"/>
            <a:r>
              <a:rPr lang="zh-CN" altLang="en-US" sz="1600" b="1" dirty="0">
                <a:solidFill>
                  <a:schemeClr val="tx1"/>
                </a:solidFill>
                <a:latin typeface="思源黑体 CN Normal" panose="020B0400000000000000" pitchFamily="34" charset="-122"/>
                <a:ea typeface="思源黑体 CN Normal" panose="020B0400000000000000" pitchFamily="34" charset="-122"/>
                <a:cs typeface="+mn-ea"/>
                <a:sym typeface="+mn-lt"/>
              </a:rPr>
              <a:t>20</a:t>
            </a:r>
            <a:r>
              <a:rPr lang="en-US" altLang="zh-CN" sz="1600" b="1" dirty="0">
                <a:solidFill>
                  <a:schemeClr val="tx1"/>
                </a:solidFill>
                <a:latin typeface="思源黑体 CN Normal" panose="020B0400000000000000" pitchFamily="34" charset="-122"/>
                <a:ea typeface="思源黑体 CN Normal" panose="020B0400000000000000" pitchFamily="34" charset="-122"/>
                <a:cs typeface="+mn-ea"/>
                <a:sym typeface="+mn-lt"/>
              </a:rPr>
              <a:t>23Google</a:t>
            </a:r>
            <a:r>
              <a:rPr lang="zh-CN" altLang="en-US" sz="1600" b="1" dirty="0">
                <a:solidFill>
                  <a:schemeClr val="tx1"/>
                </a:solidFill>
                <a:latin typeface="思源黑体 CN Normal" panose="020B0400000000000000" pitchFamily="34" charset="-122"/>
                <a:ea typeface="思源黑体 CN Normal" panose="020B0400000000000000" pitchFamily="34" charset="-122"/>
                <a:cs typeface="+mn-ea"/>
                <a:sym typeface="+mn-lt"/>
              </a:rPr>
              <a:t>开发者大会</a:t>
            </a:r>
            <a:endParaRPr lang="zh-CN" altLang="en-US" sz="1600" b="1" dirty="0">
              <a:solidFill>
                <a:schemeClr val="tx1"/>
              </a:solidFill>
              <a:latin typeface="思源黑体 CN Normal" panose="020B0400000000000000" pitchFamily="34" charset="-122"/>
              <a:ea typeface="思源黑体 CN Normal" panose="020B0400000000000000" pitchFamily="34" charset="-122"/>
              <a:cs typeface="+mn-ea"/>
              <a:sym typeface="+mn-lt"/>
            </a:endParaRPr>
          </a:p>
        </p:txBody>
      </p:sp>
      <p:pic>
        <p:nvPicPr>
          <p:cNvPr id="16" name="图片 15"/>
          <p:cNvPicPr>
            <a:picLocks noChangeAspect="1"/>
          </p:cNvPicPr>
          <p:nvPr>
            <p:custDataLst>
              <p:tags r:id="rId2"/>
            </p:custDataLst>
          </p:nvPr>
        </p:nvPicPr>
        <p:blipFill>
          <a:blip r:embed="rId3"/>
          <a:stretch>
            <a:fillRect/>
          </a:stretch>
        </p:blipFill>
        <p:spPr>
          <a:xfrm>
            <a:off x="493395" y="1855470"/>
            <a:ext cx="10885805" cy="4857115"/>
          </a:xfrm>
          <a:prstGeom prst="rect">
            <a:avLst/>
          </a:prstGeom>
        </p:spPr>
      </p:pic>
      <p:sp>
        <p:nvSpPr>
          <p:cNvPr id="17" name="文本框 16"/>
          <p:cNvSpPr txBox="1"/>
          <p:nvPr>
            <p:custDataLst>
              <p:tags r:id="rId4"/>
            </p:custDataLst>
          </p:nvPr>
        </p:nvSpPr>
        <p:spPr>
          <a:xfrm>
            <a:off x="493395" y="906780"/>
            <a:ext cx="10322560" cy="1032510"/>
          </a:xfrm>
          <a:prstGeom prst="rect">
            <a:avLst/>
          </a:prstGeom>
          <a:noFill/>
        </p:spPr>
        <p:txBody>
          <a:bodyPr wrap="square" rtlCol="0">
            <a:noAutofit/>
          </a:bodyPr>
          <a:p>
            <a:r>
              <a:rPr lang="zh-CN" altLang="en-US" sz="1400">
                <a:latin typeface="汉仪中宋简" panose="02010600000101010101" charset="-122"/>
                <a:ea typeface="汉仪中宋简" panose="02010600000101010101" charset="-122"/>
              </a:rPr>
              <a:t>基于数据分析以及特征构造等过程，构建</a:t>
            </a:r>
            <a:r>
              <a:rPr lang="en-US" altLang="zh-CN" sz="1400">
                <a:latin typeface="汉仪中宋简" panose="02010600000101010101" charset="-122"/>
                <a:ea typeface="汉仪中宋简" panose="02010600000101010101" charset="-122"/>
              </a:rPr>
              <a:t>VTE</a:t>
            </a:r>
            <a:r>
              <a:rPr lang="zh-CN" altLang="en-US" sz="1400">
                <a:latin typeface="汉仪中宋简" panose="02010600000101010101" charset="-122"/>
                <a:ea typeface="汉仪中宋简" panose="02010600000101010101" charset="-122"/>
              </a:rPr>
              <a:t>分类预测模型的输入特征和输出目标，基于</a:t>
            </a:r>
            <a:r>
              <a:rPr lang="en-US" altLang="zh-CN" sz="1400">
                <a:latin typeface="汉仪中宋简" panose="02010600000101010101" charset="-122"/>
                <a:ea typeface="汉仪中宋简" panose="02010600000101010101" charset="-122"/>
              </a:rPr>
              <a:t>MLFLOW</a:t>
            </a:r>
            <a:r>
              <a:rPr lang="zh-CN" altLang="en-US" sz="1400">
                <a:latin typeface="汉仪中宋简" panose="02010600000101010101" charset="-122"/>
                <a:ea typeface="汉仪中宋简" panose="02010600000101010101" charset="-122"/>
              </a:rPr>
              <a:t>和</a:t>
            </a:r>
            <a:r>
              <a:rPr lang="en-US" altLang="zh-CN" sz="1400">
                <a:latin typeface="汉仪中宋简" panose="02010600000101010101" charset="-122"/>
                <a:ea typeface="汉仪中宋简" panose="02010600000101010101" charset="-122"/>
              </a:rPr>
              <a:t>TensorFlow</a:t>
            </a:r>
            <a:r>
              <a:rPr lang="zh-CN" altLang="en-US" sz="1400">
                <a:latin typeface="汉仪中宋简" panose="02010600000101010101" charset="-122"/>
                <a:ea typeface="汉仪中宋简" panose="02010600000101010101" charset="-122"/>
              </a:rPr>
              <a:t>快速构建</a:t>
            </a:r>
            <a:r>
              <a:rPr lang="en-US" altLang="zh-CN" sz="1400">
                <a:latin typeface="汉仪中宋简" panose="02010600000101010101" charset="-122"/>
                <a:ea typeface="汉仪中宋简" panose="02010600000101010101" charset="-122"/>
              </a:rPr>
              <a:t>VTE</a:t>
            </a:r>
            <a:r>
              <a:rPr lang="zh-CN" altLang="en-US" sz="1400">
                <a:latin typeface="汉仪中宋简" panose="02010600000101010101" charset="-122"/>
                <a:ea typeface="汉仪中宋简" panose="02010600000101010101" charset="-122"/>
              </a:rPr>
              <a:t>模型训练日志记录系统，方便开发者针对特征和模型优化分析实验。</a:t>
            </a:r>
            <a:endParaRPr lang="zh-CN" altLang="en-US" sz="1400">
              <a:latin typeface="汉仪中宋简" panose="02010600000101010101" charset="-122"/>
              <a:ea typeface="汉仪中宋简" panose="02010600000101010101" charset="-122"/>
            </a:endParaRPr>
          </a:p>
        </p:txBody>
      </p:sp>
    </p:spTree>
  </p:cSld>
  <p:clrMapOvr>
    <a:masterClrMapping/>
  </p:clrMapOvr>
  <mc:AlternateContent xmlns:mc="http://schemas.openxmlformats.org/markup-compatibility/2006">
    <mc:Choice xmlns:p14="http://schemas.microsoft.com/office/powerpoint/2010/main" Requires="p14">
      <p:transition spd="slow" p14:dur="1600" advTm="5000">
        <p14:prism isInverted="1"/>
      </p:transition>
    </mc:Choice>
    <mc:Fallback>
      <p:transition spd="slow" advTm="5000">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8" name="组合 7"/>
          <p:cNvGrpSpPr/>
          <p:nvPr/>
        </p:nvGrpSpPr>
        <p:grpSpPr>
          <a:xfrm>
            <a:off x="-698500" y="-582990"/>
            <a:ext cx="13589000" cy="8023980"/>
            <a:chOff x="-863600" y="-584200"/>
            <a:chExt cx="13335000" cy="7874000"/>
          </a:xfrm>
          <a:solidFill>
            <a:srgbClr val="E6E6E6"/>
          </a:solidFill>
        </p:grpSpPr>
        <p:grpSp>
          <p:nvGrpSpPr>
            <p:cNvPr id="4" name="组合 3"/>
            <p:cNvGrpSpPr/>
            <p:nvPr/>
          </p:nvGrpSpPr>
          <p:grpSpPr>
            <a:xfrm>
              <a:off x="-863600" y="-584200"/>
              <a:ext cx="165100" cy="7874000"/>
              <a:chOff x="-863600" y="-584200"/>
              <a:chExt cx="165100" cy="7874000"/>
            </a:xfrm>
            <a:grpFill/>
          </p:grpSpPr>
          <p:sp>
            <p:nvSpPr>
              <p:cNvPr id="2" name="椭圆 1"/>
              <p:cNvSpPr/>
              <p:nvPr/>
            </p:nvSpPr>
            <p:spPr>
              <a:xfrm>
                <a:off x="-863600" y="-584200"/>
                <a:ext cx="165100" cy="165100"/>
              </a:xfrm>
              <a:prstGeom prst="ellipse">
                <a:avLst/>
              </a:prstGeom>
              <a:grp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椭圆 2"/>
              <p:cNvSpPr/>
              <p:nvPr/>
            </p:nvSpPr>
            <p:spPr>
              <a:xfrm>
                <a:off x="-863600" y="7124700"/>
                <a:ext cx="165100" cy="165100"/>
              </a:xfrm>
              <a:prstGeom prst="ellipse">
                <a:avLst/>
              </a:prstGeom>
              <a:grp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5" name="组合 4"/>
            <p:cNvGrpSpPr/>
            <p:nvPr/>
          </p:nvGrpSpPr>
          <p:grpSpPr>
            <a:xfrm>
              <a:off x="12306300" y="-584200"/>
              <a:ext cx="165100" cy="7874000"/>
              <a:chOff x="-863600" y="-584200"/>
              <a:chExt cx="165100" cy="7874000"/>
            </a:xfrm>
            <a:grpFill/>
          </p:grpSpPr>
          <p:sp>
            <p:nvSpPr>
              <p:cNvPr id="6" name="椭圆 5"/>
              <p:cNvSpPr/>
              <p:nvPr/>
            </p:nvSpPr>
            <p:spPr>
              <a:xfrm>
                <a:off x="-863600" y="-584200"/>
                <a:ext cx="165100" cy="165100"/>
              </a:xfrm>
              <a:prstGeom prst="ellipse">
                <a:avLst/>
              </a:prstGeom>
              <a:grp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椭圆 6"/>
              <p:cNvSpPr/>
              <p:nvPr/>
            </p:nvSpPr>
            <p:spPr>
              <a:xfrm>
                <a:off x="-863600" y="7124700"/>
                <a:ext cx="165100" cy="165100"/>
              </a:xfrm>
              <a:prstGeom prst="ellipse">
                <a:avLst/>
              </a:prstGeom>
              <a:grp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sp>
        <p:nvSpPr>
          <p:cNvPr id="25" name="任意多边形: 形状 24"/>
          <p:cNvSpPr/>
          <p:nvPr/>
        </p:nvSpPr>
        <p:spPr>
          <a:xfrm>
            <a:off x="11328401" y="4965700"/>
            <a:ext cx="396593" cy="816428"/>
          </a:xfrm>
          <a:custGeom>
            <a:avLst/>
            <a:gdLst>
              <a:gd name="connsiteX0" fmla="*/ 452944 w 477264"/>
              <a:gd name="connsiteY0" fmla="*/ 933858 h 982498"/>
              <a:gd name="connsiteX1" fmla="*/ 477264 w 477264"/>
              <a:gd name="connsiteY1" fmla="*/ 958178 h 982498"/>
              <a:gd name="connsiteX2" fmla="*/ 452944 w 477264"/>
              <a:gd name="connsiteY2" fmla="*/ 982498 h 982498"/>
              <a:gd name="connsiteX3" fmla="*/ 428624 w 477264"/>
              <a:gd name="connsiteY3" fmla="*/ 958178 h 982498"/>
              <a:gd name="connsiteX4" fmla="*/ 452944 w 477264"/>
              <a:gd name="connsiteY4" fmla="*/ 933858 h 982498"/>
              <a:gd name="connsiteX5" fmla="*/ 345788 w 477264"/>
              <a:gd name="connsiteY5" fmla="*/ 933858 h 982498"/>
              <a:gd name="connsiteX6" fmla="*/ 370108 w 477264"/>
              <a:gd name="connsiteY6" fmla="*/ 958178 h 982498"/>
              <a:gd name="connsiteX7" fmla="*/ 345788 w 477264"/>
              <a:gd name="connsiteY7" fmla="*/ 982498 h 982498"/>
              <a:gd name="connsiteX8" fmla="*/ 321468 w 477264"/>
              <a:gd name="connsiteY8" fmla="*/ 958178 h 982498"/>
              <a:gd name="connsiteX9" fmla="*/ 345788 w 477264"/>
              <a:gd name="connsiteY9" fmla="*/ 933858 h 982498"/>
              <a:gd name="connsiteX10" fmla="*/ 238632 w 477264"/>
              <a:gd name="connsiteY10" fmla="*/ 933858 h 982498"/>
              <a:gd name="connsiteX11" fmla="*/ 262952 w 477264"/>
              <a:gd name="connsiteY11" fmla="*/ 958178 h 982498"/>
              <a:gd name="connsiteX12" fmla="*/ 238632 w 477264"/>
              <a:gd name="connsiteY12" fmla="*/ 982498 h 982498"/>
              <a:gd name="connsiteX13" fmla="*/ 214312 w 477264"/>
              <a:gd name="connsiteY13" fmla="*/ 958178 h 982498"/>
              <a:gd name="connsiteX14" fmla="*/ 238632 w 477264"/>
              <a:gd name="connsiteY14" fmla="*/ 933858 h 982498"/>
              <a:gd name="connsiteX15" fmla="*/ 131476 w 477264"/>
              <a:gd name="connsiteY15" fmla="*/ 933858 h 982498"/>
              <a:gd name="connsiteX16" fmla="*/ 155796 w 477264"/>
              <a:gd name="connsiteY16" fmla="*/ 958178 h 982498"/>
              <a:gd name="connsiteX17" fmla="*/ 131476 w 477264"/>
              <a:gd name="connsiteY17" fmla="*/ 982498 h 982498"/>
              <a:gd name="connsiteX18" fmla="*/ 107156 w 477264"/>
              <a:gd name="connsiteY18" fmla="*/ 958178 h 982498"/>
              <a:gd name="connsiteX19" fmla="*/ 131476 w 477264"/>
              <a:gd name="connsiteY19" fmla="*/ 933858 h 982498"/>
              <a:gd name="connsiteX20" fmla="*/ 24320 w 477264"/>
              <a:gd name="connsiteY20" fmla="*/ 933858 h 982498"/>
              <a:gd name="connsiteX21" fmla="*/ 48640 w 477264"/>
              <a:gd name="connsiteY21" fmla="*/ 958178 h 982498"/>
              <a:gd name="connsiteX22" fmla="*/ 24320 w 477264"/>
              <a:gd name="connsiteY22" fmla="*/ 982498 h 982498"/>
              <a:gd name="connsiteX23" fmla="*/ 0 w 477264"/>
              <a:gd name="connsiteY23" fmla="*/ 958178 h 982498"/>
              <a:gd name="connsiteX24" fmla="*/ 24320 w 477264"/>
              <a:gd name="connsiteY24" fmla="*/ 933858 h 982498"/>
              <a:gd name="connsiteX25" fmla="*/ 452944 w 477264"/>
              <a:gd name="connsiteY25" fmla="*/ 778215 h 982498"/>
              <a:gd name="connsiteX26" fmla="*/ 477264 w 477264"/>
              <a:gd name="connsiteY26" fmla="*/ 802535 h 982498"/>
              <a:gd name="connsiteX27" fmla="*/ 452944 w 477264"/>
              <a:gd name="connsiteY27" fmla="*/ 826855 h 982498"/>
              <a:gd name="connsiteX28" fmla="*/ 428624 w 477264"/>
              <a:gd name="connsiteY28" fmla="*/ 802535 h 982498"/>
              <a:gd name="connsiteX29" fmla="*/ 452944 w 477264"/>
              <a:gd name="connsiteY29" fmla="*/ 778215 h 982498"/>
              <a:gd name="connsiteX30" fmla="*/ 345788 w 477264"/>
              <a:gd name="connsiteY30" fmla="*/ 778215 h 982498"/>
              <a:gd name="connsiteX31" fmla="*/ 370108 w 477264"/>
              <a:gd name="connsiteY31" fmla="*/ 802535 h 982498"/>
              <a:gd name="connsiteX32" fmla="*/ 345788 w 477264"/>
              <a:gd name="connsiteY32" fmla="*/ 826855 h 982498"/>
              <a:gd name="connsiteX33" fmla="*/ 321468 w 477264"/>
              <a:gd name="connsiteY33" fmla="*/ 802535 h 982498"/>
              <a:gd name="connsiteX34" fmla="*/ 345788 w 477264"/>
              <a:gd name="connsiteY34" fmla="*/ 778215 h 982498"/>
              <a:gd name="connsiteX35" fmla="*/ 238632 w 477264"/>
              <a:gd name="connsiteY35" fmla="*/ 778215 h 982498"/>
              <a:gd name="connsiteX36" fmla="*/ 262952 w 477264"/>
              <a:gd name="connsiteY36" fmla="*/ 802535 h 982498"/>
              <a:gd name="connsiteX37" fmla="*/ 238632 w 477264"/>
              <a:gd name="connsiteY37" fmla="*/ 826855 h 982498"/>
              <a:gd name="connsiteX38" fmla="*/ 214312 w 477264"/>
              <a:gd name="connsiteY38" fmla="*/ 802535 h 982498"/>
              <a:gd name="connsiteX39" fmla="*/ 238632 w 477264"/>
              <a:gd name="connsiteY39" fmla="*/ 778215 h 982498"/>
              <a:gd name="connsiteX40" fmla="*/ 131476 w 477264"/>
              <a:gd name="connsiteY40" fmla="*/ 778215 h 982498"/>
              <a:gd name="connsiteX41" fmla="*/ 155796 w 477264"/>
              <a:gd name="connsiteY41" fmla="*/ 802535 h 982498"/>
              <a:gd name="connsiteX42" fmla="*/ 131476 w 477264"/>
              <a:gd name="connsiteY42" fmla="*/ 826855 h 982498"/>
              <a:gd name="connsiteX43" fmla="*/ 107156 w 477264"/>
              <a:gd name="connsiteY43" fmla="*/ 802535 h 982498"/>
              <a:gd name="connsiteX44" fmla="*/ 131476 w 477264"/>
              <a:gd name="connsiteY44" fmla="*/ 778215 h 982498"/>
              <a:gd name="connsiteX45" fmla="*/ 24320 w 477264"/>
              <a:gd name="connsiteY45" fmla="*/ 778215 h 982498"/>
              <a:gd name="connsiteX46" fmla="*/ 48640 w 477264"/>
              <a:gd name="connsiteY46" fmla="*/ 802535 h 982498"/>
              <a:gd name="connsiteX47" fmla="*/ 24320 w 477264"/>
              <a:gd name="connsiteY47" fmla="*/ 826855 h 982498"/>
              <a:gd name="connsiteX48" fmla="*/ 0 w 477264"/>
              <a:gd name="connsiteY48" fmla="*/ 802535 h 982498"/>
              <a:gd name="connsiteX49" fmla="*/ 24320 w 477264"/>
              <a:gd name="connsiteY49" fmla="*/ 778215 h 982498"/>
              <a:gd name="connsiteX50" fmla="*/ 452944 w 477264"/>
              <a:gd name="connsiteY50" fmla="*/ 622572 h 982498"/>
              <a:gd name="connsiteX51" fmla="*/ 477264 w 477264"/>
              <a:gd name="connsiteY51" fmla="*/ 646892 h 982498"/>
              <a:gd name="connsiteX52" fmla="*/ 452944 w 477264"/>
              <a:gd name="connsiteY52" fmla="*/ 671212 h 982498"/>
              <a:gd name="connsiteX53" fmla="*/ 428624 w 477264"/>
              <a:gd name="connsiteY53" fmla="*/ 646892 h 982498"/>
              <a:gd name="connsiteX54" fmla="*/ 452944 w 477264"/>
              <a:gd name="connsiteY54" fmla="*/ 622572 h 982498"/>
              <a:gd name="connsiteX55" fmla="*/ 345788 w 477264"/>
              <a:gd name="connsiteY55" fmla="*/ 622572 h 982498"/>
              <a:gd name="connsiteX56" fmla="*/ 370108 w 477264"/>
              <a:gd name="connsiteY56" fmla="*/ 646892 h 982498"/>
              <a:gd name="connsiteX57" fmla="*/ 345788 w 477264"/>
              <a:gd name="connsiteY57" fmla="*/ 671212 h 982498"/>
              <a:gd name="connsiteX58" fmla="*/ 321468 w 477264"/>
              <a:gd name="connsiteY58" fmla="*/ 646892 h 982498"/>
              <a:gd name="connsiteX59" fmla="*/ 345788 w 477264"/>
              <a:gd name="connsiteY59" fmla="*/ 622572 h 982498"/>
              <a:gd name="connsiteX60" fmla="*/ 238632 w 477264"/>
              <a:gd name="connsiteY60" fmla="*/ 622572 h 982498"/>
              <a:gd name="connsiteX61" fmla="*/ 262952 w 477264"/>
              <a:gd name="connsiteY61" fmla="*/ 646892 h 982498"/>
              <a:gd name="connsiteX62" fmla="*/ 238632 w 477264"/>
              <a:gd name="connsiteY62" fmla="*/ 671212 h 982498"/>
              <a:gd name="connsiteX63" fmla="*/ 214312 w 477264"/>
              <a:gd name="connsiteY63" fmla="*/ 646892 h 982498"/>
              <a:gd name="connsiteX64" fmla="*/ 238632 w 477264"/>
              <a:gd name="connsiteY64" fmla="*/ 622572 h 982498"/>
              <a:gd name="connsiteX65" fmla="*/ 131476 w 477264"/>
              <a:gd name="connsiteY65" fmla="*/ 622572 h 982498"/>
              <a:gd name="connsiteX66" fmla="*/ 155796 w 477264"/>
              <a:gd name="connsiteY66" fmla="*/ 646892 h 982498"/>
              <a:gd name="connsiteX67" fmla="*/ 131476 w 477264"/>
              <a:gd name="connsiteY67" fmla="*/ 671212 h 982498"/>
              <a:gd name="connsiteX68" fmla="*/ 107156 w 477264"/>
              <a:gd name="connsiteY68" fmla="*/ 646892 h 982498"/>
              <a:gd name="connsiteX69" fmla="*/ 131476 w 477264"/>
              <a:gd name="connsiteY69" fmla="*/ 622572 h 982498"/>
              <a:gd name="connsiteX70" fmla="*/ 24320 w 477264"/>
              <a:gd name="connsiteY70" fmla="*/ 622572 h 982498"/>
              <a:gd name="connsiteX71" fmla="*/ 48640 w 477264"/>
              <a:gd name="connsiteY71" fmla="*/ 646892 h 982498"/>
              <a:gd name="connsiteX72" fmla="*/ 24320 w 477264"/>
              <a:gd name="connsiteY72" fmla="*/ 671212 h 982498"/>
              <a:gd name="connsiteX73" fmla="*/ 0 w 477264"/>
              <a:gd name="connsiteY73" fmla="*/ 646892 h 982498"/>
              <a:gd name="connsiteX74" fmla="*/ 24320 w 477264"/>
              <a:gd name="connsiteY74" fmla="*/ 622572 h 982498"/>
              <a:gd name="connsiteX75" fmla="*/ 24320 w 477264"/>
              <a:gd name="connsiteY75" fmla="*/ 466929 h 982498"/>
              <a:gd name="connsiteX76" fmla="*/ 48640 w 477264"/>
              <a:gd name="connsiteY76" fmla="*/ 491249 h 982498"/>
              <a:gd name="connsiteX77" fmla="*/ 24320 w 477264"/>
              <a:gd name="connsiteY77" fmla="*/ 515569 h 982498"/>
              <a:gd name="connsiteX78" fmla="*/ 0 w 477264"/>
              <a:gd name="connsiteY78" fmla="*/ 491249 h 982498"/>
              <a:gd name="connsiteX79" fmla="*/ 24320 w 477264"/>
              <a:gd name="connsiteY79" fmla="*/ 466929 h 982498"/>
              <a:gd name="connsiteX80" fmla="*/ 131476 w 477264"/>
              <a:gd name="connsiteY80" fmla="*/ 466929 h 982498"/>
              <a:gd name="connsiteX81" fmla="*/ 155796 w 477264"/>
              <a:gd name="connsiteY81" fmla="*/ 491249 h 982498"/>
              <a:gd name="connsiteX82" fmla="*/ 131476 w 477264"/>
              <a:gd name="connsiteY82" fmla="*/ 515569 h 982498"/>
              <a:gd name="connsiteX83" fmla="*/ 107156 w 477264"/>
              <a:gd name="connsiteY83" fmla="*/ 491249 h 982498"/>
              <a:gd name="connsiteX84" fmla="*/ 131476 w 477264"/>
              <a:gd name="connsiteY84" fmla="*/ 466929 h 982498"/>
              <a:gd name="connsiteX85" fmla="*/ 238632 w 477264"/>
              <a:gd name="connsiteY85" fmla="*/ 466929 h 982498"/>
              <a:gd name="connsiteX86" fmla="*/ 262952 w 477264"/>
              <a:gd name="connsiteY86" fmla="*/ 491249 h 982498"/>
              <a:gd name="connsiteX87" fmla="*/ 238632 w 477264"/>
              <a:gd name="connsiteY87" fmla="*/ 515569 h 982498"/>
              <a:gd name="connsiteX88" fmla="*/ 214312 w 477264"/>
              <a:gd name="connsiteY88" fmla="*/ 491249 h 982498"/>
              <a:gd name="connsiteX89" fmla="*/ 238632 w 477264"/>
              <a:gd name="connsiteY89" fmla="*/ 466929 h 982498"/>
              <a:gd name="connsiteX90" fmla="*/ 345788 w 477264"/>
              <a:gd name="connsiteY90" fmla="*/ 466929 h 982498"/>
              <a:gd name="connsiteX91" fmla="*/ 370108 w 477264"/>
              <a:gd name="connsiteY91" fmla="*/ 491249 h 982498"/>
              <a:gd name="connsiteX92" fmla="*/ 345788 w 477264"/>
              <a:gd name="connsiteY92" fmla="*/ 515569 h 982498"/>
              <a:gd name="connsiteX93" fmla="*/ 321468 w 477264"/>
              <a:gd name="connsiteY93" fmla="*/ 491249 h 982498"/>
              <a:gd name="connsiteX94" fmla="*/ 345788 w 477264"/>
              <a:gd name="connsiteY94" fmla="*/ 466929 h 982498"/>
              <a:gd name="connsiteX95" fmla="*/ 452944 w 477264"/>
              <a:gd name="connsiteY95" fmla="*/ 466929 h 982498"/>
              <a:gd name="connsiteX96" fmla="*/ 477264 w 477264"/>
              <a:gd name="connsiteY96" fmla="*/ 491249 h 982498"/>
              <a:gd name="connsiteX97" fmla="*/ 452944 w 477264"/>
              <a:gd name="connsiteY97" fmla="*/ 515569 h 982498"/>
              <a:gd name="connsiteX98" fmla="*/ 428624 w 477264"/>
              <a:gd name="connsiteY98" fmla="*/ 491249 h 982498"/>
              <a:gd name="connsiteX99" fmla="*/ 452944 w 477264"/>
              <a:gd name="connsiteY99" fmla="*/ 466929 h 982498"/>
              <a:gd name="connsiteX100" fmla="*/ 24320 w 477264"/>
              <a:gd name="connsiteY100" fmla="*/ 311287 h 982498"/>
              <a:gd name="connsiteX101" fmla="*/ 48640 w 477264"/>
              <a:gd name="connsiteY101" fmla="*/ 335607 h 982498"/>
              <a:gd name="connsiteX102" fmla="*/ 24320 w 477264"/>
              <a:gd name="connsiteY102" fmla="*/ 359926 h 982498"/>
              <a:gd name="connsiteX103" fmla="*/ 0 w 477264"/>
              <a:gd name="connsiteY103" fmla="*/ 335607 h 982498"/>
              <a:gd name="connsiteX104" fmla="*/ 24320 w 477264"/>
              <a:gd name="connsiteY104" fmla="*/ 311287 h 982498"/>
              <a:gd name="connsiteX105" fmla="*/ 131476 w 477264"/>
              <a:gd name="connsiteY105" fmla="*/ 311286 h 982498"/>
              <a:gd name="connsiteX106" fmla="*/ 155796 w 477264"/>
              <a:gd name="connsiteY106" fmla="*/ 335606 h 982498"/>
              <a:gd name="connsiteX107" fmla="*/ 131476 w 477264"/>
              <a:gd name="connsiteY107" fmla="*/ 359926 h 982498"/>
              <a:gd name="connsiteX108" fmla="*/ 107156 w 477264"/>
              <a:gd name="connsiteY108" fmla="*/ 335606 h 982498"/>
              <a:gd name="connsiteX109" fmla="*/ 131476 w 477264"/>
              <a:gd name="connsiteY109" fmla="*/ 311286 h 982498"/>
              <a:gd name="connsiteX110" fmla="*/ 238632 w 477264"/>
              <a:gd name="connsiteY110" fmla="*/ 311286 h 982498"/>
              <a:gd name="connsiteX111" fmla="*/ 262952 w 477264"/>
              <a:gd name="connsiteY111" fmla="*/ 335606 h 982498"/>
              <a:gd name="connsiteX112" fmla="*/ 238632 w 477264"/>
              <a:gd name="connsiteY112" fmla="*/ 359926 h 982498"/>
              <a:gd name="connsiteX113" fmla="*/ 214312 w 477264"/>
              <a:gd name="connsiteY113" fmla="*/ 335606 h 982498"/>
              <a:gd name="connsiteX114" fmla="*/ 238632 w 477264"/>
              <a:gd name="connsiteY114" fmla="*/ 311286 h 982498"/>
              <a:gd name="connsiteX115" fmla="*/ 345788 w 477264"/>
              <a:gd name="connsiteY115" fmla="*/ 311286 h 982498"/>
              <a:gd name="connsiteX116" fmla="*/ 370108 w 477264"/>
              <a:gd name="connsiteY116" fmla="*/ 335606 h 982498"/>
              <a:gd name="connsiteX117" fmla="*/ 345788 w 477264"/>
              <a:gd name="connsiteY117" fmla="*/ 359926 h 982498"/>
              <a:gd name="connsiteX118" fmla="*/ 321468 w 477264"/>
              <a:gd name="connsiteY118" fmla="*/ 335606 h 982498"/>
              <a:gd name="connsiteX119" fmla="*/ 345788 w 477264"/>
              <a:gd name="connsiteY119" fmla="*/ 311286 h 982498"/>
              <a:gd name="connsiteX120" fmla="*/ 452944 w 477264"/>
              <a:gd name="connsiteY120" fmla="*/ 311286 h 982498"/>
              <a:gd name="connsiteX121" fmla="*/ 477264 w 477264"/>
              <a:gd name="connsiteY121" fmla="*/ 335606 h 982498"/>
              <a:gd name="connsiteX122" fmla="*/ 452944 w 477264"/>
              <a:gd name="connsiteY122" fmla="*/ 359926 h 982498"/>
              <a:gd name="connsiteX123" fmla="*/ 428624 w 477264"/>
              <a:gd name="connsiteY123" fmla="*/ 335606 h 982498"/>
              <a:gd name="connsiteX124" fmla="*/ 452944 w 477264"/>
              <a:gd name="connsiteY124" fmla="*/ 311286 h 982498"/>
              <a:gd name="connsiteX125" fmla="*/ 24320 w 477264"/>
              <a:gd name="connsiteY125" fmla="*/ 155643 h 982498"/>
              <a:gd name="connsiteX126" fmla="*/ 48640 w 477264"/>
              <a:gd name="connsiteY126" fmla="*/ 179963 h 982498"/>
              <a:gd name="connsiteX127" fmla="*/ 24320 w 477264"/>
              <a:gd name="connsiteY127" fmla="*/ 204283 h 982498"/>
              <a:gd name="connsiteX128" fmla="*/ 0 w 477264"/>
              <a:gd name="connsiteY128" fmla="*/ 179963 h 982498"/>
              <a:gd name="connsiteX129" fmla="*/ 24320 w 477264"/>
              <a:gd name="connsiteY129" fmla="*/ 155643 h 982498"/>
              <a:gd name="connsiteX130" fmla="*/ 131476 w 477264"/>
              <a:gd name="connsiteY130" fmla="*/ 155643 h 982498"/>
              <a:gd name="connsiteX131" fmla="*/ 155796 w 477264"/>
              <a:gd name="connsiteY131" fmla="*/ 179963 h 982498"/>
              <a:gd name="connsiteX132" fmla="*/ 131476 w 477264"/>
              <a:gd name="connsiteY132" fmla="*/ 204283 h 982498"/>
              <a:gd name="connsiteX133" fmla="*/ 107156 w 477264"/>
              <a:gd name="connsiteY133" fmla="*/ 179963 h 982498"/>
              <a:gd name="connsiteX134" fmla="*/ 131476 w 477264"/>
              <a:gd name="connsiteY134" fmla="*/ 155643 h 982498"/>
              <a:gd name="connsiteX135" fmla="*/ 238632 w 477264"/>
              <a:gd name="connsiteY135" fmla="*/ 155643 h 982498"/>
              <a:gd name="connsiteX136" fmla="*/ 262952 w 477264"/>
              <a:gd name="connsiteY136" fmla="*/ 179963 h 982498"/>
              <a:gd name="connsiteX137" fmla="*/ 238632 w 477264"/>
              <a:gd name="connsiteY137" fmla="*/ 204283 h 982498"/>
              <a:gd name="connsiteX138" fmla="*/ 214312 w 477264"/>
              <a:gd name="connsiteY138" fmla="*/ 179963 h 982498"/>
              <a:gd name="connsiteX139" fmla="*/ 238632 w 477264"/>
              <a:gd name="connsiteY139" fmla="*/ 155643 h 982498"/>
              <a:gd name="connsiteX140" fmla="*/ 345788 w 477264"/>
              <a:gd name="connsiteY140" fmla="*/ 155643 h 982498"/>
              <a:gd name="connsiteX141" fmla="*/ 370108 w 477264"/>
              <a:gd name="connsiteY141" fmla="*/ 179963 h 982498"/>
              <a:gd name="connsiteX142" fmla="*/ 345788 w 477264"/>
              <a:gd name="connsiteY142" fmla="*/ 204283 h 982498"/>
              <a:gd name="connsiteX143" fmla="*/ 321468 w 477264"/>
              <a:gd name="connsiteY143" fmla="*/ 179963 h 982498"/>
              <a:gd name="connsiteX144" fmla="*/ 345788 w 477264"/>
              <a:gd name="connsiteY144" fmla="*/ 155643 h 982498"/>
              <a:gd name="connsiteX145" fmla="*/ 452944 w 477264"/>
              <a:gd name="connsiteY145" fmla="*/ 155643 h 982498"/>
              <a:gd name="connsiteX146" fmla="*/ 477264 w 477264"/>
              <a:gd name="connsiteY146" fmla="*/ 179963 h 982498"/>
              <a:gd name="connsiteX147" fmla="*/ 452944 w 477264"/>
              <a:gd name="connsiteY147" fmla="*/ 204283 h 982498"/>
              <a:gd name="connsiteX148" fmla="*/ 428624 w 477264"/>
              <a:gd name="connsiteY148" fmla="*/ 179963 h 982498"/>
              <a:gd name="connsiteX149" fmla="*/ 452944 w 477264"/>
              <a:gd name="connsiteY149" fmla="*/ 155643 h 982498"/>
              <a:gd name="connsiteX150" fmla="*/ 452944 w 477264"/>
              <a:gd name="connsiteY150" fmla="*/ 0 h 982498"/>
              <a:gd name="connsiteX151" fmla="*/ 477264 w 477264"/>
              <a:gd name="connsiteY151" fmla="*/ 24320 h 982498"/>
              <a:gd name="connsiteX152" fmla="*/ 452944 w 477264"/>
              <a:gd name="connsiteY152" fmla="*/ 48640 h 982498"/>
              <a:gd name="connsiteX153" fmla="*/ 428624 w 477264"/>
              <a:gd name="connsiteY153" fmla="*/ 24320 h 982498"/>
              <a:gd name="connsiteX154" fmla="*/ 452944 w 477264"/>
              <a:gd name="connsiteY154" fmla="*/ 0 h 982498"/>
              <a:gd name="connsiteX155" fmla="*/ 345788 w 477264"/>
              <a:gd name="connsiteY155" fmla="*/ 0 h 982498"/>
              <a:gd name="connsiteX156" fmla="*/ 370108 w 477264"/>
              <a:gd name="connsiteY156" fmla="*/ 24320 h 982498"/>
              <a:gd name="connsiteX157" fmla="*/ 345788 w 477264"/>
              <a:gd name="connsiteY157" fmla="*/ 48640 h 982498"/>
              <a:gd name="connsiteX158" fmla="*/ 321468 w 477264"/>
              <a:gd name="connsiteY158" fmla="*/ 24320 h 982498"/>
              <a:gd name="connsiteX159" fmla="*/ 345788 w 477264"/>
              <a:gd name="connsiteY159" fmla="*/ 0 h 982498"/>
              <a:gd name="connsiteX160" fmla="*/ 238632 w 477264"/>
              <a:gd name="connsiteY160" fmla="*/ 0 h 982498"/>
              <a:gd name="connsiteX161" fmla="*/ 262952 w 477264"/>
              <a:gd name="connsiteY161" fmla="*/ 24320 h 982498"/>
              <a:gd name="connsiteX162" fmla="*/ 238632 w 477264"/>
              <a:gd name="connsiteY162" fmla="*/ 48640 h 982498"/>
              <a:gd name="connsiteX163" fmla="*/ 214312 w 477264"/>
              <a:gd name="connsiteY163" fmla="*/ 24320 h 982498"/>
              <a:gd name="connsiteX164" fmla="*/ 238632 w 477264"/>
              <a:gd name="connsiteY164" fmla="*/ 0 h 982498"/>
              <a:gd name="connsiteX165" fmla="*/ 131476 w 477264"/>
              <a:gd name="connsiteY165" fmla="*/ 0 h 982498"/>
              <a:gd name="connsiteX166" fmla="*/ 155796 w 477264"/>
              <a:gd name="connsiteY166" fmla="*/ 24320 h 982498"/>
              <a:gd name="connsiteX167" fmla="*/ 131476 w 477264"/>
              <a:gd name="connsiteY167" fmla="*/ 48640 h 982498"/>
              <a:gd name="connsiteX168" fmla="*/ 107156 w 477264"/>
              <a:gd name="connsiteY168" fmla="*/ 24320 h 982498"/>
              <a:gd name="connsiteX169" fmla="*/ 131476 w 477264"/>
              <a:gd name="connsiteY169" fmla="*/ 0 h 982498"/>
              <a:gd name="connsiteX170" fmla="*/ 24320 w 477264"/>
              <a:gd name="connsiteY170" fmla="*/ 0 h 982498"/>
              <a:gd name="connsiteX171" fmla="*/ 48640 w 477264"/>
              <a:gd name="connsiteY171" fmla="*/ 24320 h 982498"/>
              <a:gd name="connsiteX172" fmla="*/ 24320 w 477264"/>
              <a:gd name="connsiteY172" fmla="*/ 48640 h 982498"/>
              <a:gd name="connsiteX173" fmla="*/ 0 w 477264"/>
              <a:gd name="connsiteY173" fmla="*/ 24320 h 982498"/>
              <a:gd name="connsiteX174" fmla="*/ 24320 w 477264"/>
              <a:gd name="connsiteY174" fmla="*/ 0 h 9824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Lst>
            <a:rect l="l" t="t" r="r" b="b"/>
            <a:pathLst>
              <a:path w="477264" h="982498">
                <a:moveTo>
                  <a:pt x="452944" y="933858"/>
                </a:moveTo>
                <a:cubicBezTo>
                  <a:pt x="466376" y="933858"/>
                  <a:pt x="477264" y="944746"/>
                  <a:pt x="477264" y="958178"/>
                </a:cubicBezTo>
                <a:cubicBezTo>
                  <a:pt x="477264" y="971610"/>
                  <a:pt x="466376" y="982498"/>
                  <a:pt x="452944" y="982498"/>
                </a:cubicBezTo>
                <a:cubicBezTo>
                  <a:pt x="439512" y="982498"/>
                  <a:pt x="428624" y="971610"/>
                  <a:pt x="428624" y="958178"/>
                </a:cubicBezTo>
                <a:cubicBezTo>
                  <a:pt x="428624" y="944746"/>
                  <a:pt x="439512" y="933858"/>
                  <a:pt x="452944" y="933858"/>
                </a:cubicBezTo>
                <a:close/>
                <a:moveTo>
                  <a:pt x="345788" y="933858"/>
                </a:moveTo>
                <a:cubicBezTo>
                  <a:pt x="359220" y="933858"/>
                  <a:pt x="370108" y="944746"/>
                  <a:pt x="370108" y="958178"/>
                </a:cubicBezTo>
                <a:cubicBezTo>
                  <a:pt x="370108" y="971610"/>
                  <a:pt x="359220" y="982498"/>
                  <a:pt x="345788" y="982498"/>
                </a:cubicBezTo>
                <a:cubicBezTo>
                  <a:pt x="332356" y="982498"/>
                  <a:pt x="321468" y="971610"/>
                  <a:pt x="321468" y="958178"/>
                </a:cubicBezTo>
                <a:cubicBezTo>
                  <a:pt x="321468" y="944746"/>
                  <a:pt x="332356" y="933858"/>
                  <a:pt x="345788" y="933858"/>
                </a:cubicBezTo>
                <a:close/>
                <a:moveTo>
                  <a:pt x="238632" y="933858"/>
                </a:moveTo>
                <a:cubicBezTo>
                  <a:pt x="252064" y="933858"/>
                  <a:pt x="262952" y="944746"/>
                  <a:pt x="262952" y="958178"/>
                </a:cubicBezTo>
                <a:cubicBezTo>
                  <a:pt x="262952" y="971610"/>
                  <a:pt x="252064" y="982498"/>
                  <a:pt x="238632" y="982498"/>
                </a:cubicBezTo>
                <a:cubicBezTo>
                  <a:pt x="225200" y="982498"/>
                  <a:pt x="214312" y="971610"/>
                  <a:pt x="214312" y="958178"/>
                </a:cubicBezTo>
                <a:cubicBezTo>
                  <a:pt x="214312" y="944746"/>
                  <a:pt x="225200" y="933858"/>
                  <a:pt x="238632" y="933858"/>
                </a:cubicBezTo>
                <a:close/>
                <a:moveTo>
                  <a:pt x="131476" y="933858"/>
                </a:moveTo>
                <a:cubicBezTo>
                  <a:pt x="144908" y="933858"/>
                  <a:pt x="155796" y="944746"/>
                  <a:pt x="155796" y="958178"/>
                </a:cubicBezTo>
                <a:cubicBezTo>
                  <a:pt x="155796" y="971610"/>
                  <a:pt x="144908" y="982498"/>
                  <a:pt x="131476" y="982498"/>
                </a:cubicBezTo>
                <a:cubicBezTo>
                  <a:pt x="118044" y="982498"/>
                  <a:pt x="107156" y="971610"/>
                  <a:pt x="107156" y="958178"/>
                </a:cubicBezTo>
                <a:cubicBezTo>
                  <a:pt x="107156" y="944746"/>
                  <a:pt x="118044" y="933858"/>
                  <a:pt x="131476" y="933858"/>
                </a:cubicBezTo>
                <a:close/>
                <a:moveTo>
                  <a:pt x="24320" y="933858"/>
                </a:moveTo>
                <a:cubicBezTo>
                  <a:pt x="37752" y="933858"/>
                  <a:pt x="48640" y="944746"/>
                  <a:pt x="48640" y="958178"/>
                </a:cubicBezTo>
                <a:cubicBezTo>
                  <a:pt x="48640" y="971610"/>
                  <a:pt x="37752" y="982498"/>
                  <a:pt x="24320" y="982498"/>
                </a:cubicBezTo>
                <a:cubicBezTo>
                  <a:pt x="10888" y="982498"/>
                  <a:pt x="0" y="971610"/>
                  <a:pt x="0" y="958178"/>
                </a:cubicBezTo>
                <a:cubicBezTo>
                  <a:pt x="0" y="944746"/>
                  <a:pt x="10888" y="933858"/>
                  <a:pt x="24320" y="933858"/>
                </a:cubicBezTo>
                <a:close/>
                <a:moveTo>
                  <a:pt x="452944" y="778215"/>
                </a:moveTo>
                <a:cubicBezTo>
                  <a:pt x="466376" y="778215"/>
                  <a:pt x="477264" y="789103"/>
                  <a:pt x="477264" y="802535"/>
                </a:cubicBezTo>
                <a:cubicBezTo>
                  <a:pt x="477264" y="815967"/>
                  <a:pt x="466376" y="826855"/>
                  <a:pt x="452944" y="826855"/>
                </a:cubicBezTo>
                <a:cubicBezTo>
                  <a:pt x="439512" y="826855"/>
                  <a:pt x="428624" y="815967"/>
                  <a:pt x="428624" y="802535"/>
                </a:cubicBezTo>
                <a:cubicBezTo>
                  <a:pt x="428624" y="789103"/>
                  <a:pt x="439512" y="778215"/>
                  <a:pt x="452944" y="778215"/>
                </a:cubicBezTo>
                <a:close/>
                <a:moveTo>
                  <a:pt x="345788" y="778215"/>
                </a:moveTo>
                <a:cubicBezTo>
                  <a:pt x="359220" y="778215"/>
                  <a:pt x="370108" y="789103"/>
                  <a:pt x="370108" y="802535"/>
                </a:cubicBezTo>
                <a:cubicBezTo>
                  <a:pt x="370108" y="815967"/>
                  <a:pt x="359220" y="826855"/>
                  <a:pt x="345788" y="826855"/>
                </a:cubicBezTo>
                <a:cubicBezTo>
                  <a:pt x="332356" y="826855"/>
                  <a:pt x="321468" y="815967"/>
                  <a:pt x="321468" y="802535"/>
                </a:cubicBezTo>
                <a:cubicBezTo>
                  <a:pt x="321468" y="789103"/>
                  <a:pt x="332356" y="778215"/>
                  <a:pt x="345788" y="778215"/>
                </a:cubicBezTo>
                <a:close/>
                <a:moveTo>
                  <a:pt x="238632" y="778215"/>
                </a:moveTo>
                <a:cubicBezTo>
                  <a:pt x="252064" y="778215"/>
                  <a:pt x="262952" y="789103"/>
                  <a:pt x="262952" y="802535"/>
                </a:cubicBezTo>
                <a:cubicBezTo>
                  <a:pt x="262952" y="815967"/>
                  <a:pt x="252064" y="826855"/>
                  <a:pt x="238632" y="826855"/>
                </a:cubicBezTo>
                <a:cubicBezTo>
                  <a:pt x="225200" y="826855"/>
                  <a:pt x="214312" y="815967"/>
                  <a:pt x="214312" y="802535"/>
                </a:cubicBezTo>
                <a:cubicBezTo>
                  <a:pt x="214312" y="789103"/>
                  <a:pt x="225200" y="778215"/>
                  <a:pt x="238632" y="778215"/>
                </a:cubicBezTo>
                <a:close/>
                <a:moveTo>
                  <a:pt x="131476" y="778215"/>
                </a:moveTo>
                <a:cubicBezTo>
                  <a:pt x="144908" y="778215"/>
                  <a:pt x="155796" y="789103"/>
                  <a:pt x="155796" y="802535"/>
                </a:cubicBezTo>
                <a:cubicBezTo>
                  <a:pt x="155796" y="815967"/>
                  <a:pt x="144908" y="826855"/>
                  <a:pt x="131476" y="826855"/>
                </a:cubicBezTo>
                <a:cubicBezTo>
                  <a:pt x="118044" y="826855"/>
                  <a:pt x="107156" y="815967"/>
                  <a:pt x="107156" y="802535"/>
                </a:cubicBezTo>
                <a:cubicBezTo>
                  <a:pt x="107156" y="789103"/>
                  <a:pt x="118044" y="778215"/>
                  <a:pt x="131476" y="778215"/>
                </a:cubicBezTo>
                <a:close/>
                <a:moveTo>
                  <a:pt x="24320" y="778215"/>
                </a:moveTo>
                <a:cubicBezTo>
                  <a:pt x="37752" y="778215"/>
                  <a:pt x="48640" y="789103"/>
                  <a:pt x="48640" y="802535"/>
                </a:cubicBezTo>
                <a:cubicBezTo>
                  <a:pt x="48640" y="815967"/>
                  <a:pt x="37752" y="826855"/>
                  <a:pt x="24320" y="826855"/>
                </a:cubicBezTo>
                <a:cubicBezTo>
                  <a:pt x="10888" y="826855"/>
                  <a:pt x="0" y="815967"/>
                  <a:pt x="0" y="802535"/>
                </a:cubicBezTo>
                <a:cubicBezTo>
                  <a:pt x="0" y="789103"/>
                  <a:pt x="10888" y="778215"/>
                  <a:pt x="24320" y="778215"/>
                </a:cubicBezTo>
                <a:close/>
                <a:moveTo>
                  <a:pt x="452944" y="622572"/>
                </a:moveTo>
                <a:cubicBezTo>
                  <a:pt x="466376" y="622572"/>
                  <a:pt x="477264" y="633460"/>
                  <a:pt x="477264" y="646892"/>
                </a:cubicBezTo>
                <a:cubicBezTo>
                  <a:pt x="477264" y="660324"/>
                  <a:pt x="466376" y="671212"/>
                  <a:pt x="452944" y="671212"/>
                </a:cubicBezTo>
                <a:cubicBezTo>
                  <a:pt x="439512" y="671212"/>
                  <a:pt x="428624" y="660324"/>
                  <a:pt x="428624" y="646892"/>
                </a:cubicBezTo>
                <a:cubicBezTo>
                  <a:pt x="428624" y="633460"/>
                  <a:pt x="439512" y="622572"/>
                  <a:pt x="452944" y="622572"/>
                </a:cubicBezTo>
                <a:close/>
                <a:moveTo>
                  <a:pt x="345788" y="622572"/>
                </a:moveTo>
                <a:cubicBezTo>
                  <a:pt x="359220" y="622572"/>
                  <a:pt x="370108" y="633460"/>
                  <a:pt x="370108" y="646892"/>
                </a:cubicBezTo>
                <a:cubicBezTo>
                  <a:pt x="370108" y="660324"/>
                  <a:pt x="359220" y="671212"/>
                  <a:pt x="345788" y="671212"/>
                </a:cubicBezTo>
                <a:cubicBezTo>
                  <a:pt x="332356" y="671212"/>
                  <a:pt x="321468" y="660324"/>
                  <a:pt x="321468" y="646892"/>
                </a:cubicBezTo>
                <a:cubicBezTo>
                  <a:pt x="321468" y="633460"/>
                  <a:pt x="332356" y="622572"/>
                  <a:pt x="345788" y="622572"/>
                </a:cubicBezTo>
                <a:close/>
                <a:moveTo>
                  <a:pt x="238632" y="622572"/>
                </a:moveTo>
                <a:cubicBezTo>
                  <a:pt x="252064" y="622572"/>
                  <a:pt x="262952" y="633460"/>
                  <a:pt x="262952" y="646892"/>
                </a:cubicBezTo>
                <a:cubicBezTo>
                  <a:pt x="262952" y="660324"/>
                  <a:pt x="252064" y="671212"/>
                  <a:pt x="238632" y="671212"/>
                </a:cubicBezTo>
                <a:cubicBezTo>
                  <a:pt x="225200" y="671212"/>
                  <a:pt x="214312" y="660324"/>
                  <a:pt x="214312" y="646892"/>
                </a:cubicBezTo>
                <a:cubicBezTo>
                  <a:pt x="214312" y="633460"/>
                  <a:pt x="225200" y="622572"/>
                  <a:pt x="238632" y="622572"/>
                </a:cubicBezTo>
                <a:close/>
                <a:moveTo>
                  <a:pt x="131476" y="622572"/>
                </a:moveTo>
                <a:cubicBezTo>
                  <a:pt x="144908" y="622572"/>
                  <a:pt x="155796" y="633460"/>
                  <a:pt x="155796" y="646892"/>
                </a:cubicBezTo>
                <a:cubicBezTo>
                  <a:pt x="155796" y="660324"/>
                  <a:pt x="144908" y="671212"/>
                  <a:pt x="131476" y="671212"/>
                </a:cubicBezTo>
                <a:cubicBezTo>
                  <a:pt x="118044" y="671212"/>
                  <a:pt x="107156" y="660324"/>
                  <a:pt x="107156" y="646892"/>
                </a:cubicBezTo>
                <a:cubicBezTo>
                  <a:pt x="107156" y="633460"/>
                  <a:pt x="118044" y="622572"/>
                  <a:pt x="131476" y="622572"/>
                </a:cubicBezTo>
                <a:close/>
                <a:moveTo>
                  <a:pt x="24320" y="622572"/>
                </a:moveTo>
                <a:cubicBezTo>
                  <a:pt x="37752" y="622572"/>
                  <a:pt x="48640" y="633460"/>
                  <a:pt x="48640" y="646892"/>
                </a:cubicBezTo>
                <a:cubicBezTo>
                  <a:pt x="48640" y="660324"/>
                  <a:pt x="37752" y="671212"/>
                  <a:pt x="24320" y="671212"/>
                </a:cubicBezTo>
                <a:cubicBezTo>
                  <a:pt x="10888" y="671212"/>
                  <a:pt x="0" y="660324"/>
                  <a:pt x="0" y="646892"/>
                </a:cubicBezTo>
                <a:cubicBezTo>
                  <a:pt x="0" y="633460"/>
                  <a:pt x="10888" y="622572"/>
                  <a:pt x="24320" y="622572"/>
                </a:cubicBezTo>
                <a:close/>
                <a:moveTo>
                  <a:pt x="24320" y="466929"/>
                </a:moveTo>
                <a:cubicBezTo>
                  <a:pt x="37752" y="466929"/>
                  <a:pt x="48640" y="477817"/>
                  <a:pt x="48640" y="491249"/>
                </a:cubicBezTo>
                <a:cubicBezTo>
                  <a:pt x="48640" y="504681"/>
                  <a:pt x="37752" y="515569"/>
                  <a:pt x="24320" y="515569"/>
                </a:cubicBezTo>
                <a:cubicBezTo>
                  <a:pt x="10888" y="515569"/>
                  <a:pt x="0" y="504681"/>
                  <a:pt x="0" y="491249"/>
                </a:cubicBezTo>
                <a:cubicBezTo>
                  <a:pt x="0" y="477817"/>
                  <a:pt x="10888" y="466929"/>
                  <a:pt x="24320" y="466929"/>
                </a:cubicBezTo>
                <a:close/>
                <a:moveTo>
                  <a:pt x="131476" y="466929"/>
                </a:moveTo>
                <a:cubicBezTo>
                  <a:pt x="144908" y="466929"/>
                  <a:pt x="155796" y="477817"/>
                  <a:pt x="155796" y="491249"/>
                </a:cubicBezTo>
                <a:cubicBezTo>
                  <a:pt x="155796" y="504681"/>
                  <a:pt x="144908" y="515569"/>
                  <a:pt x="131476" y="515569"/>
                </a:cubicBezTo>
                <a:cubicBezTo>
                  <a:pt x="118044" y="515569"/>
                  <a:pt x="107156" y="504681"/>
                  <a:pt x="107156" y="491249"/>
                </a:cubicBezTo>
                <a:cubicBezTo>
                  <a:pt x="107156" y="477817"/>
                  <a:pt x="118044" y="466929"/>
                  <a:pt x="131476" y="466929"/>
                </a:cubicBezTo>
                <a:close/>
                <a:moveTo>
                  <a:pt x="238632" y="466929"/>
                </a:moveTo>
                <a:cubicBezTo>
                  <a:pt x="252064" y="466929"/>
                  <a:pt x="262952" y="477817"/>
                  <a:pt x="262952" y="491249"/>
                </a:cubicBezTo>
                <a:cubicBezTo>
                  <a:pt x="262952" y="504681"/>
                  <a:pt x="252064" y="515569"/>
                  <a:pt x="238632" y="515569"/>
                </a:cubicBezTo>
                <a:cubicBezTo>
                  <a:pt x="225200" y="515569"/>
                  <a:pt x="214312" y="504681"/>
                  <a:pt x="214312" y="491249"/>
                </a:cubicBezTo>
                <a:cubicBezTo>
                  <a:pt x="214312" y="477817"/>
                  <a:pt x="225200" y="466929"/>
                  <a:pt x="238632" y="466929"/>
                </a:cubicBezTo>
                <a:close/>
                <a:moveTo>
                  <a:pt x="345788" y="466929"/>
                </a:moveTo>
                <a:cubicBezTo>
                  <a:pt x="359220" y="466929"/>
                  <a:pt x="370108" y="477817"/>
                  <a:pt x="370108" y="491249"/>
                </a:cubicBezTo>
                <a:cubicBezTo>
                  <a:pt x="370108" y="504681"/>
                  <a:pt x="359220" y="515569"/>
                  <a:pt x="345788" y="515569"/>
                </a:cubicBezTo>
                <a:cubicBezTo>
                  <a:pt x="332356" y="515569"/>
                  <a:pt x="321468" y="504681"/>
                  <a:pt x="321468" y="491249"/>
                </a:cubicBezTo>
                <a:cubicBezTo>
                  <a:pt x="321468" y="477817"/>
                  <a:pt x="332356" y="466929"/>
                  <a:pt x="345788" y="466929"/>
                </a:cubicBezTo>
                <a:close/>
                <a:moveTo>
                  <a:pt x="452944" y="466929"/>
                </a:moveTo>
                <a:cubicBezTo>
                  <a:pt x="466376" y="466929"/>
                  <a:pt x="477264" y="477817"/>
                  <a:pt x="477264" y="491249"/>
                </a:cubicBezTo>
                <a:cubicBezTo>
                  <a:pt x="477264" y="504681"/>
                  <a:pt x="466376" y="515569"/>
                  <a:pt x="452944" y="515569"/>
                </a:cubicBezTo>
                <a:cubicBezTo>
                  <a:pt x="439512" y="515569"/>
                  <a:pt x="428624" y="504681"/>
                  <a:pt x="428624" y="491249"/>
                </a:cubicBezTo>
                <a:cubicBezTo>
                  <a:pt x="428624" y="477817"/>
                  <a:pt x="439512" y="466929"/>
                  <a:pt x="452944" y="466929"/>
                </a:cubicBezTo>
                <a:close/>
                <a:moveTo>
                  <a:pt x="24320" y="311287"/>
                </a:moveTo>
                <a:cubicBezTo>
                  <a:pt x="37752" y="311287"/>
                  <a:pt x="48640" y="322175"/>
                  <a:pt x="48640" y="335607"/>
                </a:cubicBezTo>
                <a:cubicBezTo>
                  <a:pt x="48640" y="349038"/>
                  <a:pt x="37752" y="359926"/>
                  <a:pt x="24320" y="359926"/>
                </a:cubicBezTo>
                <a:cubicBezTo>
                  <a:pt x="10888" y="359926"/>
                  <a:pt x="0" y="349038"/>
                  <a:pt x="0" y="335607"/>
                </a:cubicBezTo>
                <a:cubicBezTo>
                  <a:pt x="0" y="322175"/>
                  <a:pt x="10888" y="311287"/>
                  <a:pt x="24320" y="311287"/>
                </a:cubicBezTo>
                <a:close/>
                <a:moveTo>
                  <a:pt x="131476" y="311286"/>
                </a:moveTo>
                <a:cubicBezTo>
                  <a:pt x="144908" y="311286"/>
                  <a:pt x="155796" y="322174"/>
                  <a:pt x="155796" y="335606"/>
                </a:cubicBezTo>
                <a:cubicBezTo>
                  <a:pt x="155796" y="349038"/>
                  <a:pt x="144908" y="359926"/>
                  <a:pt x="131476" y="359926"/>
                </a:cubicBezTo>
                <a:cubicBezTo>
                  <a:pt x="118044" y="359926"/>
                  <a:pt x="107156" y="349038"/>
                  <a:pt x="107156" y="335606"/>
                </a:cubicBezTo>
                <a:cubicBezTo>
                  <a:pt x="107156" y="322174"/>
                  <a:pt x="118044" y="311286"/>
                  <a:pt x="131476" y="311286"/>
                </a:cubicBezTo>
                <a:close/>
                <a:moveTo>
                  <a:pt x="238632" y="311286"/>
                </a:moveTo>
                <a:cubicBezTo>
                  <a:pt x="252064" y="311286"/>
                  <a:pt x="262952" y="322174"/>
                  <a:pt x="262952" y="335606"/>
                </a:cubicBezTo>
                <a:cubicBezTo>
                  <a:pt x="262952" y="349038"/>
                  <a:pt x="252064" y="359926"/>
                  <a:pt x="238632" y="359926"/>
                </a:cubicBezTo>
                <a:cubicBezTo>
                  <a:pt x="225200" y="359926"/>
                  <a:pt x="214312" y="349038"/>
                  <a:pt x="214312" y="335606"/>
                </a:cubicBezTo>
                <a:cubicBezTo>
                  <a:pt x="214312" y="322174"/>
                  <a:pt x="225200" y="311286"/>
                  <a:pt x="238632" y="311286"/>
                </a:cubicBezTo>
                <a:close/>
                <a:moveTo>
                  <a:pt x="345788" y="311286"/>
                </a:moveTo>
                <a:cubicBezTo>
                  <a:pt x="359220" y="311286"/>
                  <a:pt x="370108" y="322174"/>
                  <a:pt x="370108" y="335606"/>
                </a:cubicBezTo>
                <a:cubicBezTo>
                  <a:pt x="370108" y="349038"/>
                  <a:pt x="359220" y="359926"/>
                  <a:pt x="345788" y="359926"/>
                </a:cubicBezTo>
                <a:cubicBezTo>
                  <a:pt x="332356" y="359926"/>
                  <a:pt x="321468" y="349038"/>
                  <a:pt x="321468" y="335606"/>
                </a:cubicBezTo>
                <a:cubicBezTo>
                  <a:pt x="321468" y="322174"/>
                  <a:pt x="332356" y="311286"/>
                  <a:pt x="345788" y="311286"/>
                </a:cubicBezTo>
                <a:close/>
                <a:moveTo>
                  <a:pt x="452944" y="311286"/>
                </a:moveTo>
                <a:cubicBezTo>
                  <a:pt x="466376" y="311286"/>
                  <a:pt x="477264" y="322174"/>
                  <a:pt x="477264" y="335606"/>
                </a:cubicBezTo>
                <a:cubicBezTo>
                  <a:pt x="477264" y="349038"/>
                  <a:pt x="466376" y="359926"/>
                  <a:pt x="452944" y="359926"/>
                </a:cubicBezTo>
                <a:cubicBezTo>
                  <a:pt x="439512" y="359926"/>
                  <a:pt x="428624" y="349038"/>
                  <a:pt x="428624" y="335606"/>
                </a:cubicBezTo>
                <a:cubicBezTo>
                  <a:pt x="428624" y="322174"/>
                  <a:pt x="439512" y="311286"/>
                  <a:pt x="452944" y="311286"/>
                </a:cubicBezTo>
                <a:close/>
                <a:moveTo>
                  <a:pt x="24320" y="155643"/>
                </a:moveTo>
                <a:cubicBezTo>
                  <a:pt x="37752" y="155643"/>
                  <a:pt x="48640" y="166531"/>
                  <a:pt x="48640" y="179963"/>
                </a:cubicBezTo>
                <a:cubicBezTo>
                  <a:pt x="48640" y="193395"/>
                  <a:pt x="37752" y="204283"/>
                  <a:pt x="24320" y="204283"/>
                </a:cubicBezTo>
                <a:cubicBezTo>
                  <a:pt x="10888" y="204283"/>
                  <a:pt x="0" y="193395"/>
                  <a:pt x="0" y="179963"/>
                </a:cubicBezTo>
                <a:cubicBezTo>
                  <a:pt x="0" y="166531"/>
                  <a:pt x="10888" y="155643"/>
                  <a:pt x="24320" y="155643"/>
                </a:cubicBezTo>
                <a:close/>
                <a:moveTo>
                  <a:pt x="131476" y="155643"/>
                </a:moveTo>
                <a:cubicBezTo>
                  <a:pt x="144908" y="155643"/>
                  <a:pt x="155796" y="166531"/>
                  <a:pt x="155796" y="179963"/>
                </a:cubicBezTo>
                <a:cubicBezTo>
                  <a:pt x="155796" y="193395"/>
                  <a:pt x="144908" y="204283"/>
                  <a:pt x="131476" y="204283"/>
                </a:cubicBezTo>
                <a:cubicBezTo>
                  <a:pt x="118044" y="204283"/>
                  <a:pt x="107156" y="193395"/>
                  <a:pt x="107156" y="179963"/>
                </a:cubicBezTo>
                <a:cubicBezTo>
                  <a:pt x="107156" y="166531"/>
                  <a:pt x="118044" y="155643"/>
                  <a:pt x="131476" y="155643"/>
                </a:cubicBezTo>
                <a:close/>
                <a:moveTo>
                  <a:pt x="238632" y="155643"/>
                </a:moveTo>
                <a:cubicBezTo>
                  <a:pt x="252064" y="155643"/>
                  <a:pt x="262952" y="166531"/>
                  <a:pt x="262952" y="179963"/>
                </a:cubicBezTo>
                <a:cubicBezTo>
                  <a:pt x="262952" y="193395"/>
                  <a:pt x="252064" y="204283"/>
                  <a:pt x="238632" y="204283"/>
                </a:cubicBezTo>
                <a:cubicBezTo>
                  <a:pt x="225200" y="204283"/>
                  <a:pt x="214312" y="193395"/>
                  <a:pt x="214312" y="179963"/>
                </a:cubicBezTo>
                <a:cubicBezTo>
                  <a:pt x="214312" y="166531"/>
                  <a:pt x="225200" y="155643"/>
                  <a:pt x="238632" y="155643"/>
                </a:cubicBezTo>
                <a:close/>
                <a:moveTo>
                  <a:pt x="345788" y="155643"/>
                </a:moveTo>
                <a:cubicBezTo>
                  <a:pt x="359220" y="155643"/>
                  <a:pt x="370108" y="166531"/>
                  <a:pt x="370108" y="179963"/>
                </a:cubicBezTo>
                <a:cubicBezTo>
                  <a:pt x="370108" y="193395"/>
                  <a:pt x="359220" y="204283"/>
                  <a:pt x="345788" y="204283"/>
                </a:cubicBezTo>
                <a:cubicBezTo>
                  <a:pt x="332356" y="204283"/>
                  <a:pt x="321468" y="193395"/>
                  <a:pt x="321468" y="179963"/>
                </a:cubicBezTo>
                <a:cubicBezTo>
                  <a:pt x="321468" y="166531"/>
                  <a:pt x="332356" y="155643"/>
                  <a:pt x="345788" y="155643"/>
                </a:cubicBezTo>
                <a:close/>
                <a:moveTo>
                  <a:pt x="452944" y="155643"/>
                </a:moveTo>
                <a:cubicBezTo>
                  <a:pt x="466376" y="155643"/>
                  <a:pt x="477264" y="166531"/>
                  <a:pt x="477264" y="179963"/>
                </a:cubicBezTo>
                <a:cubicBezTo>
                  <a:pt x="477264" y="193395"/>
                  <a:pt x="466376" y="204283"/>
                  <a:pt x="452944" y="204283"/>
                </a:cubicBezTo>
                <a:cubicBezTo>
                  <a:pt x="439512" y="204283"/>
                  <a:pt x="428624" y="193395"/>
                  <a:pt x="428624" y="179963"/>
                </a:cubicBezTo>
                <a:cubicBezTo>
                  <a:pt x="428624" y="166531"/>
                  <a:pt x="439512" y="155643"/>
                  <a:pt x="452944" y="155643"/>
                </a:cubicBezTo>
                <a:close/>
                <a:moveTo>
                  <a:pt x="452944" y="0"/>
                </a:moveTo>
                <a:cubicBezTo>
                  <a:pt x="466376" y="0"/>
                  <a:pt x="477264" y="10888"/>
                  <a:pt x="477264" y="24320"/>
                </a:cubicBezTo>
                <a:cubicBezTo>
                  <a:pt x="477264" y="37752"/>
                  <a:pt x="466376" y="48640"/>
                  <a:pt x="452944" y="48640"/>
                </a:cubicBezTo>
                <a:cubicBezTo>
                  <a:pt x="439512" y="48640"/>
                  <a:pt x="428624" y="37752"/>
                  <a:pt x="428624" y="24320"/>
                </a:cubicBezTo>
                <a:cubicBezTo>
                  <a:pt x="428624" y="10888"/>
                  <a:pt x="439512" y="0"/>
                  <a:pt x="452944" y="0"/>
                </a:cubicBezTo>
                <a:close/>
                <a:moveTo>
                  <a:pt x="345788" y="0"/>
                </a:moveTo>
                <a:cubicBezTo>
                  <a:pt x="359220" y="0"/>
                  <a:pt x="370108" y="10888"/>
                  <a:pt x="370108" y="24320"/>
                </a:cubicBezTo>
                <a:cubicBezTo>
                  <a:pt x="370108" y="37752"/>
                  <a:pt x="359220" y="48640"/>
                  <a:pt x="345788" y="48640"/>
                </a:cubicBezTo>
                <a:cubicBezTo>
                  <a:pt x="332356" y="48640"/>
                  <a:pt x="321468" y="37752"/>
                  <a:pt x="321468" y="24320"/>
                </a:cubicBezTo>
                <a:cubicBezTo>
                  <a:pt x="321468" y="10888"/>
                  <a:pt x="332356" y="0"/>
                  <a:pt x="345788" y="0"/>
                </a:cubicBezTo>
                <a:close/>
                <a:moveTo>
                  <a:pt x="238632" y="0"/>
                </a:moveTo>
                <a:cubicBezTo>
                  <a:pt x="252064" y="0"/>
                  <a:pt x="262952" y="10888"/>
                  <a:pt x="262952" y="24320"/>
                </a:cubicBezTo>
                <a:cubicBezTo>
                  <a:pt x="262952" y="37752"/>
                  <a:pt x="252064" y="48640"/>
                  <a:pt x="238632" y="48640"/>
                </a:cubicBezTo>
                <a:cubicBezTo>
                  <a:pt x="225200" y="48640"/>
                  <a:pt x="214312" y="37752"/>
                  <a:pt x="214312" y="24320"/>
                </a:cubicBezTo>
                <a:cubicBezTo>
                  <a:pt x="214312" y="10888"/>
                  <a:pt x="225200" y="0"/>
                  <a:pt x="238632" y="0"/>
                </a:cubicBezTo>
                <a:close/>
                <a:moveTo>
                  <a:pt x="131476" y="0"/>
                </a:moveTo>
                <a:cubicBezTo>
                  <a:pt x="144908" y="0"/>
                  <a:pt x="155796" y="10888"/>
                  <a:pt x="155796" y="24320"/>
                </a:cubicBezTo>
                <a:cubicBezTo>
                  <a:pt x="155796" y="37752"/>
                  <a:pt x="144908" y="48640"/>
                  <a:pt x="131476" y="48640"/>
                </a:cubicBezTo>
                <a:cubicBezTo>
                  <a:pt x="118044" y="48640"/>
                  <a:pt x="107156" y="37752"/>
                  <a:pt x="107156" y="24320"/>
                </a:cubicBezTo>
                <a:cubicBezTo>
                  <a:pt x="107156" y="10888"/>
                  <a:pt x="118044" y="0"/>
                  <a:pt x="131476" y="0"/>
                </a:cubicBezTo>
                <a:close/>
                <a:moveTo>
                  <a:pt x="24320" y="0"/>
                </a:moveTo>
                <a:cubicBezTo>
                  <a:pt x="37752" y="0"/>
                  <a:pt x="48640" y="10888"/>
                  <a:pt x="48640" y="24320"/>
                </a:cubicBezTo>
                <a:cubicBezTo>
                  <a:pt x="48640" y="37752"/>
                  <a:pt x="37752" y="48640"/>
                  <a:pt x="24320" y="48640"/>
                </a:cubicBezTo>
                <a:cubicBezTo>
                  <a:pt x="10888" y="48640"/>
                  <a:pt x="0" y="37752"/>
                  <a:pt x="0" y="24320"/>
                </a:cubicBezTo>
                <a:cubicBezTo>
                  <a:pt x="0" y="10888"/>
                  <a:pt x="10888" y="0"/>
                  <a:pt x="24320" y="0"/>
                </a:cubicBezTo>
                <a:close/>
              </a:path>
            </a:pathLst>
          </a:cu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sp>
        <p:nvSpPr>
          <p:cNvPr id="27" name="矩形 26"/>
          <p:cNvSpPr/>
          <p:nvPr/>
        </p:nvSpPr>
        <p:spPr>
          <a:xfrm>
            <a:off x="11933555" y="543560"/>
            <a:ext cx="258445" cy="111760"/>
          </a:xfrm>
          <a:prstGeom prst="rect">
            <a:avLst/>
          </a:prstGeom>
          <a:solidFill>
            <a:srgbClr val="62EFF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lumMod val="85000"/>
                  <a:lumOff val="15000"/>
                </a:schemeClr>
              </a:solidFill>
            </a:endParaRPr>
          </a:p>
        </p:txBody>
      </p:sp>
      <p:grpSp>
        <p:nvGrpSpPr>
          <p:cNvPr id="10" name="组合 9"/>
          <p:cNvGrpSpPr/>
          <p:nvPr/>
        </p:nvGrpSpPr>
        <p:grpSpPr>
          <a:xfrm>
            <a:off x="284882" y="241573"/>
            <a:ext cx="6998335" cy="626543"/>
            <a:chOff x="284882" y="285115"/>
            <a:chExt cx="6998335" cy="626543"/>
          </a:xfrm>
        </p:grpSpPr>
        <p:sp>
          <p:nvSpPr>
            <p:cNvPr id="21" name="文本框 20"/>
            <p:cNvSpPr txBox="1"/>
            <p:nvPr/>
          </p:nvSpPr>
          <p:spPr>
            <a:xfrm>
              <a:off x="831617" y="285115"/>
              <a:ext cx="6451600" cy="583565"/>
            </a:xfrm>
            <a:prstGeom prst="rect">
              <a:avLst/>
            </a:prstGeom>
            <a:noFill/>
          </p:spPr>
          <p:txBody>
            <a:bodyPr wrap="square" rtlCol="0">
              <a:spAutoFit/>
            </a:bodyPr>
            <a:lstStyle/>
            <a:p>
              <a:r>
                <a:rPr lang="en-US" altLang="zh-CN" sz="3200" dirty="0">
                  <a:solidFill>
                    <a:schemeClr val="tx1">
                      <a:lumMod val="85000"/>
                      <a:lumOff val="15000"/>
                    </a:schemeClr>
                  </a:solidFill>
                  <a:latin typeface="报隶-简" panose="02010600040101010101" charset="-122"/>
                  <a:ea typeface="报隶-简" panose="02010600040101010101" charset="-122"/>
                  <a:cs typeface="+mn-ea"/>
                  <a:sym typeface="Arial" panose="020B0604020202020204" pitchFamily="34" charset="0"/>
                </a:rPr>
                <a:t>MLFLOW+TensorFlow</a:t>
              </a:r>
              <a:endParaRPr lang="zh-CN" altLang="en-US" sz="3200" dirty="0">
                <a:solidFill>
                  <a:schemeClr val="tx1">
                    <a:lumMod val="85000"/>
                    <a:lumOff val="15000"/>
                  </a:schemeClr>
                </a:solidFill>
                <a:latin typeface="报隶-简" panose="02010600040101010101" charset="-122"/>
                <a:ea typeface="报隶-简" panose="02010600040101010101" charset="-122"/>
                <a:cs typeface="+mn-ea"/>
                <a:sym typeface="+mn-lt"/>
              </a:endParaRPr>
            </a:p>
          </p:txBody>
        </p:sp>
        <p:grpSp>
          <p:nvGrpSpPr>
            <p:cNvPr id="13" name="组合 12"/>
            <p:cNvGrpSpPr/>
            <p:nvPr/>
          </p:nvGrpSpPr>
          <p:grpSpPr>
            <a:xfrm>
              <a:off x="284882" y="369226"/>
              <a:ext cx="542432" cy="542432"/>
              <a:chOff x="4058577" y="4375150"/>
              <a:chExt cx="1384300" cy="1384300"/>
            </a:xfrm>
          </p:grpSpPr>
          <p:sp>
            <p:nvSpPr>
              <p:cNvPr id="9" name="椭圆 8"/>
              <p:cNvSpPr/>
              <p:nvPr/>
            </p:nvSpPr>
            <p:spPr>
              <a:xfrm>
                <a:off x="4058577" y="4375150"/>
                <a:ext cx="1384300" cy="1384300"/>
              </a:xfrm>
              <a:prstGeom prst="ellipse">
                <a:avLst/>
              </a:prstGeom>
              <a:gradFill flip="none" rotWithShape="1">
                <a:gsLst>
                  <a:gs pos="38000">
                    <a:srgbClr val="62EFFE"/>
                  </a:gs>
                  <a:gs pos="90000">
                    <a:srgbClr val="02ECFE"/>
                  </a:gs>
                </a:gsLst>
                <a:lin ang="54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a:solidFill>
                    <a:schemeClr val="tx1">
                      <a:lumMod val="85000"/>
                      <a:lumOff val="15000"/>
                    </a:schemeClr>
                  </a:solidFill>
                  <a:latin typeface="思源黑体 CN Bold" panose="020B0800000000000000" pitchFamily="34" charset="-122"/>
                  <a:ea typeface="思源黑体 CN Bold" panose="020B0800000000000000" pitchFamily="34" charset="-122"/>
                  <a:cs typeface="+mn-ea"/>
                </a:endParaRPr>
              </a:p>
            </p:txBody>
          </p:sp>
          <p:pic>
            <p:nvPicPr>
              <p:cNvPr id="11" name="图片 10"/>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4311650" y="4619625"/>
                <a:ext cx="889000" cy="889000"/>
              </a:xfrm>
              <a:prstGeom prst="rect">
                <a:avLst/>
              </a:prstGeom>
            </p:spPr>
          </p:pic>
        </p:grpSp>
      </p:grpSp>
      <p:sp>
        <p:nvSpPr>
          <p:cNvPr id="12" name="文本框 11"/>
          <p:cNvSpPr txBox="1"/>
          <p:nvPr/>
        </p:nvSpPr>
        <p:spPr>
          <a:xfrm>
            <a:off x="9031605" y="569557"/>
            <a:ext cx="2705562" cy="337185"/>
          </a:xfrm>
          <a:prstGeom prst="rect">
            <a:avLst/>
          </a:prstGeom>
          <a:noFill/>
        </p:spPr>
        <p:txBody>
          <a:bodyPr wrap="square" rtlCol="0">
            <a:spAutoFit/>
          </a:bodyPr>
          <a:p>
            <a:pPr algn="dist"/>
            <a:r>
              <a:rPr lang="zh-CN" altLang="en-US" sz="1600" b="1" dirty="0">
                <a:solidFill>
                  <a:schemeClr val="tx1"/>
                </a:solidFill>
                <a:latin typeface="思源黑体 CN Normal" panose="020B0400000000000000" pitchFamily="34" charset="-122"/>
                <a:ea typeface="思源黑体 CN Normal" panose="020B0400000000000000" pitchFamily="34" charset="-122"/>
                <a:cs typeface="+mn-ea"/>
                <a:sym typeface="+mn-lt"/>
              </a:rPr>
              <a:t>20</a:t>
            </a:r>
            <a:r>
              <a:rPr lang="en-US" altLang="zh-CN" sz="1600" b="1" dirty="0">
                <a:solidFill>
                  <a:schemeClr val="tx1"/>
                </a:solidFill>
                <a:latin typeface="思源黑体 CN Normal" panose="020B0400000000000000" pitchFamily="34" charset="-122"/>
                <a:ea typeface="思源黑体 CN Normal" panose="020B0400000000000000" pitchFamily="34" charset="-122"/>
                <a:cs typeface="+mn-ea"/>
                <a:sym typeface="+mn-lt"/>
              </a:rPr>
              <a:t>23Google</a:t>
            </a:r>
            <a:r>
              <a:rPr lang="zh-CN" altLang="en-US" sz="1600" b="1" dirty="0">
                <a:solidFill>
                  <a:schemeClr val="tx1"/>
                </a:solidFill>
                <a:latin typeface="思源黑体 CN Normal" panose="020B0400000000000000" pitchFamily="34" charset="-122"/>
                <a:ea typeface="思源黑体 CN Normal" panose="020B0400000000000000" pitchFamily="34" charset="-122"/>
                <a:cs typeface="+mn-ea"/>
                <a:sym typeface="+mn-lt"/>
              </a:rPr>
              <a:t>开发者大会</a:t>
            </a:r>
            <a:endParaRPr lang="zh-CN" altLang="en-US" sz="1600" b="1" dirty="0">
              <a:solidFill>
                <a:schemeClr val="tx1"/>
              </a:solidFill>
              <a:latin typeface="思源黑体 CN Normal" panose="020B0400000000000000" pitchFamily="34" charset="-122"/>
              <a:ea typeface="思源黑体 CN Normal" panose="020B0400000000000000" pitchFamily="34" charset="-122"/>
              <a:cs typeface="+mn-ea"/>
              <a:sym typeface="+mn-lt"/>
            </a:endParaRPr>
          </a:p>
        </p:txBody>
      </p:sp>
      <p:sp>
        <p:nvSpPr>
          <p:cNvPr id="16" name="文本框 15"/>
          <p:cNvSpPr txBox="1"/>
          <p:nvPr>
            <p:custDataLst>
              <p:tags r:id="rId2"/>
            </p:custDataLst>
          </p:nvPr>
        </p:nvSpPr>
        <p:spPr>
          <a:xfrm>
            <a:off x="493395" y="967740"/>
            <a:ext cx="10322560" cy="1032510"/>
          </a:xfrm>
          <a:prstGeom prst="rect">
            <a:avLst/>
          </a:prstGeom>
          <a:noFill/>
        </p:spPr>
        <p:txBody>
          <a:bodyPr wrap="square" rtlCol="0">
            <a:noAutofit/>
          </a:bodyPr>
          <a:p>
            <a:r>
              <a:rPr lang="zh-CN" altLang="en-US" sz="1400">
                <a:latin typeface="汉仪中宋简" panose="02010600000101010101" charset="-122"/>
                <a:ea typeface="汉仪中宋简" panose="02010600000101010101" charset="-122"/>
              </a:rPr>
              <a:t>基于数据分析以及特征构造等过程，构建</a:t>
            </a:r>
            <a:r>
              <a:rPr lang="en-US" altLang="zh-CN" sz="1400">
                <a:latin typeface="汉仪中宋简" panose="02010600000101010101" charset="-122"/>
                <a:ea typeface="汉仪中宋简" panose="02010600000101010101" charset="-122"/>
              </a:rPr>
              <a:t>VTE</a:t>
            </a:r>
            <a:r>
              <a:rPr lang="zh-CN" altLang="en-US" sz="1400">
                <a:latin typeface="汉仪中宋简" panose="02010600000101010101" charset="-122"/>
                <a:ea typeface="汉仪中宋简" panose="02010600000101010101" charset="-122"/>
              </a:rPr>
              <a:t>分类预测模型的输入特征和输出目标，基于</a:t>
            </a:r>
            <a:r>
              <a:rPr lang="en-US" altLang="zh-CN" sz="1400">
                <a:latin typeface="汉仪中宋简" panose="02010600000101010101" charset="-122"/>
                <a:ea typeface="汉仪中宋简" panose="02010600000101010101" charset="-122"/>
              </a:rPr>
              <a:t>MLFLOW</a:t>
            </a:r>
            <a:r>
              <a:rPr lang="zh-CN" altLang="en-US" sz="1400">
                <a:latin typeface="汉仪中宋简" panose="02010600000101010101" charset="-122"/>
                <a:ea typeface="汉仪中宋简" panose="02010600000101010101" charset="-122"/>
              </a:rPr>
              <a:t>和</a:t>
            </a:r>
            <a:r>
              <a:rPr lang="en-US" altLang="zh-CN" sz="1400">
                <a:latin typeface="汉仪中宋简" panose="02010600000101010101" charset="-122"/>
                <a:ea typeface="汉仪中宋简" panose="02010600000101010101" charset="-122"/>
              </a:rPr>
              <a:t>TensorFlow</a:t>
            </a:r>
            <a:r>
              <a:rPr lang="zh-CN" altLang="en-US" sz="1400">
                <a:latin typeface="汉仪中宋简" panose="02010600000101010101" charset="-122"/>
                <a:ea typeface="汉仪中宋简" panose="02010600000101010101" charset="-122"/>
              </a:rPr>
              <a:t>快速构建</a:t>
            </a:r>
            <a:r>
              <a:rPr lang="en-US" altLang="zh-CN" sz="1400">
                <a:latin typeface="汉仪中宋简" panose="02010600000101010101" charset="-122"/>
                <a:ea typeface="汉仪中宋简" panose="02010600000101010101" charset="-122"/>
              </a:rPr>
              <a:t>VTE</a:t>
            </a:r>
            <a:r>
              <a:rPr lang="zh-CN" altLang="en-US" sz="1400">
                <a:latin typeface="汉仪中宋简" panose="02010600000101010101" charset="-122"/>
                <a:ea typeface="汉仪中宋简" panose="02010600000101010101" charset="-122"/>
              </a:rPr>
              <a:t>模型训练日志记录系统，方便开发者针对特征和模型优化分析实验。</a:t>
            </a:r>
            <a:endParaRPr lang="zh-CN" altLang="en-US" sz="1400">
              <a:latin typeface="汉仪中宋简" panose="02010600000101010101" charset="-122"/>
              <a:ea typeface="汉仪中宋简" panose="02010600000101010101" charset="-122"/>
            </a:endParaRPr>
          </a:p>
        </p:txBody>
      </p:sp>
      <p:pic>
        <p:nvPicPr>
          <p:cNvPr id="17" name="图片 16"/>
          <p:cNvPicPr>
            <a:picLocks noChangeAspect="1"/>
          </p:cNvPicPr>
          <p:nvPr>
            <p:custDataLst>
              <p:tags r:id="rId3"/>
            </p:custDataLst>
          </p:nvPr>
        </p:nvPicPr>
        <p:blipFill>
          <a:blip r:embed="rId4"/>
          <a:stretch>
            <a:fillRect/>
          </a:stretch>
        </p:blipFill>
        <p:spPr>
          <a:xfrm>
            <a:off x="1243330" y="1624965"/>
            <a:ext cx="9328785" cy="4565015"/>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1600" advTm="5000">
        <p14:prism isInverted="1"/>
      </p:transition>
    </mc:Choice>
    <mc:Fallback>
      <p:transition spd="slow" advTm="5000">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8" name="组合 7"/>
          <p:cNvGrpSpPr/>
          <p:nvPr/>
        </p:nvGrpSpPr>
        <p:grpSpPr>
          <a:xfrm>
            <a:off x="-698500" y="-582990"/>
            <a:ext cx="13589000" cy="8023980"/>
            <a:chOff x="-863600" y="-584200"/>
            <a:chExt cx="13335000" cy="7874000"/>
          </a:xfrm>
          <a:solidFill>
            <a:srgbClr val="E6E6E6"/>
          </a:solidFill>
        </p:grpSpPr>
        <p:grpSp>
          <p:nvGrpSpPr>
            <p:cNvPr id="4" name="组合 3"/>
            <p:cNvGrpSpPr/>
            <p:nvPr/>
          </p:nvGrpSpPr>
          <p:grpSpPr>
            <a:xfrm>
              <a:off x="-863600" y="-584200"/>
              <a:ext cx="165100" cy="7874000"/>
              <a:chOff x="-863600" y="-584200"/>
              <a:chExt cx="165100" cy="7874000"/>
            </a:xfrm>
            <a:grpFill/>
          </p:grpSpPr>
          <p:sp>
            <p:nvSpPr>
              <p:cNvPr id="2" name="椭圆 1"/>
              <p:cNvSpPr/>
              <p:nvPr/>
            </p:nvSpPr>
            <p:spPr>
              <a:xfrm>
                <a:off x="-863600" y="-584200"/>
                <a:ext cx="165100" cy="165100"/>
              </a:xfrm>
              <a:prstGeom prst="ellipse">
                <a:avLst/>
              </a:prstGeom>
              <a:grp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椭圆 2"/>
              <p:cNvSpPr/>
              <p:nvPr/>
            </p:nvSpPr>
            <p:spPr>
              <a:xfrm>
                <a:off x="-863600" y="7124700"/>
                <a:ext cx="165100" cy="165100"/>
              </a:xfrm>
              <a:prstGeom prst="ellipse">
                <a:avLst/>
              </a:prstGeom>
              <a:grp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5" name="组合 4"/>
            <p:cNvGrpSpPr/>
            <p:nvPr/>
          </p:nvGrpSpPr>
          <p:grpSpPr>
            <a:xfrm>
              <a:off x="12306300" y="-584200"/>
              <a:ext cx="165100" cy="7874000"/>
              <a:chOff x="-863600" y="-584200"/>
              <a:chExt cx="165100" cy="7874000"/>
            </a:xfrm>
            <a:grpFill/>
          </p:grpSpPr>
          <p:sp>
            <p:nvSpPr>
              <p:cNvPr id="6" name="椭圆 5"/>
              <p:cNvSpPr/>
              <p:nvPr/>
            </p:nvSpPr>
            <p:spPr>
              <a:xfrm>
                <a:off x="-863600" y="-584200"/>
                <a:ext cx="165100" cy="165100"/>
              </a:xfrm>
              <a:prstGeom prst="ellipse">
                <a:avLst/>
              </a:prstGeom>
              <a:grp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椭圆 6"/>
              <p:cNvSpPr/>
              <p:nvPr/>
            </p:nvSpPr>
            <p:spPr>
              <a:xfrm>
                <a:off x="-863600" y="7124700"/>
                <a:ext cx="165100" cy="165100"/>
              </a:xfrm>
              <a:prstGeom prst="ellipse">
                <a:avLst/>
              </a:prstGeom>
              <a:grp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sp>
        <p:nvSpPr>
          <p:cNvPr id="25" name="任意多边形: 形状 24"/>
          <p:cNvSpPr/>
          <p:nvPr/>
        </p:nvSpPr>
        <p:spPr>
          <a:xfrm>
            <a:off x="11328401" y="4965700"/>
            <a:ext cx="396593" cy="816428"/>
          </a:xfrm>
          <a:custGeom>
            <a:avLst/>
            <a:gdLst>
              <a:gd name="connsiteX0" fmla="*/ 452944 w 477264"/>
              <a:gd name="connsiteY0" fmla="*/ 933858 h 982498"/>
              <a:gd name="connsiteX1" fmla="*/ 477264 w 477264"/>
              <a:gd name="connsiteY1" fmla="*/ 958178 h 982498"/>
              <a:gd name="connsiteX2" fmla="*/ 452944 w 477264"/>
              <a:gd name="connsiteY2" fmla="*/ 982498 h 982498"/>
              <a:gd name="connsiteX3" fmla="*/ 428624 w 477264"/>
              <a:gd name="connsiteY3" fmla="*/ 958178 h 982498"/>
              <a:gd name="connsiteX4" fmla="*/ 452944 w 477264"/>
              <a:gd name="connsiteY4" fmla="*/ 933858 h 982498"/>
              <a:gd name="connsiteX5" fmla="*/ 345788 w 477264"/>
              <a:gd name="connsiteY5" fmla="*/ 933858 h 982498"/>
              <a:gd name="connsiteX6" fmla="*/ 370108 w 477264"/>
              <a:gd name="connsiteY6" fmla="*/ 958178 h 982498"/>
              <a:gd name="connsiteX7" fmla="*/ 345788 w 477264"/>
              <a:gd name="connsiteY7" fmla="*/ 982498 h 982498"/>
              <a:gd name="connsiteX8" fmla="*/ 321468 w 477264"/>
              <a:gd name="connsiteY8" fmla="*/ 958178 h 982498"/>
              <a:gd name="connsiteX9" fmla="*/ 345788 w 477264"/>
              <a:gd name="connsiteY9" fmla="*/ 933858 h 982498"/>
              <a:gd name="connsiteX10" fmla="*/ 238632 w 477264"/>
              <a:gd name="connsiteY10" fmla="*/ 933858 h 982498"/>
              <a:gd name="connsiteX11" fmla="*/ 262952 w 477264"/>
              <a:gd name="connsiteY11" fmla="*/ 958178 h 982498"/>
              <a:gd name="connsiteX12" fmla="*/ 238632 w 477264"/>
              <a:gd name="connsiteY12" fmla="*/ 982498 h 982498"/>
              <a:gd name="connsiteX13" fmla="*/ 214312 w 477264"/>
              <a:gd name="connsiteY13" fmla="*/ 958178 h 982498"/>
              <a:gd name="connsiteX14" fmla="*/ 238632 w 477264"/>
              <a:gd name="connsiteY14" fmla="*/ 933858 h 982498"/>
              <a:gd name="connsiteX15" fmla="*/ 131476 w 477264"/>
              <a:gd name="connsiteY15" fmla="*/ 933858 h 982498"/>
              <a:gd name="connsiteX16" fmla="*/ 155796 w 477264"/>
              <a:gd name="connsiteY16" fmla="*/ 958178 h 982498"/>
              <a:gd name="connsiteX17" fmla="*/ 131476 w 477264"/>
              <a:gd name="connsiteY17" fmla="*/ 982498 h 982498"/>
              <a:gd name="connsiteX18" fmla="*/ 107156 w 477264"/>
              <a:gd name="connsiteY18" fmla="*/ 958178 h 982498"/>
              <a:gd name="connsiteX19" fmla="*/ 131476 w 477264"/>
              <a:gd name="connsiteY19" fmla="*/ 933858 h 982498"/>
              <a:gd name="connsiteX20" fmla="*/ 24320 w 477264"/>
              <a:gd name="connsiteY20" fmla="*/ 933858 h 982498"/>
              <a:gd name="connsiteX21" fmla="*/ 48640 w 477264"/>
              <a:gd name="connsiteY21" fmla="*/ 958178 h 982498"/>
              <a:gd name="connsiteX22" fmla="*/ 24320 w 477264"/>
              <a:gd name="connsiteY22" fmla="*/ 982498 h 982498"/>
              <a:gd name="connsiteX23" fmla="*/ 0 w 477264"/>
              <a:gd name="connsiteY23" fmla="*/ 958178 h 982498"/>
              <a:gd name="connsiteX24" fmla="*/ 24320 w 477264"/>
              <a:gd name="connsiteY24" fmla="*/ 933858 h 982498"/>
              <a:gd name="connsiteX25" fmla="*/ 452944 w 477264"/>
              <a:gd name="connsiteY25" fmla="*/ 778215 h 982498"/>
              <a:gd name="connsiteX26" fmla="*/ 477264 w 477264"/>
              <a:gd name="connsiteY26" fmla="*/ 802535 h 982498"/>
              <a:gd name="connsiteX27" fmla="*/ 452944 w 477264"/>
              <a:gd name="connsiteY27" fmla="*/ 826855 h 982498"/>
              <a:gd name="connsiteX28" fmla="*/ 428624 w 477264"/>
              <a:gd name="connsiteY28" fmla="*/ 802535 h 982498"/>
              <a:gd name="connsiteX29" fmla="*/ 452944 w 477264"/>
              <a:gd name="connsiteY29" fmla="*/ 778215 h 982498"/>
              <a:gd name="connsiteX30" fmla="*/ 345788 w 477264"/>
              <a:gd name="connsiteY30" fmla="*/ 778215 h 982498"/>
              <a:gd name="connsiteX31" fmla="*/ 370108 w 477264"/>
              <a:gd name="connsiteY31" fmla="*/ 802535 h 982498"/>
              <a:gd name="connsiteX32" fmla="*/ 345788 w 477264"/>
              <a:gd name="connsiteY32" fmla="*/ 826855 h 982498"/>
              <a:gd name="connsiteX33" fmla="*/ 321468 w 477264"/>
              <a:gd name="connsiteY33" fmla="*/ 802535 h 982498"/>
              <a:gd name="connsiteX34" fmla="*/ 345788 w 477264"/>
              <a:gd name="connsiteY34" fmla="*/ 778215 h 982498"/>
              <a:gd name="connsiteX35" fmla="*/ 238632 w 477264"/>
              <a:gd name="connsiteY35" fmla="*/ 778215 h 982498"/>
              <a:gd name="connsiteX36" fmla="*/ 262952 w 477264"/>
              <a:gd name="connsiteY36" fmla="*/ 802535 h 982498"/>
              <a:gd name="connsiteX37" fmla="*/ 238632 w 477264"/>
              <a:gd name="connsiteY37" fmla="*/ 826855 h 982498"/>
              <a:gd name="connsiteX38" fmla="*/ 214312 w 477264"/>
              <a:gd name="connsiteY38" fmla="*/ 802535 h 982498"/>
              <a:gd name="connsiteX39" fmla="*/ 238632 w 477264"/>
              <a:gd name="connsiteY39" fmla="*/ 778215 h 982498"/>
              <a:gd name="connsiteX40" fmla="*/ 131476 w 477264"/>
              <a:gd name="connsiteY40" fmla="*/ 778215 h 982498"/>
              <a:gd name="connsiteX41" fmla="*/ 155796 w 477264"/>
              <a:gd name="connsiteY41" fmla="*/ 802535 h 982498"/>
              <a:gd name="connsiteX42" fmla="*/ 131476 w 477264"/>
              <a:gd name="connsiteY42" fmla="*/ 826855 h 982498"/>
              <a:gd name="connsiteX43" fmla="*/ 107156 w 477264"/>
              <a:gd name="connsiteY43" fmla="*/ 802535 h 982498"/>
              <a:gd name="connsiteX44" fmla="*/ 131476 w 477264"/>
              <a:gd name="connsiteY44" fmla="*/ 778215 h 982498"/>
              <a:gd name="connsiteX45" fmla="*/ 24320 w 477264"/>
              <a:gd name="connsiteY45" fmla="*/ 778215 h 982498"/>
              <a:gd name="connsiteX46" fmla="*/ 48640 w 477264"/>
              <a:gd name="connsiteY46" fmla="*/ 802535 h 982498"/>
              <a:gd name="connsiteX47" fmla="*/ 24320 w 477264"/>
              <a:gd name="connsiteY47" fmla="*/ 826855 h 982498"/>
              <a:gd name="connsiteX48" fmla="*/ 0 w 477264"/>
              <a:gd name="connsiteY48" fmla="*/ 802535 h 982498"/>
              <a:gd name="connsiteX49" fmla="*/ 24320 w 477264"/>
              <a:gd name="connsiteY49" fmla="*/ 778215 h 982498"/>
              <a:gd name="connsiteX50" fmla="*/ 452944 w 477264"/>
              <a:gd name="connsiteY50" fmla="*/ 622572 h 982498"/>
              <a:gd name="connsiteX51" fmla="*/ 477264 w 477264"/>
              <a:gd name="connsiteY51" fmla="*/ 646892 h 982498"/>
              <a:gd name="connsiteX52" fmla="*/ 452944 w 477264"/>
              <a:gd name="connsiteY52" fmla="*/ 671212 h 982498"/>
              <a:gd name="connsiteX53" fmla="*/ 428624 w 477264"/>
              <a:gd name="connsiteY53" fmla="*/ 646892 h 982498"/>
              <a:gd name="connsiteX54" fmla="*/ 452944 w 477264"/>
              <a:gd name="connsiteY54" fmla="*/ 622572 h 982498"/>
              <a:gd name="connsiteX55" fmla="*/ 345788 w 477264"/>
              <a:gd name="connsiteY55" fmla="*/ 622572 h 982498"/>
              <a:gd name="connsiteX56" fmla="*/ 370108 w 477264"/>
              <a:gd name="connsiteY56" fmla="*/ 646892 h 982498"/>
              <a:gd name="connsiteX57" fmla="*/ 345788 w 477264"/>
              <a:gd name="connsiteY57" fmla="*/ 671212 h 982498"/>
              <a:gd name="connsiteX58" fmla="*/ 321468 w 477264"/>
              <a:gd name="connsiteY58" fmla="*/ 646892 h 982498"/>
              <a:gd name="connsiteX59" fmla="*/ 345788 w 477264"/>
              <a:gd name="connsiteY59" fmla="*/ 622572 h 982498"/>
              <a:gd name="connsiteX60" fmla="*/ 238632 w 477264"/>
              <a:gd name="connsiteY60" fmla="*/ 622572 h 982498"/>
              <a:gd name="connsiteX61" fmla="*/ 262952 w 477264"/>
              <a:gd name="connsiteY61" fmla="*/ 646892 h 982498"/>
              <a:gd name="connsiteX62" fmla="*/ 238632 w 477264"/>
              <a:gd name="connsiteY62" fmla="*/ 671212 h 982498"/>
              <a:gd name="connsiteX63" fmla="*/ 214312 w 477264"/>
              <a:gd name="connsiteY63" fmla="*/ 646892 h 982498"/>
              <a:gd name="connsiteX64" fmla="*/ 238632 w 477264"/>
              <a:gd name="connsiteY64" fmla="*/ 622572 h 982498"/>
              <a:gd name="connsiteX65" fmla="*/ 131476 w 477264"/>
              <a:gd name="connsiteY65" fmla="*/ 622572 h 982498"/>
              <a:gd name="connsiteX66" fmla="*/ 155796 w 477264"/>
              <a:gd name="connsiteY66" fmla="*/ 646892 h 982498"/>
              <a:gd name="connsiteX67" fmla="*/ 131476 w 477264"/>
              <a:gd name="connsiteY67" fmla="*/ 671212 h 982498"/>
              <a:gd name="connsiteX68" fmla="*/ 107156 w 477264"/>
              <a:gd name="connsiteY68" fmla="*/ 646892 h 982498"/>
              <a:gd name="connsiteX69" fmla="*/ 131476 w 477264"/>
              <a:gd name="connsiteY69" fmla="*/ 622572 h 982498"/>
              <a:gd name="connsiteX70" fmla="*/ 24320 w 477264"/>
              <a:gd name="connsiteY70" fmla="*/ 622572 h 982498"/>
              <a:gd name="connsiteX71" fmla="*/ 48640 w 477264"/>
              <a:gd name="connsiteY71" fmla="*/ 646892 h 982498"/>
              <a:gd name="connsiteX72" fmla="*/ 24320 w 477264"/>
              <a:gd name="connsiteY72" fmla="*/ 671212 h 982498"/>
              <a:gd name="connsiteX73" fmla="*/ 0 w 477264"/>
              <a:gd name="connsiteY73" fmla="*/ 646892 h 982498"/>
              <a:gd name="connsiteX74" fmla="*/ 24320 w 477264"/>
              <a:gd name="connsiteY74" fmla="*/ 622572 h 982498"/>
              <a:gd name="connsiteX75" fmla="*/ 24320 w 477264"/>
              <a:gd name="connsiteY75" fmla="*/ 466929 h 982498"/>
              <a:gd name="connsiteX76" fmla="*/ 48640 w 477264"/>
              <a:gd name="connsiteY76" fmla="*/ 491249 h 982498"/>
              <a:gd name="connsiteX77" fmla="*/ 24320 w 477264"/>
              <a:gd name="connsiteY77" fmla="*/ 515569 h 982498"/>
              <a:gd name="connsiteX78" fmla="*/ 0 w 477264"/>
              <a:gd name="connsiteY78" fmla="*/ 491249 h 982498"/>
              <a:gd name="connsiteX79" fmla="*/ 24320 w 477264"/>
              <a:gd name="connsiteY79" fmla="*/ 466929 h 982498"/>
              <a:gd name="connsiteX80" fmla="*/ 131476 w 477264"/>
              <a:gd name="connsiteY80" fmla="*/ 466929 h 982498"/>
              <a:gd name="connsiteX81" fmla="*/ 155796 w 477264"/>
              <a:gd name="connsiteY81" fmla="*/ 491249 h 982498"/>
              <a:gd name="connsiteX82" fmla="*/ 131476 w 477264"/>
              <a:gd name="connsiteY82" fmla="*/ 515569 h 982498"/>
              <a:gd name="connsiteX83" fmla="*/ 107156 w 477264"/>
              <a:gd name="connsiteY83" fmla="*/ 491249 h 982498"/>
              <a:gd name="connsiteX84" fmla="*/ 131476 w 477264"/>
              <a:gd name="connsiteY84" fmla="*/ 466929 h 982498"/>
              <a:gd name="connsiteX85" fmla="*/ 238632 w 477264"/>
              <a:gd name="connsiteY85" fmla="*/ 466929 h 982498"/>
              <a:gd name="connsiteX86" fmla="*/ 262952 w 477264"/>
              <a:gd name="connsiteY86" fmla="*/ 491249 h 982498"/>
              <a:gd name="connsiteX87" fmla="*/ 238632 w 477264"/>
              <a:gd name="connsiteY87" fmla="*/ 515569 h 982498"/>
              <a:gd name="connsiteX88" fmla="*/ 214312 w 477264"/>
              <a:gd name="connsiteY88" fmla="*/ 491249 h 982498"/>
              <a:gd name="connsiteX89" fmla="*/ 238632 w 477264"/>
              <a:gd name="connsiteY89" fmla="*/ 466929 h 982498"/>
              <a:gd name="connsiteX90" fmla="*/ 345788 w 477264"/>
              <a:gd name="connsiteY90" fmla="*/ 466929 h 982498"/>
              <a:gd name="connsiteX91" fmla="*/ 370108 w 477264"/>
              <a:gd name="connsiteY91" fmla="*/ 491249 h 982498"/>
              <a:gd name="connsiteX92" fmla="*/ 345788 w 477264"/>
              <a:gd name="connsiteY92" fmla="*/ 515569 h 982498"/>
              <a:gd name="connsiteX93" fmla="*/ 321468 w 477264"/>
              <a:gd name="connsiteY93" fmla="*/ 491249 h 982498"/>
              <a:gd name="connsiteX94" fmla="*/ 345788 w 477264"/>
              <a:gd name="connsiteY94" fmla="*/ 466929 h 982498"/>
              <a:gd name="connsiteX95" fmla="*/ 452944 w 477264"/>
              <a:gd name="connsiteY95" fmla="*/ 466929 h 982498"/>
              <a:gd name="connsiteX96" fmla="*/ 477264 w 477264"/>
              <a:gd name="connsiteY96" fmla="*/ 491249 h 982498"/>
              <a:gd name="connsiteX97" fmla="*/ 452944 w 477264"/>
              <a:gd name="connsiteY97" fmla="*/ 515569 h 982498"/>
              <a:gd name="connsiteX98" fmla="*/ 428624 w 477264"/>
              <a:gd name="connsiteY98" fmla="*/ 491249 h 982498"/>
              <a:gd name="connsiteX99" fmla="*/ 452944 w 477264"/>
              <a:gd name="connsiteY99" fmla="*/ 466929 h 982498"/>
              <a:gd name="connsiteX100" fmla="*/ 24320 w 477264"/>
              <a:gd name="connsiteY100" fmla="*/ 311287 h 982498"/>
              <a:gd name="connsiteX101" fmla="*/ 48640 w 477264"/>
              <a:gd name="connsiteY101" fmla="*/ 335607 h 982498"/>
              <a:gd name="connsiteX102" fmla="*/ 24320 w 477264"/>
              <a:gd name="connsiteY102" fmla="*/ 359926 h 982498"/>
              <a:gd name="connsiteX103" fmla="*/ 0 w 477264"/>
              <a:gd name="connsiteY103" fmla="*/ 335607 h 982498"/>
              <a:gd name="connsiteX104" fmla="*/ 24320 w 477264"/>
              <a:gd name="connsiteY104" fmla="*/ 311287 h 982498"/>
              <a:gd name="connsiteX105" fmla="*/ 131476 w 477264"/>
              <a:gd name="connsiteY105" fmla="*/ 311286 h 982498"/>
              <a:gd name="connsiteX106" fmla="*/ 155796 w 477264"/>
              <a:gd name="connsiteY106" fmla="*/ 335606 h 982498"/>
              <a:gd name="connsiteX107" fmla="*/ 131476 w 477264"/>
              <a:gd name="connsiteY107" fmla="*/ 359926 h 982498"/>
              <a:gd name="connsiteX108" fmla="*/ 107156 w 477264"/>
              <a:gd name="connsiteY108" fmla="*/ 335606 h 982498"/>
              <a:gd name="connsiteX109" fmla="*/ 131476 w 477264"/>
              <a:gd name="connsiteY109" fmla="*/ 311286 h 982498"/>
              <a:gd name="connsiteX110" fmla="*/ 238632 w 477264"/>
              <a:gd name="connsiteY110" fmla="*/ 311286 h 982498"/>
              <a:gd name="connsiteX111" fmla="*/ 262952 w 477264"/>
              <a:gd name="connsiteY111" fmla="*/ 335606 h 982498"/>
              <a:gd name="connsiteX112" fmla="*/ 238632 w 477264"/>
              <a:gd name="connsiteY112" fmla="*/ 359926 h 982498"/>
              <a:gd name="connsiteX113" fmla="*/ 214312 w 477264"/>
              <a:gd name="connsiteY113" fmla="*/ 335606 h 982498"/>
              <a:gd name="connsiteX114" fmla="*/ 238632 w 477264"/>
              <a:gd name="connsiteY114" fmla="*/ 311286 h 982498"/>
              <a:gd name="connsiteX115" fmla="*/ 345788 w 477264"/>
              <a:gd name="connsiteY115" fmla="*/ 311286 h 982498"/>
              <a:gd name="connsiteX116" fmla="*/ 370108 w 477264"/>
              <a:gd name="connsiteY116" fmla="*/ 335606 h 982498"/>
              <a:gd name="connsiteX117" fmla="*/ 345788 w 477264"/>
              <a:gd name="connsiteY117" fmla="*/ 359926 h 982498"/>
              <a:gd name="connsiteX118" fmla="*/ 321468 w 477264"/>
              <a:gd name="connsiteY118" fmla="*/ 335606 h 982498"/>
              <a:gd name="connsiteX119" fmla="*/ 345788 w 477264"/>
              <a:gd name="connsiteY119" fmla="*/ 311286 h 982498"/>
              <a:gd name="connsiteX120" fmla="*/ 452944 w 477264"/>
              <a:gd name="connsiteY120" fmla="*/ 311286 h 982498"/>
              <a:gd name="connsiteX121" fmla="*/ 477264 w 477264"/>
              <a:gd name="connsiteY121" fmla="*/ 335606 h 982498"/>
              <a:gd name="connsiteX122" fmla="*/ 452944 w 477264"/>
              <a:gd name="connsiteY122" fmla="*/ 359926 h 982498"/>
              <a:gd name="connsiteX123" fmla="*/ 428624 w 477264"/>
              <a:gd name="connsiteY123" fmla="*/ 335606 h 982498"/>
              <a:gd name="connsiteX124" fmla="*/ 452944 w 477264"/>
              <a:gd name="connsiteY124" fmla="*/ 311286 h 982498"/>
              <a:gd name="connsiteX125" fmla="*/ 24320 w 477264"/>
              <a:gd name="connsiteY125" fmla="*/ 155643 h 982498"/>
              <a:gd name="connsiteX126" fmla="*/ 48640 w 477264"/>
              <a:gd name="connsiteY126" fmla="*/ 179963 h 982498"/>
              <a:gd name="connsiteX127" fmla="*/ 24320 w 477264"/>
              <a:gd name="connsiteY127" fmla="*/ 204283 h 982498"/>
              <a:gd name="connsiteX128" fmla="*/ 0 w 477264"/>
              <a:gd name="connsiteY128" fmla="*/ 179963 h 982498"/>
              <a:gd name="connsiteX129" fmla="*/ 24320 w 477264"/>
              <a:gd name="connsiteY129" fmla="*/ 155643 h 982498"/>
              <a:gd name="connsiteX130" fmla="*/ 131476 w 477264"/>
              <a:gd name="connsiteY130" fmla="*/ 155643 h 982498"/>
              <a:gd name="connsiteX131" fmla="*/ 155796 w 477264"/>
              <a:gd name="connsiteY131" fmla="*/ 179963 h 982498"/>
              <a:gd name="connsiteX132" fmla="*/ 131476 w 477264"/>
              <a:gd name="connsiteY132" fmla="*/ 204283 h 982498"/>
              <a:gd name="connsiteX133" fmla="*/ 107156 w 477264"/>
              <a:gd name="connsiteY133" fmla="*/ 179963 h 982498"/>
              <a:gd name="connsiteX134" fmla="*/ 131476 w 477264"/>
              <a:gd name="connsiteY134" fmla="*/ 155643 h 982498"/>
              <a:gd name="connsiteX135" fmla="*/ 238632 w 477264"/>
              <a:gd name="connsiteY135" fmla="*/ 155643 h 982498"/>
              <a:gd name="connsiteX136" fmla="*/ 262952 w 477264"/>
              <a:gd name="connsiteY136" fmla="*/ 179963 h 982498"/>
              <a:gd name="connsiteX137" fmla="*/ 238632 w 477264"/>
              <a:gd name="connsiteY137" fmla="*/ 204283 h 982498"/>
              <a:gd name="connsiteX138" fmla="*/ 214312 w 477264"/>
              <a:gd name="connsiteY138" fmla="*/ 179963 h 982498"/>
              <a:gd name="connsiteX139" fmla="*/ 238632 w 477264"/>
              <a:gd name="connsiteY139" fmla="*/ 155643 h 982498"/>
              <a:gd name="connsiteX140" fmla="*/ 345788 w 477264"/>
              <a:gd name="connsiteY140" fmla="*/ 155643 h 982498"/>
              <a:gd name="connsiteX141" fmla="*/ 370108 w 477264"/>
              <a:gd name="connsiteY141" fmla="*/ 179963 h 982498"/>
              <a:gd name="connsiteX142" fmla="*/ 345788 w 477264"/>
              <a:gd name="connsiteY142" fmla="*/ 204283 h 982498"/>
              <a:gd name="connsiteX143" fmla="*/ 321468 w 477264"/>
              <a:gd name="connsiteY143" fmla="*/ 179963 h 982498"/>
              <a:gd name="connsiteX144" fmla="*/ 345788 w 477264"/>
              <a:gd name="connsiteY144" fmla="*/ 155643 h 982498"/>
              <a:gd name="connsiteX145" fmla="*/ 452944 w 477264"/>
              <a:gd name="connsiteY145" fmla="*/ 155643 h 982498"/>
              <a:gd name="connsiteX146" fmla="*/ 477264 w 477264"/>
              <a:gd name="connsiteY146" fmla="*/ 179963 h 982498"/>
              <a:gd name="connsiteX147" fmla="*/ 452944 w 477264"/>
              <a:gd name="connsiteY147" fmla="*/ 204283 h 982498"/>
              <a:gd name="connsiteX148" fmla="*/ 428624 w 477264"/>
              <a:gd name="connsiteY148" fmla="*/ 179963 h 982498"/>
              <a:gd name="connsiteX149" fmla="*/ 452944 w 477264"/>
              <a:gd name="connsiteY149" fmla="*/ 155643 h 982498"/>
              <a:gd name="connsiteX150" fmla="*/ 452944 w 477264"/>
              <a:gd name="connsiteY150" fmla="*/ 0 h 982498"/>
              <a:gd name="connsiteX151" fmla="*/ 477264 w 477264"/>
              <a:gd name="connsiteY151" fmla="*/ 24320 h 982498"/>
              <a:gd name="connsiteX152" fmla="*/ 452944 w 477264"/>
              <a:gd name="connsiteY152" fmla="*/ 48640 h 982498"/>
              <a:gd name="connsiteX153" fmla="*/ 428624 w 477264"/>
              <a:gd name="connsiteY153" fmla="*/ 24320 h 982498"/>
              <a:gd name="connsiteX154" fmla="*/ 452944 w 477264"/>
              <a:gd name="connsiteY154" fmla="*/ 0 h 982498"/>
              <a:gd name="connsiteX155" fmla="*/ 345788 w 477264"/>
              <a:gd name="connsiteY155" fmla="*/ 0 h 982498"/>
              <a:gd name="connsiteX156" fmla="*/ 370108 w 477264"/>
              <a:gd name="connsiteY156" fmla="*/ 24320 h 982498"/>
              <a:gd name="connsiteX157" fmla="*/ 345788 w 477264"/>
              <a:gd name="connsiteY157" fmla="*/ 48640 h 982498"/>
              <a:gd name="connsiteX158" fmla="*/ 321468 w 477264"/>
              <a:gd name="connsiteY158" fmla="*/ 24320 h 982498"/>
              <a:gd name="connsiteX159" fmla="*/ 345788 w 477264"/>
              <a:gd name="connsiteY159" fmla="*/ 0 h 982498"/>
              <a:gd name="connsiteX160" fmla="*/ 238632 w 477264"/>
              <a:gd name="connsiteY160" fmla="*/ 0 h 982498"/>
              <a:gd name="connsiteX161" fmla="*/ 262952 w 477264"/>
              <a:gd name="connsiteY161" fmla="*/ 24320 h 982498"/>
              <a:gd name="connsiteX162" fmla="*/ 238632 w 477264"/>
              <a:gd name="connsiteY162" fmla="*/ 48640 h 982498"/>
              <a:gd name="connsiteX163" fmla="*/ 214312 w 477264"/>
              <a:gd name="connsiteY163" fmla="*/ 24320 h 982498"/>
              <a:gd name="connsiteX164" fmla="*/ 238632 w 477264"/>
              <a:gd name="connsiteY164" fmla="*/ 0 h 982498"/>
              <a:gd name="connsiteX165" fmla="*/ 131476 w 477264"/>
              <a:gd name="connsiteY165" fmla="*/ 0 h 982498"/>
              <a:gd name="connsiteX166" fmla="*/ 155796 w 477264"/>
              <a:gd name="connsiteY166" fmla="*/ 24320 h 982498"/>
              <a:gd name="connsiteX167" fmla="*/ 131476 w 477264"/>
              <a:gd name="connsiteY167" fmla="*/ 48640 h 982498"/>
              <a:gd name="connsiteX168" fmla="*/ 107156 w 477264"/>
              <a:gd name="connsiteY168" fmla="*/ 24320 h 982498"/>
              <a:gd name="connsiteX169" fmla="*/ 131476 w 477264"/>
              <a:gd name="connsiteY169" fmla="*/ 0 h 982498"/>
              <a:gd name="connsiteX170" fmla="*/ 24320 w 477264"/>
              <a:gd name="connsiteY170" fmla="*/ 0 h 982498"/>
              <a:gd name="connsiteX171" fmla="*/ 48640 w 477264"/>
              <a:gd name="connsiteY171" fmla="*/ 24320 h 982498"/>
              <a:gd name="connsiteX172" fmla="*/ 24320 w 477264"/>
              <a:gd name="connsiteY172" fmla="*/ 48640 h 982498"/>
              <a:gd name="connsiteX173" fmla="*/ 0 w 477264"/>
              <a:gd name="connsiteY173" fmla="*/ 24320 h 982498"/>
              <a:gd name="connsiteX174" fmla="*/ 24320 w 477264"/>
              <a:gd name="connsiteY174" fmla="*/ 0 h 9824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Lst>
            <a:rect l="l" t="t" r="r" b="b"/>
            <a:pathLst>
              <a:path w="477264" h="982498">
                <a:moveTo>
                  <a:pt x="452944" y="933858"/>
                </a:moveTo>
                <a:cubicBezTo>
                  <a:pt x="466376" y="933858"/>
                  <a:pt x="477264" y="944746"/>
                  <a:pt x="477264" y="958178"/>
                </a:cubicBezTo>
                <a:cubicBezTo>
                  <a:pt x="477264" y="971610"/>
                  <a:pt x="466376" y="982498"/>
                  <a:pt x="452944" y="982498"/>
                </a:cubicBezTo>
                <a:cubicBezTo>
                  <a:pt x="439512" y="982498"/>
                  <a:pt x="428624" y="971610"/>
                  <a:pt x="428624" y="958178"/>
                </a:cubicBezTo>
                <a:cubicBezTo>
                  <a:pt x="428624" y="944746"/>
                  <a:pt x="439512" y="933858"/>
                  <a:pt x="452944" y="933858"/>
                </a:cubicBezTo>
                <a:close/>
                <a:moveTo>
                  <a:pt x="345788" y="933858"/>
                </a:moveTo>
                <a:cubicBezTo>
                  <a:pt x="359220" y="933858"/>
                  <a:pt x="370108" y="944746"/>
                  <a:pt x="370108" y="958178"/>
                </a:cubicBezTo>
                <a:cubicBezTo>
                  <a:pt x="370108" y="971610"/>
                  <a:pt x="359220" y="982498"/>
                  <a:pt x="345788" y="982498"/>
                </a:cubicBezTo>
                <a:cubicBezTo>
                  <a:pt x="332356" y="982498"/>
                  <a:pt x="321468" y="971610"/>
                  <a:pt x="321468" y="958178"/>
                </a:cubicBezTo>
                <a:cubicBezTo>
                  <a:pt x="321468" y="944746"/>
                  <a:pt x="332356" y="933858"/>
                  <a:pt x="345788" y="933858"/>
                </a:cubicBezTo>
                <a:close/>
                <a:moveTo>
                  <a:pt x="238632" y="933858"/>
                </a:moveTo>
                <a:cubicBezTo>
                  <a:pt x="252064" y="933858"/>
                  <a:pt x="262952" y="944746"/>
                  <a:pt x="262952" y="958178"/>
                </a:cubicBezTo>
                <a:cubicBezTo>
                  <a:pt x="262952" y="971610"/>
                  <a:pt x="252064" y="982498"/>
                  <a:pt x="238632" y="982498"/>
                </a:cubicBezTo>
                <a:cubicBezTo>
                  <a:pt x="225200" y="982498"/>
                  <a:pt x="214312" y="971610"/>
                  <a:pt x="214312" y="958178"/>
                </a:cubicBezTo>
                <a:cubicBezTo>
                  <a:pt x="214312" y="944746"/>
                  <a:pt x="225200" y="933858"/>
                  <a:pt x="238632" y="933858"/>
                </a:cubicBezTo>
                <a:close/>
                <a:moveTo>
                  <a:pt x="131476" y="933858"/>
                </a:moveTo>
                <a:cubicBezTo>
                  <a:pt x="144908" y="933858"/>
                  <a:pt x="155796" y="944746"/>
                  <a:pt x="155796" y="958178"/>
                </a:cubicBezTo>
                <a:cubicBezTo>
                  <a:pt x="155796" y="971610"/>
                  <a:pt x="144908" y="982498"/>
                  <a:pt x="131476" y="982498"/>
                </a:cubicBezTo>
                <a:cubicBezTo>
                  <a:pt x="118044" y="982498"/>
                  <a:pt x="107156" y="971610"/>
                  <a:pt x="107156" y="958178"/>
                </a:cubicBezTo>
                <a:cubicBezTo>
                  <a:pt x="107156" y="944746"/>
                  <a:pt x="118044" y="933858"/>
                  <a:pt x="131476" y="933858"/>
                </a:cubicBezTo>
                <a:close/>
                <a:moveTo>
                  <a:pt x="24320" y="933858"/>
                </a:moveTo>
                <a:cubicBezTo>
                  <a:pt x="37752" y="933858"/>
                  <a:pt x="48640" y="944746"/>
                  <a:pt x="48640" y="958178"/>
                </a:cubicBezTo>
                <a:cubicBezTo>
                  <a:pt x="48640" y="971610"/>
                  <a:pt x="37752" y="982498"/>
                  <a:pt x="24320" y="982498"/>
                </a:cubicBezTo>
                <a:cubicBezTo>
                  <a:pt x="10888" y="982498"/>
                  <a:pt x="0" y="971610"/>
                  <a:pt x="0" y="958178"/>
                </a:cubicBezTo>
                <a:cubicBezTo>
                  <a:pt x="0" y="944746"/>
                  <a:pt x="10888" y="933858"/>
                  <a:pt x="24320" y="933858"/>
                </a:cubicBezTo>
                <a:close/>
                <a:moveTo>
                  <a:pt x="452944" y="778215"/>
                </a:moveTo>
                <a:cubicBezTo>
                  <a:pt x="466376" y="778215"/>
                  <a:pt x="477264" y="789103"/>
                  <a:pt x="477264" y="802535"/>
                </a:cubicBezTo>
                <a:cubicBezTo>
                  <a:pt x="477264" y="815967"/>
                  <a:pt x="466376" y="826855"/>
                  <a:pt x="452944" y="826855"/>
                </a:cubicBezTo>
                <a:cubicBezTo>
                  <a:pt x="439512" y="826855"/>
                  <a:pt x="428624" y="815967"/>
                  <a:pt x="428624" y="802535"/>
                </a:cubicBezTo>
                <a:cubicBezTo>
                  <a:pt x="428624" y="789103"/>
                  <a:pt x="439512" y="778215"/>
                  <a:pt x="452944" y="778215"/>
                </a:cubicBezTo>
                <a:close/>
                <a:moveTo>
                  <a:pt x="345788" y="778215"/>
                </a:moveTo>
                <a:cubicBezTo>
                  <a:pt x="359220" y="778215"/>
                  <a:pt x="370108" y="789103"/>
                  <a:pt x="370108" y="802535"/>
                </a:cubicBezTo>
                <a:cubicBezTo>
                  <a:pt x="370108" y="815967"/>
                  <a:pt x="359220" y="826855"/>
                  <a:pt x="345788" y="826855"/>
                </a:cubicBezTo>
                <a:cubicBezTo>
                  <a:pt x="332356" y="826855"/>
                  <a:pt x="321468" y="815967"/>
                  <a:pt x="321468" y="802535"/>
                </a:cubicBezTo>
                <a:cubicBezTo>
                  <a:pt x="321468" y="789103"/>
                  <a:pt x="332356" y="778215"/>
                  <a:pt x="345788" y="778215"/>
                </a:cubicBezTo>
                <a:close/>
                <a:moveTo>
                  <a:pt x="238632" y="778215"/>
                </a:moveTo>
                <a:cubicBezTo>
                  <a:pt x="252064" y="778215"/>
                  <a:pt x="262952" y="789103"/>
                  <a:pt x="262952" y="802535"/>
                </a:cubicBezTo>
                <a:cubicBezTo>
                  <a:pt x="262952" y="815967"/>
                  <a:pt x="252064" y="826855"/>
                  <a:pt x="238632" y="826855"/>
                </a:cubicBezTo>
                <a:cubicBezTo>
                  <a:pt x="225200" y="826855"/>
                  <a:pt x="214312" y="815967"/>
                  <a:pt x="214312" y="802535"/>
                </a:cubicBezTo>
                <a:cubicBezTo>
                  <a:pt x="214312" y="789103"/>
                  <a:pt x="225200" y="778215"/>
                  <a:pt x="238632" y="778215"/>
                </a:cubicBezTo>
                <a:close/>
                <a:moveTo>
                  <a:pt x="131476" y="778215"/>
                </a:moveTo>
                <a:cubicBezTo>
                  <a:pt x="144908" y="778215"/>
                  <a:pt x="155796" y="789103"/>
                  <a:pt x="155796" y="802535"/>
                </a:cubicBezTo>
                <a:cubicBezTo>
                  <a:pt x="155796" y="815967"/>
                  <a:pt x="144908" y="826855"/>
                  <a:pt x="131476" y="826855"/>
                </a:cubicBezTo>
                <a:cubicBezTo>
                  <a:pt x="118044" y="826855"/>
                  <a:pt x="107156" y="815967"/>
                  <a:pt x="107156" y="802535"/>
                </a:cubicBezTo>
                <a:cubicBezTo>
                  <a:pt x="107156" y="789103"/>
                  <a:pt x="118044" y="778215"/>
                  <a:pt x="131476" y="778215"/>
                </a:cubicBezTo>
                <a:close/>
                <a:moveTo>
                  <a:pt x="24320" y="778215"/>
                </a:moveTo>
                <a:cubicBezTo>
                  <a:pt x="37752" y="778215"/>
                  <a:pt x="48640" y="789103"/>
                  <a:pt x="48640" y="802535"/>
                </a:cubicBezTo>
                <a:cubicBezTo>
                  <a:pt x="48640" y="815967"/>
                  <a:pt x="37752" y="826855"/>
                  <a:pt x="24320" y="826855"/>
                </a:cubicBezTo>
                <a:cubicBezTo>
                  <a:pt x="10888" y="826855"/>
                  <a:pt x="0" y="815967"/>
                  <a:pt x="0" y="802535"/>
                </a:cubicBezTo>
                <a:cubicBezTo>
                  <a:pt x="0" y="789103"/>
                  <a:pt x="10888" y="778215"/>
                  <a:pt x="24320" y="778215"/>
                </a:cubicBezTo>
                <a:close/>
                <a:moveTo>
                  <a:pt x="452944" y="622572"/>
                </a:moveTo>
                <a:cubicBezTo>
                  <a:pt x="466376" y="622572"/>
                  <a:pt x="477264" y="633460"/>
                  <a:pt x="477264" y="646892"/>
                </a:cubicBezTo>
                <a:cubicBezTo>
                  <a:pt x="477264" y="660324"/>
                  <a:pt x="466376" y="671212"/>
                  <a:pt x="452944" y="671212"/>
                </a:cubicBezTo>
                <a:cubicBezTo>
                  <a:pt x="439512" y="671212"/>
                  <a:pt x="428624" y="660324"/>
                  <a:pt x="428624" y="646892"/>
                </a:cubicBezTo>
                <a:cubicBezTo>
                  <a:pt x="428624" y="633460"/>
                  <a:pt x="439512" y="622572"/>
                  <a:pt x="452944" y="622572"/>
                </a:cubicBezTo>
                <a:close/>
                <a:moveTo>
                  <a:pt x="345788" y="622572"/>
                </a:moveTo>
                <a:cubicBezTo>
                  <a:pt x="359220" y="622572"/>
                  <a:pt x="370108" y="633460"/>
                  <a:pt x="370108" y="646892"/>
                </a:cubicBezTo>
                <a:cubicBezTo>
                  <a:pt x="370108" y="660324"/>
                  <a:pt x="359220" y="671212"/>
                  <a:pt x="345788" y="671212"/>
                </a:cubicBezTo>
                <a:cubicBezTo>
                  <a:pt x="332356" y="671212"/>
                  <a:pt x="321468" y="660324"/>
                  <a:pt x="321468" y="646892"/>
                </a:cubicBezTo>
                <a:cubicBezTo>
                  <a:pt x="321468" y="633460"/>
                  <a:pt x="332356" y="622572"/>
                  <a:pt x="345788" y="622572"/>
                </a:cubicBezTo>
                <a:close/>
                <a:moveTo>
                  <a:pt x="238632" y="622572"/>
                </a:moveTo>
                <a:cubicBezTo>
                  <a:pt x="252064" y="622572"/>
                  <a:pt x="262952" y="633460"/>
                  <a:pt x="262952" y="646892"/>
                </a:cubicBezTo>
                <a:cubicBezTo>
                  <a:pt x="262952" y="660324"/>
                  <a:pt x="252064" y="671212"/>
                  <a:pt x="238632" y="671212"/>
                </a:cubicBezTo>
                <a:cubicBezTo>
                  <a:pt x="225200" y="671212"/>
                  <a:pt x="214312" y="660324"/>
                  <a:pt x="214312" y="646892"/>
                </a:cubicBezTo>
                <a:cubicBezTo>
                  <a:pt x="214312" y="633460"/>
                  <a:pt x="225200" y="622572"/>
                  <a:pt x="238632" y="622572"/>
                </a:cubicBezTo>
                <a:close/>
                <a:moveTo>
                  <a:pt x="131476" y="622572"/>
                </a:moveTo>
                <a:cubicBezTo>
                  <a:pt x="144908" y="622572"/>
                  <a:pt x="155796" y="633460"/>
                  <a:pt x="155796" y="646892"/>
                </a:cubicBezTo>
                <a:cubicBezTo>
                  <a:pt x="155796" y="660324"/>
                  <a:pt x="144908" y="671212"/>
                  <a:pt x="131476" y="671212"/>
                </a:cubicBezTo>
                <a:cubicBezTo>
                  <a:pt x="118044" y="671212"/>
                  <a:pt x="107156" y="660324"/>
                  <a:pt x="107156" y="646892"/>
                </a:cubicBezTo>
                <a:cubicBezTo>
                  <a:pt x="107156" y="633460"/>
                  <a:pt x="118044" y="622572"/>
                  <a:pt x="131476" y="622572"/>
                </a:cubicBezTo>
                <a:close/>
                <a:moveTo>
                  <a:pt x="24320" y="622572"/>
                </a:moveTo>
                <a:cubicBezTo>
                  <a:pt x="37752" y="622572"/>
                  <a:pt x="48640" y="633460"/>
                  <a:pt x="48640" y="646892"/>
                </a:cubicBezTo>
                <a:cubicBezTo>
                  <a:pt x="48640" y="660324"/>
                  <a:pt x="37752" y="671212"/>
                  <a:pt x="24320" y="671212"/>
                </a:cubicBezTo>
                <a:cubicBezTo>
                  <a:pt x="10888" y="671212"/>
                  <a:pt x="0" y="660324"/>
                  <a:pt x="0" y="646892"/>
                </a:cubicBezTo>
                <a:cubicBezTo>
                  <a:pt x="0" y="633460"/>
                  <a:pt x="10888" y="622572"/>
                  <a:pt x="24320" y="622572"/>
                </a:cubicBezTo>
                <a:close/>
                <a:moveTo>
                  <a:pt x="24320" y="466929"/>
                </a:moveTo>
                <a:cubicBezTo>
                  <a:pt x="37752" y="466929"/>
                  <a:pt x="48640" y="477817"/>
                  <a:pt x="48640" y="491249"/>
                </a:cubicBezTo>
                <a:cubicBezTo>
                  <a:pt x="48640" y="504681"/>
                  <a:pt x="37752" y="515569"/>
                  <a:pt x="24320" y="515569"/>
                </a:cubicBezTo>
                <a:cubicBezTo>
                  <a:pt x="10888" y="515569"/>
                  <a:pt x="0" y="504681"/>
                  <a:pt x="0" y="491249"/>
                </a:cubicBezTo>
                <a:cubicBezTo>
                  <a:pt x="0" y="477817"/>
                  <a:pt x="10888" y="466929"/>
                  <a:pt x="24320" y="466929"/>
                </a:cubicBezTo>
                <a:close/>
                <a:moveTo>
                  <a:pt x="131476" y="466929"/>
                </a:moveTo>
                <a:cubicBezTo>
                  <a:pt x="144908" y="466929"/>
                  <a:pt x="155796" y="477817"/>
                  <a:pt x="155796" y="491249"/>
                </a:cubicBezTo>
                <a:cubicBezTo>
                  <a:pt x="155796" y="504681"/>
                  <a:pt x="144908" y="515569"/>
                  <a:pt x="131476" y="515569"/>
                </a:cubicBezTo>
                <a:cubicBezTo>
                  <a:pt x="118044" y="515569"/>
                  <a:pt x="107156" y="504681"/>
                  <a:pt x="107156" y="491249"/>
                </a:cubicBezTo>
                <a:cubicBezTo>
                  <a:pt x="107156" y="477817"/>
                  <a:pt x="118044" y="466929"/>
                  <a:pt x="131476" y="466929"/>
                </a:cubicBezTo>
                <a:close/>
                <a:moveTo>
                  <a:pt x="238632" y="466929"/>
                </a:moveTo>
                <a:cubicBezTo>
                  <a:pt x="252064" y="466929"/>
                  <a:pt x="262952" y="477817"/>
                  <a:pt x="262952" y="491249"/>
                </a:cubicBezTo>
                <a:cubicBezTo>
                  <a:pt x="262952" y="504681"/>
                  <a:pt x="252064" y="515569"/>
                  <a:pt x="238632" y="515569"/>
                </a:cubicBezTo>
                <a:cubicBezTo>
                  <a:pt x="225200" y="515569"/>
                  <a:pt x="214312" y="504681"/>
                  <a:pt x="214312" y="491249"/>
                </a:cubicBezTo>
                <a:cubicBezTo>
                  <a:pt x="214312" y="477817"/>
                  <a:pt x="225200" y="466929"/>
                  <a:pt x="238632" y="466929"/>
                </a:cubicBezTo>
                <a:close/>
                <a:moveTo>
                  <a:pt x="345788" y="466929"/>
                </a:moveTo>
                <a:cubicBezTo>
                  <a:pt x="359220" y="466929"/>
                  <a:pt x="370108" y="477817"/>
                  <a:pt x="370108" y="491249"/>
                </a:cubicBezTo>
                <a:cubicBezTo>
                  <a:pt x="370108" y="504681"/>
                  <a:pt x="359220" y="515569"/>
                  <a:pt x="345788" y="515569"/>
                </a:cubicBezTo>
                <a:cubicBezTo>
                  <a:pt x="332356" y="515569"/>
                  <a:pt x="321468" y="504681"/>
                  <a:pt x="321468" y="491249"/>
                </a:cubicBezTo>
                <a:cubicBezTo>
                  <a:pt x="321468" y="477817"/>
                  <a:pt x="332356" y="466929"/>
                  <a:pt x="345788" y="466929"/>
                </a:cubicBezTo>
                <a:close/>
                <a:moveTo>
                  <a:pt x="452944" y="466929"/>
                </a:moveTo>
                <a:cubicBezTo>
                  <a:pt x="466376" y="466929"/>
                  <a:pt x="477264" y="477817"/>
                  <a:pt x="477264" y="491249"/>
                </a:cubicBezTo>
                <a:cubicBezTo>
                  <a:pt x="477264" y="504681"/>
                  <a:pt x="466376" y="515569"/>
                  <a:pt x="452944" y="515569"/>
                </a:cubicBezTo>
                <a:cubicBezTo>
                  <a:pt x="439512" y="515569"/>
                  <a:pt x="428624" y="504681"/>
                  <a:pt x="428624" y="491249"/>
                </a:cubicBezTo>
                <a:cubicBezTo>
                  <a:pt x="428624" y="477817"/>
                  <a:pt x="439512" y="466929"/>
                  <a:pt x="452944" y="466929"/>
                </a:cubicBezTo>
                <a:close/>
                <a:moveTo>
                  <a:pt x="24320" y="311287"/>
                </a:moveTo>
                <a:cubicBezTo>
                  <a:pt x="37752" y="311287"/>
                  <a:pt x="48640" y="322175"/>
                  <a:pt x="48640" y="335607"/>
                </a:cubicBezTo>
                <a:cubicBezTo>
                  <a:pt x="48640" y="349038"/>
                  <a:pt x="37752" y="359926"/>
                  <a:pt x="24320" y="359926"/>
                </a:cubicBezTo>
                <a:cubicBezTo>
                  <a:pt x="10888" y="359926"/>
                  <a:pt x="0" y="349038"/>
                  <a:pt x="0" y="335607"/>
                </a:cubicBezTo>
                <a:cubicBezTo>
                  <a:pt x="0" y="322175"/>
                  <a:pt x="10888" y="311287"/>
                  <a:pt x="24320" y="311287"/>
                </a:cubicBezTo>
                <a:close/>
                <a:moveTo>
                  <a:pt x="131476" y="311286"/>
                </a:moveTo>
                <a:cubicBezTo>
                  <a:pt x="144908" y="311286"/>
                  <a:pt x="155796" y="322174"/>
                  <a:pt x="155796" y="335606"/>
                </a:cubicBezTo>
                <a:cubicBezTo>
                  <a:pt x="155796" y="349038"/>
                  <a:pt x="144908" y="359926"/>
                  <a:pt x="131476" y="359926"/>
                </a:cubicBezTo>
                <a:cubicBezTo>
                  <a:pt x="118044" y="359926"/>
                  <a:pt x="107156" y="349038"/>
                  <a:pt x="107156" y="335606"/>
                </a:cubicBezTo>
                <a:cubicBezTo>
                  <a:pt x="107156" y="322174"/>
                  <a:pt x="118044" y="311286"/>
                  <a:pt x="131476" y="311286"/>
                </a:cubicBezTo>
                <a:close/>
                <a:moveTo>
                  <a:pt x="238632" y="311286"/>
                </a:moveTo>
                <a:cubicBezTo>
                  <a:pt x="252064" y="311286"/>
                  <a:pt x="262952" y="322174"/>
                  <a:pt x="262952" y="335606"/>
                </a:cubicBezTo>
                <a:cubicBezTo>
                  <a:pt x="262952" y="349038"/>
                  <a:pt x="252064" y="359926"/>
                  <a:pt x="238632" y="359926"/>
                </a:cubicBezTo>
                <a:cubicBezTo>
                  <a:pt x="225200" y="359926"/>
                  <a:pt x="214312" y="349038"/>
                  <a:pt x="214312" y="335606"/>
                </a:cubicBezTo>
                <a:cubicBezTo>
                  <a:pt x="214312" y="322174"/>
                  <a:pt x="225200" y="311286"/>
                  <a:pt x="238632" y="311286"/>
                </a:cubicBezTo>
                <a:close/>
                <a:moveTo>
                  <a:pt x="345788" y="311286"/>
                </a:moveTo>
                <a:cubicBezTo>
                  <a:pt x="359220" y="311286"/>
                  <a:pt x="370108" y="322174"/>
                  <a:pt x="370108" y="335606"/>
                </a:cubicBezTo>
                <a:cubicBezTo>
                  <a:pt x="370108" y="349038"/>
                  <a:pt x="359220" y="359926"/>
                  <a:pt x="345788" y="359926"/>
                </a:cubicBezTo>
                <a:cubicBezTo>
                  <a:pt x="332356" y="359926"/>
                  <a:pt x="321468" y="349038"/>
                  <a:pt x="321468" y="335606"/>
                </a:cubicBezTo>
                <a:cubicBezTo>
                  <a:pt x="321468" y="322174"/>
                  <a:pt x="332356" y="311286"/>
                  <a:pt x="345788" y="311286"/>
                </a:cubicBezTo>
                <a:close/>
                <a:moveTo>
                  <a:pt x="452944" y="311286"/>
                </a:moveTo>
                <a:cubicBezTo>
                  <a:pt x="466376" y="311286"/>
                  <a:pt x="477264" y="322174"/>
                  <a:pt x="477264" y="335606"/>
                </a:cubicBezTo>
                <a:cubicBezTo>
                  <a:pt x="477264" y="349038"/>
                  <a:pt x="466376" y="359926"/>
                  <a:pt x="452944" y="359926"/>
                </a:cubicBezTo>
                <a:cubicBezTo>
                  <a:pt x="439512" y="359926"/>
                  <a:pt x="428624" y="349038"/>
                  <a:pt x="428624" y="335606"/>
                </a:cubicBezTo>
                <a:cubicBezTo>
                  <a:pt x="428624" y="322174"/>
                  <a:pt x="439512" y="311286"/>
                  <a:pt x="452944" y="311286"/>
                </a:cubicBezTo>
                <a:close/>
                <a:moveTo>
                  <a:pt x="24320" y="155643"/>
                </a:moveTo>
                <a:cubicBezTo>
                  <a:pt x="37752" y="155643"/>
                  <a:pt x="48640" y="166531"/>
                  <a:pt x="48640" y="179963"/>
                </a:cubicBezTo>
                <a:cubicBezTo>
                  <a:pt x="48640" y="193395"/>
                  <a:pt x="37752" y="204283"/>
                  <a:pt x="24320" y="204283"/>
                </a:cubicBezTo>
                <a:cubicBezTo>
                  <a:pt x="10888" y="204283"/>
                  <a:pt x="0" y="193395"/>
                  <a:pt x="0" y="179963"/>
                </a:cubicBezTo>
                <a:cubicBezTo>
                  <a:pt x="0" y="166531"/>
                  <a:pt x="10888" y="155643"/>
                  <a:pt x="24320" y="155643"/>
                </a:cubicBezTo>
                <a:close/>
                <a:moveTo>
                  <a:pt x="131476" y="155643"/>
                </a:moveTo>
                <a:cubicBezTo>
                  <a:pt x="144908" y="155643"/>
                  <a:pt x="155796" y="166531"/>
                  <a:pt x="155796" y="179963"/>
                </a:cubicBezTo>
                <a:cubicBezTo>
                  <a:pt x="155796" y="193395"/>
                  <a:pt x="144908" y="204283"/>
                  <a:pt x="131476" y="204283"/>
                </a:cubicBezTo>
                <a:cubicBezTo>
                  <a:pt x="118044" y="204283"/>
                  <a:pt x="107156" y="193395"/>
                  <a:pt x="107156" y="179963"/>
                </a:cubicBezTo>
                <a:cubicBezTo>
                  <a:pt x="107156" y="166531"/>
                  <a:pt x="118044" y="155643"/>
                  <a:pt x="131476" y="155643"/>
                </a:cubicBezTo>
                <a:close/>
                <a:moveTo>
                  <a:pt x="238632" y="155643"/>
                </a:moveTo>
                <a:cubicBezTo>
                  <a:pt x="252064" y="155643"/>
                  <a:pt x="262952" y="166531"/>
                  <a:pt x="262952" y="179963"/>
                </a:cubicBezTo>
                <a:cubicBezTo>
                  <a:pt x="262952" y="193395"/>
                  <a:pt x="252064" y="204283"/>
                  <a:pt x="238632" y="204283"/>
                </a:cubicBezTo>
                <a:cubicBezTo>
                  <a:pt x="225200" y="204283"/>
                  <a:pt x="214312" y="193395"/>
                  <a:pt x="214312" y="179963"/>
                </a:cubicBezTo>
                <a:cubicBezTo>
                  <a:pt x="214312" y="166531"/>
                  <a:pt x="225200" y="155643"/>
                  <a:pt x="238632" y="155643"/>
                </a:cubicBezTo>
                <a:close/>
                <a:moveTo>
                  <a:pt x="345788" y="155643"/>
                </a:moveTo>
                <a:cubicBezTo>
                  <a:pt x="359220" y="155643"/>
                  <a:pt x="370108" y="166531"/>
                  <a:pt x="370108" y="179963"/>
                </a:cubicBezTo>
                <a:cubicBezTo>
                  <a:pt x="370108" y="193395"/>
                  <a:pt x="359220" y="204283"/>
                  <a:pt x="345788" y="204283"/>
                </a:cubicBezTo>
                <a:cubicBezTo>
                  <a:pt x="332356" y="204283"/>
                  <a:pt x="321468" y="193395"/>
                  <a:pt x="321468" y="179963"/>
                </a:cubicBezTo>
                <a:cubicBezTo>
                  <a:pt x="321468" y="166531"/>
                  <a:pt x="332356" y="155643"/>
                  <a:pt x="345788" y="155643"/>
                </a:cubicBezTo>
                <a:close/>
                <a:moveTo>
                  <a:pt x="452944" y="155643"/>
                </a:moveTo>
                <a:cubicBezTo>
                  <a:pt x="466376" y="155643"/>
                  <a:pt x="477264" y="166531"/>
                  <a:pt x="477264" y="179963"/>
                </a:cubicBezTo>
                <a:cubicBezTo>
                  <a:pt x="477264" y="193395"/>
                  <a:pt x="466376" y="204283"/>
                  <a:pt x="452944" y="204283"/>
                </a:cubicBezTo>
                <a:cubicBezTo>
                  <a:pt x="439512" y="204283"/>
                  <a:pt x="428624" y="193395"/>
                  <a:pt x="428624" y="179963"/>
                </a:cubicBezTo>
                <a:cubicBezTo>
                  <a:pt x="428624" y="166531"/>
                  <a:pt x="439512" y="155643"/>
                  <a:pt x="452944" y="155643"/>
                </a:cubicBezTo>
                <a:close/>
                <a:moveTo>
                  <a:pt x="452944" y="0"/>
                </a:moveTo>
                <a:cubicBezTo>
                  <a:pt x="466376" y="0"/>
                  <a:pt x="477264" y="10888"/>
                  <a:pt x="477264" y="24320"/>
                </a:cubicBezTo>
                <a:cubicBezTo>
                  <a:pt x="477264" y="37752"/>
                  <a:pt x="466376" y="48640"/>
                  <a:pt x="452944" y="48640"/>
                </a:cubicBezTo>
                <a:cubicBezTo>
                  <a:pt x="439512" y="48640"/>
                  <a:pt x="428624" y="37752"/>
                  <a:pt x="428624" y="24320"/>
                </a:cubicBezTo>
                <a:cubicBezTo>
                  <a:pt x="428624" y="10888"/>
                  <a:pt x="439512" y="0"/>
                  <a:pt x="452944" y="0"/>
                </a:cubicBezTo>
                <a:close/>
                <a:moveTo>
                  <a:pt x="345788" y="0"/>
                </a:moveTo>
                <a:cubicBezTo>
                  <a:pt x="359220" y="0"/>
                  <a:pt x="370108" y="10888"/>
                  <a:pt x="370108" y="24320"/>
                </a:cubicBezTo>
                <a:cubicBezTo>
                  <a:pt x="370108" y="37752"/>
                  <a:pt x="359220" y="48640"/>
                  <a:pt x="345788" y="48640"/>
                </a:cubicBezTo>
                <a:cubicBezTo>
                  <a:pt x="332356" y="48640"/>
                  <a:pt x="321468" y="37752"/>
                  <a:pt x="321468" y="24320"/>
                </a:cubicBezTo>
                <a:cubicBezTo>
                  <a:pt x="321468" y="10888"/>
                  <a:pt x="332356" y="0"/>
                  <a:pt x="345788" y="0"/>
                </a:cubicBezTo>
                <a:close/>
                <a:moveTo>
                  <a:pt x="238632" y="0"/>
                </a:moveTo>
                <a:cubicBezTo>
                  <a:pt x="252064" y="0"/>
                  <a:pt x="262952" y="10888"/>
                  <a:pt x="262952" y="24320"/>
                </a:cubicBezTo>
                <a:cubicBezTo>
                  <a:pt x="262952" y="37752"/>
                  <a:pt x="252064" y="48640"/>
                  <a:pt x="238632" y="48640"/>
                </a:cubicBezTo>
                <a:cubicBezTo>
                  <a:pt x="225200" y="48640"/>
                  <a:pt x="214312" y="37752"/>
                  <a:pt x="214312" y="24320"/>
                </a:cubicBezTo>
                <a:cubicBezTo>
                  <a:pt x="214312" y="10888"/>
                  <a:pt x="225200" y="0"/>
                  <a:pt x="238632" y="0"/>
                </a:cubicBezTo>
                <a:close/>
                <a:moveTo>
                  <a:pt x="131476" y="0"/>
                </a:moveTo>
                <a:cubicBezTo>
                  <a:pt x="144908" y="0"/>
                  <a:pt x="155796" y="10888"/>
                  <a:pt x="155796" y="24320"/>
                </a:cubicBezTo>
                <a:cubicBezTo>
                  <a:pt x="155796" y="37752"/>
                  <a:pt x="144908" y="48640"/>
                  <a:pt x="131476" y="48640"/>
                </a:cubicBezTo>
                <a:cubicBezTo>
                  <a:pt x="118044" y="48640"/>
                  <a:pt x="107156" y="37752"/>
                  <a:pt x="107156" y="24320"/>
                </a:cubicBezTo>
                <a:cubicBezTo>
                  <a:pt x="107156" y="10888"/>
                  <a:pt x="118044" y="0"/>
                  <a:pt x="131476" y="0"/>
                </a:cubicBezTo>
                <a:close/>
                <a:moveTo>
                  <a:pt x="24320" y="0"/>
                </a:moveTo>
                <a:cubicBezTo>
                  <a:pt x="37752" y="0"/>
                  <a:pt x="48640" y="10888"/>
                  <a:pt x="48640" y="24320"/>
                </a:cubicBezTo>
                <a:cubicBezTo>
                  <a:pt x="48640" y="37752"/>
                  <a:pt x="37752" y="48640"/>
                  <a:pt x="24320" y="48640"/>
                </a:cubicBezTo>
                <a:cubicBezTo>
                  <a:pt x="10888" y="48640"/>
                  <a:pt x="0" y="37752"/>
                  <a:pt x="0" y="24320"/>
                </a:cubicBezTo>
                <a:cubicBezTo>
                  <a:pt x="0" y="10888"/>
                  <a:pt x="10888" y="0"/>
                  <a:pt x="24320" y="0"/>
                </a:cubicBezTo>
                <a:close/>
              </a:path>
            </a:pathLst>
          </a:cu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sp>
        <p:nvSpPr>
          <p:cNvPr id="27" name="矩形 26"/>
          <p:cNvSpPr/>
          <p:nvPr/>
        </p:nvSpPr>
        <p:spPr>
          <a:xfrm>
            <a:off x="11933555" y="543560"/>
            <a:ext cx="258445" cy="111760"/>
          </a:xfrm>
          <a:prstGeom prst="rect">
            <a:avLst/>
          </a:prstGeom>
          <a:solidFill>
            <a:srgbClr val="62EFF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lumMod val="85000"/>
                  <a:lumOff val="15000"/>
                </a:schemeClr>
              </a:solidFill>
            </a:endParaRPr>
          </a:p>
        </p:txBody>
      </p:sp>
      <p:grpSp>
        <p:nvGrpSpPr>
          <p:cNvPr id="10" name="组合 9"/>
          <p:cNvGrpSpPr/>
          <p:nvPr/>
        </p:nvGrpSpPr>
        <p:grpSpPr>
          <a:xfrm>
            <a:off x="284882" y="241573"/>
            <a:ext cx="6998335" cy="626543"/>
            <a:chOff x="284882" y="285115"/>
            <a:chExt cx="6998335" cy="626543"/>
          </a:xfrm>
        </p:grpSpPr>
        <p:sp>
          <p:nvSpPr>
            <p:cNvPr id="21" name="文本框 20"/>
            <p:cNvSpPr txBox="1"/>
            <p:nvPr/>
          </p:nvSpPr>
          <p:spPr>
            <a:xfrm>
              <a:off x="831617" y="285115"/>
              <a:ext cx="6451600" cy="583565"/>
            </a:xfrm>
            <a:prstGeom prst="rect">
              <a:avLst/>
            </a:prstGeom>
            <a:noFill/>
          </p:spPr>
          <p:txBody>
            <a:bodyPr wrap="square" rtlCol="0">
              <a:spAutoFit/>
            </a:bodyPr>
            <a:lstStyle/>
            <a:p>
              <a:r>
                <a:rPr lang="en-US" altLang="zh-CN" sz="3200" dirty="0">
                  <a:solidFill>
                    <a:schemeClr val="tx1">
                      <a:lumMod val="85000"/>
                      <a:lumOff val="15000"/>
                    </a:schemeClr>
                  </a:solidFill>
                  <a:latin typeface="报隶-简" panose="02010600040101010101" charset="-122"/>
                  <a:ea typeface="报隶-简" panose="02010600040101010101" charset="-122"/>
                  <a:cs typeface="+mn-ea"/>
                  <a:sym typeface="Arial" panose="020B0604020202020204" pitchFamily="34" charset="0"/>
                </a:rPr>
                <a:t>MLFLOW+TensorFlow</a:t>
              </a:r>
              <a:endParaRPr lang="zh-CN" altLang="en-US" sz="3200" dirty="0">
                <a:solidFill>
                  <a:schemeClr val="tx1">
                    <a:lumMod val="85000"/>
                    <a:lumOff val="15000"/>
                  </a:schemeClr>
                </a:solidFill>
                <a:latin typeface="报隶-简" panose="02010600040101010101" charset="-122"/>
                <a:ea typeface="报隶-简" panose="02010600040101010101" charset="-122"/>
                <a:cs typeface="+mn-ea"/>
                <a:sym typeface="+mn-lt"/>
              </a:endParaRPr>
            </a:p>
          </p:txBody>
        </p:sp>
        <p:grpSp>
          <p:nvGrpSpPr>
            <p:cNvPr id="13" name="组合 12"/>
            <p:cNvGrpSpPr/>
            <p:nvPr/>
          </p:nvGrpSpPr>
          <p:grpSpPr>
            <a:xfrm>
              <a:off x="284882" y="369226"/>
              <a:ext cx="542432" cy="542432"/>
              <a:chOff x="4058577" y="4375150"/>
              <a:chExt cx="1384300" cy="1384300"/>
            </a:xfrm>
          </p:grpSpPr>
          <p:sp>
            <p:nvSpPr>
              <p:cNvPr id="9" name="椭圆 8"/>
              <p:cNvSpPr/>
              <p:nvPr/>
            </p:nvSpPr>
            <p:spPr>
              <a:xfrm>
                <a:off x="4058577" y="4375150"/>
                <a:ext cx="1384300" cy="1384300"/>
              </a:xfrm>
              <a:prstGeom prst="ellipse">
                <a:avLst/>
              </a:prstGeom>
              <a:gradFill flip="none" rotWithShape="1">
                <a:gsLst>
                  <a:gs pos="38000">
                    <a:srgbClr val="62EFFE"/>
                  </a:gs>
                  <a:gs pos="90000">
                    <a:srgbClr val="02ECFE"/>
                  </a:gs>
                </a:gsLst>
                <a:lin ang="54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a:solidFill>
                    <a:schemeClr val="tx1">
                      <a:lumMod val="85000"/>
                      <a:lumOff val="15000"/>
                    </a:schemeClr>
                  </a:solidFill>
                  <a:latin typeface="思源黑体 CN Bold" panose="020B0800000000000000" pitchFamily="34" charset="-122"/>
                  <a:ea typeface="思源黑体 CN Bold" panose="020B0800000000000000" pitchFamily="34" charset="-122"/>
                  <a:cs typeface="+mn-ea"/>
                </a:endParaRPr>
              </a:p>
            </p:txBody>
          </p:sp>
          <p:pic>
            <p:nvPicPr>
              <p:cNvPr id="11" name="图片 10"/>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4311650" y="4619625"/>
                <a:ext cx="889000" cy="889000"/>
              </a:xfrm>
              <a:prstGeom prst="rect">
                <a:avLst/>
              </a:prstGeom>
            </p:spPr>
          </p:pic>
        </p:grpSp>
      </p:grpSp>
      <p:sp>
        <p:nvSpPr>
          <p:cNvPr id="12" name="文本框 11"/>
          <p:cNvSpPr txBox="1"/>
          <p:nvPr/>
        </p:nvSpPr>
        <p:spPr>
          <a:xfrm>
            <a:off x="9031605" y="569557"/>
            <a:ext cx="2705562" cy="337185"/>
          </a:xfrm>
          <a:prstGeom prst="rect">
            <a:avLst/>
          </a:prstGeom>
          <a:noFill/>
        </p:spPr>
        <p:txBody>
          <a:bodyPr wrap="square" rtlCol="0">
            <a:spAutoFit/>
          </a:bodyPr>
          <a:p>
            <a:pPr algn="dist"/>
            <a:r>
              <a:rPr lang="zh-CN" altLang="en-US" sz="1600" b="1" dirty="0">
                <a:solidFill>
                  <a:schemeClr val="tx1"/>
                </a:solidFill>
                <a:latin typeface="思源黑体 CN Normal" panose="020B0400000000000000" pitchFamily="34" charset="-122"/>
                <a:ea typeface="思源黑体 CN Normal" panose="020B0400000000000000" pitchFamily="34" charset="-122"/>
                <a:cs typeface="+mn-ea"/>
                <a:sym typeface="+mn-lt"/>
              </a:rPr>
              <a:t>20</a:t>
            </a:r>
            <a:r>
              <a:rPr lang="en-US" altLang="zh-CN" sz="1600" b="1" dirty="0">
                <a:solidFill>
                  <a:schemeClr val="tx1"/>
                </a:solidFill>
                <a:latin typeface="思源黑体 CN Normal" panose="020B0400000000000000" pitchFamily="34" charset="-122"/>
                <a:ea typeface="思源黑体 CN Normal" panose="020B0400000000000000" pitchFamily="34" charset="-122"/>
                <a:cs typeface="+mn-ea"/>
                <a:sym typeface="+mn-lt"/>
              </a:rPr>
              <a:t>23Google</a:t>
            </a:r>
            <a:r>
              <a:rPr lang="zh-CN" altLang="en-US" sz="1600" b="1" dirty="0">
                <a:solidFill>
                  <a:schemeClr val="tx1"/>
                </a:solidFill>
                <a:latin typeface="思源黑体 CN Normal" panose="020B0400000000000000" pitchFamily="34" charset="-122"/>
                <a:ea typeface="思源黑体 CN Normal" panose="020B0400000000000000" pitchFamily="34" charset="-122"/>
                <a:cs typeface="+mn-ea"/>
                <a:sym typeface="+mn-lt"/>
              </a:rPr>
              <a:t>开发者大会</a:t>
            </a:r>
            <a:endParaRPr lang="zh-CN" altLang="en-US" sz="1600" b="1" dirty="0">
              <a:solidFill>
                <a:schemeClr val="tx1"/>
              </a:solidFill>
              <a:latin typeface="思源黑体 CN Normal" panose="020B0400000000000000" pitchFamily="34" charset="-122"/>
              <a:ea typeface="思源黑体 CN Normal" panose="020B0400000000000000" pitchFamily="34" charset="-122"/>
              <a:cs typeface="+mn-ea"/>
              <a:sym typeface="+mn-lt"/>
            </a:endParaRPr>
          </a:p>
        </p:txBody>
      </p:sp>
      <p:pic>
        <p:nvPicPr>
          <p:cNvPr id="14" name="20230907_035842">
            <a:hlinkClick r:id="" action="ppaction://media"/>
          </p:cNvPr>
          <p:cNvPicPr/>
          <p:nvPr>
            <a:videoFile r:link="rId2"/>
            <p:extLst>
              <p:ext uri="{DAA4B4D4-6D71-4841-9C94-3DE7FCFB9230}">
                <p14:media xmlns:p14="http://schemas.microsoft.com/office/powerpoint/2010/main" r:embed="rId3"/>
              </p:ext>
            </p:extLst>
          </p:nvPr>
        </p:nvPicPr>
        <p:blipFill>
          <a:blip r:embed="rId4"/>
          <a:stretch>
            <a:fillRect/>
          </a:stretch>
        </p:blipFill>
        <p:spPr>
          <a:xfrm>
            <a:off x="2828290" y="1223010"/>
            <a:ext cx="8003540" cy="5172075"/>
          </a:xfrm>
          <a:prstGeom prst="rect">
            <a:avLst/>
          </a:prstGeom>
        </p:spPr>
      </p:pic>
      <p:sp>
        <p:nvSpPr>
          <p:cNvPr id="15" name="圆角矩形 14"/>
          <p:cNvSpPr/>
          <p:nvPr/>
        </p:nvSpPr>
        <p:spPr>
          <a:xfrm>
            <a:off x="454660" y="2291080"/>
            <a:ext cx="1917700" cy="387985"/>
          </a:xfrm>
          <a:prstGeom prst="roundRect">
            <a:avLst/>
          </a:prstGeom>
          <a:effectLst>
            <a:softEdge rad="50800"/>
          </a:effectLst>
        </p:spPr>
        <p:style>
          <a:lnRef idx="0">
            <a:srgbClr val="FFFFFF"/>
          </a:lnRef>
          <a:fillRef idx="1">
            <a:schemeClr val="accent5"/>
          </a:fillRef>
          <a:effectRef idx="0">
            <a:srgbClr val="FFFFFF"/>
          </a:effectRef>
          <a:fontRef idx="minor">
            <a:schemeClr val="lt1"/>
          </a:fontRef>
        </p:style>
        <p:txBody>
          <a:bodyPr rtlCol="0" anchor="ctr"/>
          <a:p>
            <a:pPr algn="ctr"/>
            <a:r>
              <a:rPr lang="zh-CN" altLang="en-US"/>
              <a:t>多次实验记录</a:t>
            </a:r>
            <a:endParaRPr lang="zh-CN" altLang="en-US"/>
          </a:p>
        </p:txBody>
      </p:sp>
      <p:sp>
        <p:nvSpPr>
          <p:cNvPr id="16" name="圆角矩形 15"/>
          <p:cNvSpPr/>
          <p:nvPr>
            <p:custDataLst>
              <p:tags r:id="rId5"/>
            </p:custDataLst>
          </p:nvPr>
        </p:nvSpPr>
        <p:spPr>
          <a:xfrm>
            <a:off x="454660" y="3288665"/>
            <a:ext cx="1917700" cy="387985"/>
          </a:xfrm>
          <a:prstGeom prst="roundRect">
            <a:avLst/>
          </a:prstGeom>
          <a:effectLst>
            <a:softEdge rad="50800"/>
          </a:effectLst>
        </p:spPr>
        <p:style>
          <a:lnRef idx="0">
            <a:srgbClr val="FFFFFF"/>
          </a:lnRef>
          <a:fillRef idx="1">
            <a:schemeClr val="accent2"/>
          </a:fillRef>
          <a:effectRef idx="0">
            <a:srgbClr val="FFFFFF"/>
          </a:effectRef>
          <a:fontRef idx="minor">
            <a:schemeClr val="lt1"/>
          </a:fontRef>
        </p:style>
        <p:txBody>
          <a:bodyPr rtlCol="0" anchor="ctr"/>
          <a:p>
            <a:pPr algn="ctr"/>
            <a:r>
              <a:rPr lang="zh-CN" altLang="en-US"/>
              <a:t>模型性能对比</a:t>
            </a:r>
            <a:endParaRPr lang="zh-CN" altLang="en-US"/>
          </a:p>
        </p:txBody>
      </p:sp>
      <p:sp>
        <p:nvSpPr>
          <p:cNvPr id="17" name="圆角矩形 16"/>
          <p:cNvSpPr/>
          <p:nvPr>
            <p:custDataLst>
              <p:tags r:id="rId6"/>
            </p:custDataLst>
          </p:nvPr>
        </p:nvSpPr>
        <p:spPr>
          <a:xfrm>
            <a:off x="452120" y="4286250"/>
            <a:ext cx="1917700" cy="387985"/>
          </a:xfrm>
          <a:prstGeom prst="roundRect">
            <a:avLst/>
          </a:prstGeom>
          <a:effectLst>
            <a:softEdge rad="50800"/>
          </a:effectLst>
        </p:spPr>
        <p:style>
          <a:lnRef idx="0">
            <a:srgbClr val="FFFFFF"/>
          </a:lnRef>
          <a:fillRef idx="1">
            <a:schemeClr val="accent6"/>
          </a:fillRef>
          <a:effectRef idx="0">
            <a:srgbClr val="FFFFFF"/>
          </a:effectRef>
          <a:fontRef idx="minor">
            <a:schemeClr val="lt1"/>
          </a:fontRef>
        </p:style>
        <p:txBody>
          <a:bodyPr rtlCol="0" anchor="ctr"/>
          <a:p>
            <a:pPr algn="ctr"/>
            <a:r>
              <a:rPr lang="zh-CN" altLang="en-US"/>
              <a:t>指标超参记录</a:t>
            </a:r>
            <a:endParaRPr lang="zh-CN" altLang="en-US"/>
          </a:p>
        </p:txBody>
      </p:sp>
      <p:sp>
        <p:nvSpPr>
          <p:cNvPr id="18" name="圆角矩形 17"/>
          <p:cNvSpPr/>
          <p:nvPr>
            <p:custDataLst>
              <p:tags r:id="rId7"/>
            </p:custDataLst>
          </p:nvPr>
        </p:nvSpPr>
        <p:spPr>
          <a:xfrm>
            <a:off x="454660" y="5179695"/>
            <a:ext cx="1917700" cy="387985"/>
          </a:xfrm>
          <a:prstGeom prst="roundRect">
            <a:avLst/>
          </a:prstGeom>
          <a:effectLst>
            <a:softEdge rad="50800"/>
          </a:effectLst>
        </p:spPr>
        <p:style>
          <a:lnRef idx="0">
            <a:srgbClr val="FFFFFF"/>
          </a:lnRef>
          <a:fillRef idx="1">
            <a:schemeClr val="accent1"/>
          </a:fillRef>
          <a:effectRef idx="0">
            <a:srgbClr val="FFFFFF"/>
          </a:effectRef>
          <a:fontRef idx="minor">
            <a:schemeClr val="lt1"/>
          </a:fontRef>
        </p:style>
        <p:txBody>
          <a:bodyPr rtlCol="0" anchor="ctr"/>
          <a:p>
            <a:pPr algn="ctr"/>
            <a:r>
              <a:rPr lang="zh-CN" altLang="en-US"/>
              <a:t>模型接口部署</a:t>
            </a:r>
            <a:endParaRPr lang="zh-CN" altLang="en-US"/>
          </a:p>
        </p:txBody>
      </p:sp>
    </p:spTree>
  </p:cSld>
  <p:clrMapOvr>
    <a:masterClrMapping/>
  </p:clrMapOvr>
  <mc:AlternateContent xmlns:mc="http://schemas.openxmlformats.org/markup-compatibility/2006">
    <mc:Choice xmlns:p14="http://schemas.microsoft.com/office/powerpoint/2010/main" Requires="p14">
      <p:transition spd="slow" p14:dur="1600" advTm="5000">
        <p14:prism isInverted="1"/>
      </p:transition>
    </mc:Choice>
    <mc:Fallback>
      <p:transition spd="slow" advTm="5000">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video fullScrn="0">
              <p:cMediaNode>
                <p:cTn id="8" fill="hold" display="1">
                  <p:stCondLst>
                    <p:cond delay="indefinite"/>
                  </p:stCondLst>
                </p:cTn>
                <p:tgtEl>
                  <p:spTgt spid="14"/>
                </p:tgtEl>
              </p:cMediaNode>
            </p:video>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8" name="组合 7"/>
          <p:cNvGrpSpPr/>
          <p:nvPr/>
        </p:nvGrpSpPr>
        <p:grpSpPr>
          <a:xfrm>
            <a:off x="-698500" y="-582990"/>
            <a:ext cx="13589000" cy="8023980"/>
            <a:chOff x="-863600" y="-584200"/>
            <a:chExt cx="13335000" cy="7874000"/>
          </a:xfrm>
          <a:solidFill>
            <a:srgbClr val="E6E6E6"/>
          </a:solidFill>
        </p:grpSpPr>
        <p:grpSp>
          <p:nvGrpSpPr>
            <p:cNvPr id="4" name="组合 3"/>
            <p:cNvGrpSpPr/>
            <p:nvPr/>
          </p:nvGrpSpPr>
          <p:grpSpPr>
            <a:xfrm>
              <a:off x="-863600" y="-584200"/>
              <a:ext cx="165100" cy="7874000"/>
              <a:chOff x="-863600" y="-584200"/>
              <a:chExt cx="165100" cy="7874000"/>
            </a:xfrm>
            <a:grpFill/>
          </p:grpSpPr>
          <p:sp>
            <p:nvSpPr>
              <p:cNvPr id="2" name="椭圆 1"/>
              <p:cNvSpPr/>
              <p:nvPr/>
            </p:nvSpPr>
            <p:spPr>
              <a:xfrm>
                <a:off x="-863600" y="-584200"/>
                <a:ext cx="165100" cy="165100"/>
              </a:xfrm>
              <a:prstGeom prst="ellipse">
                <a:avLst/>
              </a:prstGeom>
              <a:grp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椭圆 2"/>
              <p:cNvSpPr/>
              <p:nvPr/>
            </p:nvSpPr>
            <p:spPr>
              <a:xfrm>
                <a:off x="-863600" y="7124700"/>
                <a:ext cx="165100" cy="165100"/>
              </a:xfrm>
              <a:prstGeom prst="ellipse">
                <a:avLst/>
              </a:prstGeom>
              <a:grp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5" name="组合 4"/>
            <p:cNvGrpSpPr/>
            <p:nvPr/>
          </p:nvGrpSpPr>
          <p:grpSpPr>
            <a:xfrm>
              <a:off x="12306300" y="-584200"/>
              <a:ext cx="165100" cy="7874000"/>
              <a:chOff x="-863600" y="-584200"/>
              <a:chExt cx="165100" cy="7874000"/>
            </a:xfrm>
            <a:grpFill/>
          </p:grpSpPr>
          <p:sp>
            <p:nvSpPr>
              <p:cNvPr id="6" name="椭圆 5"/>
              <p:cNvSpPr/>
              <p:nvPr/>
            </p:nvSpPr>
            <p:spPr>
              <a:xfrm>
                <a:off x="-863600" y="-584200"/>
                <a:ext cx="165100" cy="165100"/>
              </a:xfrm>
              <a:prstGeom prst="ellipse">
                <a:avLst/>
              </a:prstGeom>
              <a:grp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椭圆 6"/>
              <p:cNvSpPr/>
              <p:nvPr/>
            </p:nvSpPr>
            <p:spPr>
              <a:xfrm>
                <a:off x="-863600" y="7124700"/>
                <a:ext cx="165100" cy="165100"/>
              </a:xfrm>
              <a:prstGeom prst="ellipse">
                <a:avLst/>
              </a:prstGeom>
              <a:grp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pic>
        <p:nvPicPr>
          <p:cNvPr id="12" name="图片 11"/>
          <p:cNvPicPr>
            <a:picLocks noChangeAspect="1"/>
          </p:cNvPicPr>
          <p:nvPr/>
        </p:nvPicPr>
        <p:blipFill>
          <a:blip r:embed="rId1">
            <a:extLst>
              <a:ext uri="{28A0092B-C50C-407E-A947-70E740481C1C}">
                <a14:useLocalDpi xmlns:a14="http://schemas.microsoft.com/office/drawing/2010/main" val="0"/>
              </a:ext>
            </a:extLst>
          </a:blip>
          <a:srcRect l="5923" t="413" r="5923" b="413"/>
          <a:stretch>
            <a:fillRect/>
          </a:stretch>
        </p:blipFill>
        <p:spPr>
          <a:xfrm>
            <a:off x="0" y="0"/>
            <a:ext cx="12192000" cy="6858000"/>
          </a:xfrm>
          <a:custGeom>
            <a:avLst/>
            <a:gdLst>
              <a:gd name="connsiteX0" fmla="*/ 0 w 12192000"/>
              <a:gd name="connsiteY0" fmla="*/ 0 h 6858000"/>
              <a:gd name="connsiteX1" fmla="*/ 12192000 w 12192000"/>
              <a:gd name="connsiteY1" fmla="*/ 0 h 6858000"/>
              <a:gd name="connsiteX2" fmla="*/ 12192000 w 12192000"/>
              <a:gd name="connsiteY2" fmla="*/ 6858000 h 6858000"/>
              <a:gd name="connsiteX3" fmla="*/ 0 w 12192000"/>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12192000" h="6858000">
                <a:moveTo>
                  <a:pt x="0" y="0"/>
                </a:moveTo>
                <a:lnTo>
                  <a:pt x="12192000" y="0"/>
                </a:lnTo>
                <a:lnTo>
                  <a:pt x="12192000" y="6858000"/>
                </a:lnTo>
                <a:lnTo>
                  <a:pt x="0" y="6858000"/>
                </a:lnTo>
                <a:close/>
              </a:path>
            </a:pathLst>
          </a:custGeom>
        </p:spPr>
      </p:pic>
      <p:pic>
        <p:nvPicPr>
          <p:cNvPr id="14" name="图片 1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64243" y="1001486"/>
            <a:ext cx="5127172" cy="4942114"/>
          </a:xfrm>
          <a:prstGeom prst="rect">
            <a:avLst/>
          </a:prstGeom>
        </p:spPr>
      </p:pic>
      <p:sp>
        <p:nvSpPr>
          <p:cNvPr id="20" name="文本框 19"/>
          <p:cNvSpPr txBox="1"/>
          <p:nvPr/>
        </p:nvSpPr>
        <p:spPr>
          <a:xfrm>
            <a:off x="6001221" y="2063349"/>
            <a:ext cx="5222404" cy="523220"/>
          </a:xfrm>
          <a:prstGeom prst="rect">
            <a:avLst/>
          </a:prstGeom>
          <a:noFill/>
        </p:spPr>
        <p:txBody>
          <a:bodyPr wrap="square" rtlCol="0">
            <a:spAutoFit/>
          </a:bodyPr>
          <a:lstStyle/>
          <a:p>
            <a:r>
              <a:rPr lang="en-US" altLang="zh-CN" sz="2800" dirty="0">
                <a:solidFill>
                  <a:schemeClr val="bg1"/>
                </a:solidFill>
                <a:latin typeface="三极正智黑简体" panose="00000500000000000000" pitchFamily="2" charset="-122"/>
                <a:ea typeface="三极正智黑简体" panose="00000500000000000000" pitchFamily="2" charset="-122"/>
                <a:cs typeface="+mn-ea"/>
                <a:sym typeface="+mn-lt"/>
              </a:rPr>
              <a:t>DATA  ANALYSIS  REPORT </a:t>
            </a:r>
            <a:endParaRPr lang="en-US" altLang="zh-CN" sz="2800" dirty="0">
              <a:solidFill>
                <a:schemeClr val="bg1"/>
              </a:solidFill>
              <a:latin typeface="三极正智黑简体" panose="00000500000000000000" pitchFamily="2" charset="-122"/>
              <a:ea typeface="三极正智黑简体" panose="00000500000000000000" pitchFamily="2" charset="-122"/>
              <a:cs typeface="+mn-ea"/>
              <a:sym typeface="+mn-lt"/>
            </a:endParaRPr>
          </a:p>
        </p:txBody>
      </p:sp>
      <p:sp>
        <p:nvSpPr>
          <p:cNvPr id="21" name="文本框 20"/>
          <p:cNvSpPr txBox="1"/>
          <p:nvPr/>
        </p:nvSpPr>
        <p:spPr>
          <a:xfrm>
            <a:off x="5922613" y="2644594"/>
            <a:ext cx="5644374" cy="2061210"/>
          </a:xfrm>
          <a:prstGeom prst="rect">
            <a:avLst/>
          </a:prstGeom>
          <a:noFill/>
        </p:spPr>
        <p:txBody>
          <a:bodyPr wrap="square" rtlCol="0">
            <a:spAutoFit/>
          </a:bodyPr>
          <a:lstStyle/>
          <a:p>
            <a:pPr algn="dist"/>
            <a:r>
              <a:rPr lang="zh-CN" altLang="en-US" sz="6400" b="1" dirty="0">
                <a:solidFill>
                  <a:schemeClr val="bg1"/>
                </a:solidFill>
                <a:latin typeface="华文楷体" panose="02010600040101010101" charset="-122"/>
                <a:ea typeface="华文楷体" panose="02010600040101010101" charset="-122"/>
                <a:cs typeface="+mn-ea"/>
                <a:sym typeface="+mn-lt"/>
              </a:rPr>
              <a:t>未来展望</a:t>
            </a:r>
            <a:endParaRPr lang="zh-CN" altLang="en-US" sz="6400" b="1" dirty="0">
              <a:solidFill>
                <a:schemeClr val="bg1"/>
              </a:solidFill>
              <a:latin typeface="华文楷体" panose="02010600040101010101" charset="-122"/>
              <a:ea typeface="华文楷体" panose="02010600040101010101" charset="-122"/>
              <a:cs typeface="+mn-ea"/>
              <a:sym typeface="+mn-lt"/>
            </a:endParaRPr>
          </a:p>
          <a:p>
            <a:pPr algn="dist"/>
            <a:endParaRPr lang="zh-CN" altLang="en-US" sz="6400" dirty="0">
              <a:solidFill>
                <a:schemeClr val="bg1"/>
              </a:solidFill>
              <a:latin typeface="三极正智黑简体" panose="00000500000000000000" pitchFamily="2" charset="-122"/>
              <a:ea typeface="三极正智黑简体" panose="00000500000000000000" pitchFamily="2" charset="-122"/>
              <a:cs typeface="+mn-ea"/>
              <a:sym typeface="+mn-lt"/>
            </a:endParaRPr>
          </a:p>
        </p:txBody>
      </p:sp>
      <p:sp>
        <p:nvSpPr>
          <p:cNvPr id="23" name="PA-文本框 88"/>
          <p:cNvSpPr txBox="1"/>
          <p:nvPr>
            <p:custDataLst>
              <p:tags r:id="rId3"/>
            </p:custDataLst>
          </p:nvPr>
        </p:nvSpPr>
        <p:spPr>
          <a:xfrm>
            <a:off x="6079692" y="3925277"/>
            <a:ext cx="4049919" cy="802848"/>
          </a:xfrm>
          <a:prstGeom prst="rect">
            <a:avLst/>
          </a:prstGeom>
          <a:noFill/>
        </p:spPr>
        <p:txBody>
          <a:bodyPr wrap="square" lIns="0" tIns="0" rIns="0" bIns="0" rtlCol="0">
            <a:spAutoFit/>
          </a:bodyPr>
          <a:lstStyle/>
          <a:p>
            <a:pPr hangingPunct="0">
              <a:lnSpc>
                <a:spcPct val="150000"/>
              </a:lnSpc>
            </a:pPr>
            <a:r>
              <a:rPr lang="en-US" altLang="zh-CN" sz="1200" dirty="0">
                <a:solidFill>
                  <a:schemeClr val="bg1">
                    <a:alpha val="80000"/>
                  </a:schemeClr>
                </a:solidFill>
                <a:cs typeface="+mn-ea"/>
                <a:sym typeface="+mn-lt"/>
              </a:rPr>
              <a:t>Click here to enter your text, change the color or size of the text. You can also format the appropriate text and adjust the line spacing of the text. </a:t>
            </a:r>
            <a:endParaRPr lang="en-US" altLang="zh-CN" sz="1200" dirty="0">
              <a:solidFill>
                <a:schemeClr val="bg1">
                  <a:alpha val="80000"/>
                </a:schemeClr>
              </a:solidFill>
              <a:cs typeface="+mn-ea"/>
              <a:sym typeface="+mn-lt"/>
            </a:endParaRPr>
          </a:p>
        </p:txBody>
      </p:sp>
      <p:sp>
        <p:nvSpPr>
          <p:cNvPr id="25" name="任意多边形: 形状 24"/>
          <p:cNvSpPr/>
          <p:nvPr/>
        </p:nvSpPr>
        <p:spPr>
          <a:xfrm>
            <a:off x="11328401" y="4965700"/>
            <a:ext cx="396593" cy="816428"/>
          </a:xfrm>
          <a:custGeom>
            <a:avLst/>
            <a:gdLst>
              <a:gd name="connsiteX0" fmla="*/ 452944 w 477264"/>
              <a:gd name="connsiteY0" fmla="*/ 933858 h 982498"/>
              <a:gd name="connsiteX1" fmla="*/ 477264 w 477264"/>
              <a:gd name="connsiteY1" fmla="*/ 958178 h 982498"/>
              <a:gd name="connsiteX2" fmla="*/ 452944 w 477264"/>
              <a:gd name="connsiteY2" fmla="*/ 982498 h 982498"/>
              <a:gd name="connsiteX3" fmla="*/ 428624 w 477264"/>
              <a:gd name="connsiteY3" fmla="*/ 958178 h 982498"/>
              <a:gd name="connsiteX4" fmla="*/ 452944 w 477264"/>
              <a:gd name="connsiteY4" fmla="*/ 933858 h 982498"/>
              <a:gd name="connsiteX5" fmla="*/ 345788 w 477264"/>
              <a:gd name="connsiteY5" fmla="*/ 933858 h 982498"/>
              <a:gd name="connsiteX6" fmla="*/ 370108 w 477264"/>
              <a:gd name="connsiteY6" fmla="*/ 958178 h 982498"/>
              <a:gd name="connsiteX7" fmla="*/ 345788 w 477264"/>
              <a:gd name="connsiteY7" fmla="*/ 982498 h 982498"/>
              <a:gd name="connsiteX8" fmla="*/ 321468 w 477264"/>
              <a:gd name="connsiteY8" fmla="*/ 958178 h 982498"/>
              <a:gd name="connsiteX9" fmla="*/ 345788 w 477264"/>
              <a:gd name="connsiteY9" fmla="*/ 933858 h 982498"/>
              <a:gd name="connsiteX10" fmla="*/ 238632 w 477264"/>
              <a:gd name="connsiteY10" fmla="*/ 933858 h 982498"/>
              <a:gd name="connsiteX11" fmla="*/ 262952 w 477264"/>
              <a:gd name="connsiteY11" fmla="*/ 958178 h 982498"/>
              <a:gd name="connsiteX12" fmla="*/ 238632 w 477264"/>
              <a:gd name="connsiteY12" fmla="*/ 982498 h 982498"/>
              <a:gd name="connsiteX13" fmla="*/ 214312 w 477264"/>
              <a:gd name="connsiteY13" fmla="*/ 958178 h 982498"/>
              <a:gd name="connsiteX14" fmla="*/ 238632 w 477264"/>
              <a:gd name="connsiteY14" fmla="*/ 933858 h 982498"/>
              <a:gd name="connsiteX15" fmla="*/ 131476 w 477264"/>
              <a:gd name="connsiteY15" fmla="*/ 933858 h 982498"/>
              <a:gd name="connsiteX16" fmla="*/ 155796 w 477264"/>
              <a:gd name="connsiteY16" fmla="*/ 958178 h 982498"/>
              <a:gd name="connsiteX17" fmla="*/ 131476 w 477264"/>
              <a:gd name="connsiteY17" fmla="*/ 982498 h 982498"/>
              <a:gd name="connsiteX18" fmla="*/ 107156 w 477264"/>
              <a:gd name="connsiteY18" fmla="*/ 958178 h 982498"/>
              <a:gd name="connsiteX19" fmla="*/ 131476 w 477264"/>
              <a:gd name="connsiteY19" fmla="*/ 933858 h 982498"/>
              <a:gd name="connsiteX20" fmla="*/ 24320 w 477264"/>
              <a:gd name="connsiteY20" fmla="*/ 933858 h 982498"/>
              <a:gd name="connsiteX21" fmla="*/ 48640 w 477264"/>
              <a:gd name="connsiteY21" fmla="*/ 958178 h 982498"/>
              <a:gd name="connsiteX22" fmla="*/ 24320 w 477264"/>
              <a:gd name="connsiteY22" fmla="*/ 982498 h 982498"/>
              <a:gd name="connsiteX23" fmla="*/ 0 w 477264"/>
              <a:gd name="connsiteY23" fmla="*/ 958178 h 982498"/>
              <a:gd name="connsiteX24" fmla="*/ 24320 w 477264"/>
              <a:gd name="connsiteY24" fmla="*/ 933858 h 982498"/>
              <a:gd name="connsiteX25" fmla="*/ 452944 w 477264"/>
              <a:gd name="connsiteY25" fmla="*/ 778215 h 982498"/>
              <a:gd name="connsiteX26" fmla="*/ 477264 w 477264"/>
              <a:gd name="connsiteY26" fmla="*/ 802535 h 982498"/>
              <a:gd name="connsiteX27" fmla="*/ 452944 w 477264"/>
              <a:gd name="connsiteY27" fmla="*/ 826855 h 982498"/>
              <a:gd name="connsiteX28" fmla="*/ 428624 w 477264"/>
              <a:gd name="connsiteY28" fmla="*/ 802535 h 982498"/>
              <a:gd name="connsiteX29" fmla="*/ 452944 w 477264"/>
              <a:gd name="connsiteY29" fmla="*/ 778215 h 982498"/>
              <a:gd name="connsiteX30" fmla="*/ 345788 w 477264"/>
              <a:gd name="connsiteY30" fmla="*/ 778215 h 982498"/>
              <a:gd name="connsiteX31" fmla="*/ 370108 w 477264"/>
              <a:gd name="connsiteY31" fmla="*/ 802535 h 982498"/>
              <a:gd name="connsiteX32" fmla="*/ 345788 w 477264"/>
              <a:gd name="connsiteY32" fmla="*/ 826855 h 982498"/>
              <a:gd name="connsiteX33" fmla="*/ 321468 w 477264"/>
              <a:gd name="connsiteY33" fmla="*/ 802535 h 982498"/>
              <a:gd name="connsiteX34" fmla="*/ 345788 w 477264"/>
              <a:gd name="connsiteY34" fmla="*/ 778215 h 982498"/>
              <a:gd name="connsiteX35" fmla="*/ 238632 w 477264"/>
              <a:gd name="connsiteY35" fmla="*/ 778215 h 982498"/>
              <a:gd name="connsiteX36" fmla="*/ 262952 w 477264"/>
              <a:gd name="connsiteY36" fmla="*/ 802535 h 982498"/>
              <a:gd name="connsiteX37" fmla="*/ 238632 w 477264"/>
              <a:gd name="connsiteY37" fmla="*/ 826855 h 982498"/>
              <a:gd name="connsiteX38" fmla="*/ 214312 w 477264"/>
              <a:gd name="connsiteY38" fmla="*/ 802535 h 982498"/>
              <a:gd name="connsiteX39" fmla="*/ 238632 w 477264"/>
              <a:gd name="connsiteY39" fmla="*/ 778215 h 982498"/>
              <a:gd name="connsiteX40" fmla="*/ 131476 w 477264"/>
              <a:gd name="connsiteY40" fmla="*/ 778215 h 982498"/>
              <a:gd name="connsiteX41" fmla="*/ 155796 w 477264"/>
              <a:gd name="connsiteY41" fmla="*/ 802535 h 982498"/>
              <a:gd name="connsiteX42" fmla="*/ 131476 w 477264"/>
              <a:gd name="connsiteY42" fmla="*/ 826855 h 982498"/>
              <a:gd name="connsiteX43" fmla="*/ 107156 w 477264"/>
              <a:gd name="connsiteY43" fmla="*/ 802535 h 982498"/>
              <a:gd name="connsiteX44" fmla="*/ 131476 w 477264"/>
              <a:gd name="connsiteY44" fmla="*/ 778215 h 982498"/>
              <a:gd name="connsiteX45" fmla="*/ 24320 w 477264"/>
              <a:gd name="connsiteY45" fmla="*/ 778215 h 982498"/>
              <a:gd name="connsiteX46" fmla="*/ 48640 w 477264"/>
              <a:gd name="connsiteY46" fmla="*/ 802535 h 982498"/>
              <a:gd name="connsiteX47" fmla="*/ 24320 w 477264"/>
              <a:gd name="connsiteY47" fmla="*/ 826855 h 982498"/>
              <a:gd name="connsiteX48" fmla="*/ 0 w 477264"/>
              <a:gd name="connsiteY48" fmla="*/ 802535 h 982498"/>
              <a:gd name="connsiteX49" fmla="*/ 24320 w 477264"/>
              <a:gd name="connsiteY49" fmla="*/ 778215 h 982498"/>
              <a:gd name="connsiteX50" fmla="*/ 452944 w 477264"/>
              <a:gd name="connsiteY50" fmla="*/ 622572 h 982498"/>
              <a:gd name="connsiteX51" fmla="*/ 477264 w 477264"/>
              <a:gd name="connsiteY51" fmla="*/ 646892 h 982498"/>
              <a:gd name="connsiteX52" fmla="*/ 452944 w 477264"/>
              <a:gd name="connsiteY52" fmla="*/ 671212 h 982498"/>
              <a:gd name="connsiteX53" fmla="*/ 428624 w 477264"/>
              <a:gd name="connsiteY53" fmla="*/ 646892 h 982498"/>
              <a:gd name="connsiteX54" fmla="*/ 452944 w 477264"/>
              <a:gd name="connsiteY54" fmla="*/ 622572 h 982498"/>
              <a:gd name="connsiteX55" fmla="*/ 345788 w 477264"/>
              <a:gd name="connsiteY55" fmla="*/ 622572 h 982498"/>
              <a:gd name="connsiteX56" fmla="*/ 370108 w 477264"/>
              <a:gd name="connsiteY56" fmla="*/ 646892 h 982498"/>
              <a:gd name="connsiteX57" fmla="*/ 345788 w 477264"/>
              <a:gd name="connsiteY57" fmla="*/ 671212 h 982498"/>
              <a:gd name="connsiteX58" fmla="*/ 321468 w 477264"/>
              <a:gd name="connsiteY58" fmla="*/ 646892 h 982498"/>
              <a:gd name="connsiteX59" fmla="*/ 345788 w 477264"/>
              <a:gd name="connsiteY59" fmla="*/ 622572 h 982498"/>
              <a:gd name="connsiteX60" fmla="*/ 238632 w 477264"/>
              <a:gd name="connsiteY60" fmla="*/ 622572 h 982498"/>
              <a:gd name="connsiteX61" fmla="*/ 262952 w 477264"/>
              <a:gd name="connsiteY61" fmla="*/ 646892 h 982498"/>
              <a:gd name="connsiteX62" fmla="*/ 238632 w 477264"/>
              <a:gd name="connsiteY62" fmla="*/ 671212 h 982498"/>
              <a:gd name="connsiteX63" fmla="*/ 214312 w 477264"/>
              <a:gd name="connsiteY63" fmla="*/ 646892 h 982498"/>
              <a:gd name="connsiteX64" fmla="*/ 238632 w 477264"/>
              <a:gd name="connsiteY64" fmla="*/ 622572 h 982498"/>
              <a:gd name="connsiteX65" fmla="*/ 131476 w 477264"/>
              <a:gd name="connsiteY65" fmla="*/ 622572 h 982498"/>
              <a:gd name="connsiteX66" fmla="*/ 155796 w 477264"/>
              <a:gd name="connsiteY66" fmla="*/ 646892 h 982498"/>
              <a:gd name="connsiteX67" fmla="*/ 131476 w 477264"/>
              <a:gd name="connsiteY67" fmla="*/ 671212 h 982498"/>
              <a:gd name="connsiteX68" fmla="*/ 107156 w 477264"/>
              <a:gd name="connsiteY68" fmla="*/ 646892 h 982498"/>
              <a:gd name="connsiteX69" fmla="*/ 131476 w 477264"/>
              <a:gd name="connsiteY69" fmla="*/ 622572 h 982498"/>
              <a:gd name="connsiteX70" fmla="*/ 24320 w 477264"/>
              <a:gd name="connsiteY70" fmla="*/ 622572 h 982498"/>
              <a:gd name="connsiteX71" fmla="*/ 48640 w 477264"/>
              <a:gd name="connsiteY71" fmla="*/ 646892 h 982498"/>
              <a:gd name="connsiteX72" fmla="*/ 24320 w 477264"/>
              <a:gd name="connsiteY72" fmla="*/ 671212 h 982498"/>
              <a:gd name="connsiteX73" fmla="*/ 0 w 477264"/>
              <a:gd name="connsiteY73" fmla="*/ 646892 h 982498"/>
              <a:gd name="connsiteX74" fmla="*/ 24320 w 477264"/>
              <a:gd name="connsiteY74" fmla="*/ 622572 h 982498"/>
              <a:gd name="connsiteX75" fmla="*/ 24320 w 477264"/>
              <a:gd name="connsiteY75" fmla="*/ 466929 h 982498"/>
              <a:gd name="connsiteX76" fmla="*/ 48640 w 477264"/>
              <a:gd name="connsiteY76" fmla="*/ 491249 h 982498"/>
              <a:gd name="connsiteX77" fmla="*/ 24320 w 477264"/>
              <a:gd name="connsiteY77" fmla="*/ 515569 h 982498"/>
              <a:gd name="connsiteX78" fmla="*/ 0 w 477264"/>
              <a:gd name="connsiteY78" fmla="*/ 491249 h 982498"/>
              <a:gd name="connsiteX79" fmla="*/ 24320 w 477264"/>
              <a:gd name="connsiteY79" fmla="*/ 466929 h 982498"/>
              <a:gd name="connsiteX80" fmla="*/ 131476 w 477264"/>
              <a:gd name="connsiteY80" fmla="*/ 466929 h 982498"/>
              <a:gd name="connsiteX81" fmla="*/ 155796 w 477264"/>
              <a:gd name="connsiteY81" fmla="*/ 491249 h 982498"/>
              <a:gd name="connsiteX82" fmla="*/ 131476 w 477264"/>
              <a:gd name="connsiteY82" fmla="*/ 515569 h 982498"/>
              <a:gd name="connsiteX83" fmla="*/ 107156 w 477264"/>
              <a:gd name="connsiteY83" fmla="*/ 491249 h 982498"/>
              <a:gd name="connsiteX84" fmla="*/ 131476 w 477264"/>
              <a:gd name="connsiteY84" fmla="*/ 466929 h 982498"/>
              <a:gd name="connsiteX85" fmla="*/ 238632 w 477264"/>
              <a:gd name="connsiteY85" fmla="*/ 466929 h 982498"/>
              <a:gd name="connsiteX86" fmla="*/ 262952 w 477264"/>
              <a:gd name="connsiteY86" fmla="*/ 491249 h 982498"/>
              <a:gd name="connsiteX87" fmla="*/ 238632 w 477264"/>
              <a:gd name="connsiteY87" fmla="*/ 515569 h 982498"/>
              <a:gd name="connsiteX88" fmla="*/ 214312 w 477264"/>
              <a:gd name="connsiteY88" fmla="*/ 491249 h 982498"/>
              <a:gd name="connsiteX89" fmla="*/ 238632 w 477264"/>
              <a:gd name="connsiteY89" fmla="*/ 466929 h 982498"/>
              <a:gd name="connsiteX90" fmla="*/ 345788 w 477264"/>
              <a:gd name="connsiteY90" fmla="*/ 466929 h 982498"/>
              <a:gd name="connsiteX91" fmla="*/ 370108 w 477264"/>
              <a:gd name="connsiteY91" fmla="*/ 491249 h 982498"/>
              <a:gd name="connsiteX92" fmla="*/ 345788 w 477264"/>
              <a:gd name="connsiteY92" fmla="*/ 515569 h 982498"/>
              <a:gd name="connsiteX93" fmla="*/ 321468 w 477264"/>
              <a:gd name="connsiteY93" fmla="*/ 491249 h 982498"/>
              <a:gd name="connsiteX94" fmla="*/ 345788 w 477264"/>
              <a:gd name="connsiteY94" fmla="*/ 466929 h 982498"/>
              <a:gd name="connsiteX95" fmla="*/ 452944 w 477264"/>
              <a:gd name="connsiteY95" fmla="*/ 466929 h 982498"/>
              <a:gd name="connsiteX96" fmla="*/ 477264 w 477264"/>
              <a:gd name="connsiteY96" fmla="*/ 491249 h 982498"/>
              <a:gd name="connsiteX97" fmla="*/ 452944 w 477264"/>
              <a:gd name="connsiteY97" fmla="*/ 515569 h 982498"/>
              <a:gd name="connsiteX98" fmla="*/ 428624 w 477264"/>
              <a:gd name="connsiteY98" fmla="*/ 491249 h 982498"/>
              <a:gd name="connsiteX99" fmla="*/ 452944 w 477264"/>
              <a:gd name="connsiteY99" fmla="*/ 466929 h 982498"/>
              <a:gd name="connsiteX100" fmla="*/ 24320 w 477264"/>
              <a:gd name="connsiteY100" fmla="*/ 311287 h 982498"/>
              <a:gd name="connsiteX101" fmla="*/ 48640 w 477264"/>
              <a:gd name="connsiteY101" fmla="*/ 335607 h 982498"/>
              <a:gd name="connsiteX102" fmla="*/ 24320 w 477264"/>
              <a:gd name="connsiteY102" fmla="*/ 359926 h 982498"/>
              <a:gd name="connsiteX103" fmla="*/ 0 w 477264"/>
              <a:gd name="connsiteY103" fmla="*/ 335607 h 982498"/>
              <a:gd name="connsiteX104" fmla="*/ 24320 w 477264"/>
              <a:gd name="connsiteY104" fmla="*/ 311287 h 982498"/>
              <a:gd name="connsiteX105" fmla="*/ 131476 w 477264"/>
              <a:gd name="connsiteY105" fmla="*/ 311286 h 982498"/>
              <a:gd name="connsiteX106" fmla="*/ 155796 w 477264"/>
              <a:gd name="connsiteY106" fmla="*/ 335606 h 982498"/>
              <a:gd name="connsiteX107" fmla="*/ 131476 w 477264"/>
              <a:gd name="connsiteY107" fmla="*/ 359926 h 982498"/>
              <a:gd name="connsiteX108" fmla="*/ 107156 w 477264"/>
              <a:gd name="connsiteY108" fmla="*/ 335606 h 982498"/>
              <a:gd name="connsiteX109" fmla="*/ 131476 w 477264"/>
              <a:gd name="connsiteY109" fmla="*/ 311286 h 982498"/>
              <a:gd name="connsiteX110" fmla="*/ 238632 w 477264"/>
              <a:gd name="connsiteY110" fmla="*/ 311286 h 982498"/>
              <a:gd name="connsiteX111" fmla="*/ 262952 w 477264"/>
              <a:gd name="connsiteY111" fmla="*/ 335606 h 982498"/>
              <a:gd name="connsiteX112" fmla="*/ 238632 w 477264"/>
              <a:gd name="connsiteY112" fmla="*/ 359926 h 982498"/>
              <a:gd name="connsiteX113" fmla="*/ 214312 w 477264"/>
              <a:gd name="connsiteY113" fmla="*/ 335606 h 982498"/>
              <a:gd name="connsiteX114" fmla="*/ 238632 w 477264"/>
              <a:gd name="connsiteY114" fmla="*/ 311286 h 982498"/>
              <a:gd name="connsiteX115" fmla="*/ 345788 w 477264"/>
              <a:gd name="connsiteY115" fmla="*/ 311286 h 982498"/>
              <a:gd name="connsiteX116" fmla="*/ 370108 w 477264"/>
              <a:gd name="connsiteY116" fmla="*/ 335606 h 982498"/>
              <a:gd name="connsiteX117" fmla="*/ 345788 w 477264"/>
              <a:gd name="connsiteY117" fmla="*/ 359926 h 982498"/>
              <a:gd name="connsiteX118" fmla="*/ 321468 w 477264"/>
              <a:gd name="connsiteY118" fmla="*/ 335606 h 982498"/>
              <a:gd name="connsiteX119" fmla="*/ 345788 w 477264"/>
              <a:gd name="connsiteY119" fmla="*/ 311286 h 982498"/>
              <a:gd name="connsiteX120" fmla="*/ 452944 w 477264"/>
              <a:gd name="connsiteY120" fmla="*/ 311286 h 982498"/>
              <a:gd name="connsiteX121" fmla="*/ 477264 w 477264"/>
              <a:gd name="connsiteY121" fmla="*/ 335606 h 982498"/>
              <a:gd name="connsiteX122" fmla="*/ 452944 w 477264"/>
              <a:gd name="connsiteY122" fmla="*/ 359926 h 982498"/>
              <a:gd name="connsiteX123" fmla="*/ 428624 w 477264"/>
              <a:gd name="connsiteY123" fmla="*/ 335606 h 982498"/>
              <a:gd name="connsiteX124" fmla="*/ 452944 w 477264"/>
              <a:gd name="connsiteY124" fmla="*/ 311286 h 982498"/>
              <a:gd name="connsiteX125" fmla="*/ 24320 w 477264"/>
              <a:gd name="connsiteY125" fmla="*/ 155643 h 982498"/>
              <a:gd name="connsiteX126" fmla="*/ 48640 w 477264"/>
              <a:gd name="connsiteY126" fmla="*/ 179963 h 982498"/>
              <a:gd name="connsiteX127" fmla="*/ 24320 w 477264"/>
              <a:gd name="connsiteY127" fmla="*/ 204283 h 982498"/>
              <a:gd name="connsiteX128" fmla="*/ 0 w 477264"/>
              <a:gd name="connsiteY128" fmla="*/ 179963 h 982498"/>
              <a:gd name="connsiteX129" fmla="*/ 24320 w 477264"/>
              <a:gd name="connsiteY129" fmla="*/ 155643 h 982498"/>
              <a:gd name="connsiteX130" fmla="*/ 131476 w 477264"/>
              <a:gd name="connsiteY130" fmla="*/ 155643 h 982498"/>
              <a:gd name="connsiteX131" fmla="*/ 155796 w 477264"/>
              <a:gd name="connsiteY131" fmla="*/ 179963 h 982498"/>
              <a:gd name="connsiteX132" fmla="*/ 131476 w 477264"/>
              <a:gd name="connsiteY132" fmla="*/ 204283 h 982498"/>
              <a:gd name="connsiteX133" fmla="*/ 107156 w 477264"/>
              <a:gd name="connsiteY133" fmla="*/ 179963 h 982498"/>
              <a:gd name="connsiteX134" fmla="*/ 131476 w 477264"/>
              <a:gd name="connsiteY134" fmla="*/ 155643 h 982498"/>
              <a:gd name="connsiteX135" fmla="*/ 238632 w 477264"/>
              <a:gd name="connsiteY135" fmla="*/ 155643 h 982498"/>
              <a:gd name="connsiteX136" fmla="*/ 262952 w 477264"/>
              <a:gd name="connsiteY136" fmla="*/ 179963 h 982498"/>
              <a:gd name="connsiteX137" fmla="*/ 238632 w 477264"/>
              <a:gd name="connsiteY137" fmla="*/ 204283 h 982498"/>
              <a:gd name="connsiteX138" fmla="*/ 214312 w 477264"/>
              <a:gd name="connsiteY138" fmla="*/ 179963 h 982498"/>
              <a:gd name="connsiteX139" fmla="*/ 238632 w 477264"/>
              <a:gd name="connsiteY139" fmla="*/ 155643 h 982498"/>
              <a:gd name="connsiteX140" fmla="*/ 345788 w 477264"/>
              <a:gd name="connsiteY140" fmla="*/ 155643 h 982498"/>
              <a:gd name="connsiteX141" fmla="*/ 370108 w 477264"/>
              <a:gd name="connsiteY141" fmla="*/ 179963 h 982498"/>
              <a:gd name="connsiteX142" fmla="*/ 345788 w 477264"/>
              <a:gd name="connsiteY142" fmla="*/ 204283 h 982498"/>
              <a:gd name="connsiteX143" fmla="*/ 321468 w 477264"/>
              <a:gd name="connsiteY143" fmla="*/ 179963 h 982498"/>
              <a:gd name="connsiteX144" fmla="*/ 345788 w 477264"/>
              <a:gd name="connsiteY144" fmla="*/ 155643 h 982498"/>
              <a:gd name="connsiteX145" fmla="*/ 452944 w 477264"/>
              <a:gd name="connsiteY145" fmla="*/ 155643 h 982498"/>
              <a:gd name="connsiteX146" fmla="*/ 477264 w 477264"/>
              <a:gd name="connsiteY146" fmla="*/ 179963 h 982498"/>
              <a:gd name="connsiteX147" fmla="*/ 452944 w 477264"/>
              <a:gd name="connsiteY147" fmla="*/ 204283 h 982498"/>
              <a:gd name="connsiteX148" fmla="*/ 428624 w 477264"/>
              <a:gd name="connsiteY148" fmla="*/ 179963 h 982498"/>
              <a:gd name="connsiteX149" fmla="*/ 452944 w 477264"/>
              <a:gd name="connsiteY149" fmla="*/ 155643 h 982498"/>
              <a:gd name="connsiteX150" fmla="*/ 452944 w 477264"/>
              <a:gd name="connsiteY150" fmla="*/ 0 h 982498"/>
              <a:gd name="connsiteX151" fmla="*/ 477264 w 477264"/>
              <a:gd name="connsiteY151" fmla="*/ 24320 h 982498"/>
              <a:gd name="connsiteX152" fmla="*/ 452944 w 477264"/>
              <a:gd name="connsiteY152" fmla="*/ 48640 h 982498"/>
              <a:gd name="connsiteX153" fmla="*/ 428624 w 477264"/>
              <a:gd name="connsiteY153" fmla="*/ 24320 h 982498"/>
              <a:gd name="connsiteX154" fmla="*/ 452944 w 477264"/>
              <a:gd name="connsiteY154" fmla="*/ 0 h 982498"/>
              <a:gd name="connsiteX155" fmla="*/ 345788 w 477264"/>
              <a:gd name="connsiteY155" fmla="*/ 0 h 982498"/>
              <a:gd name="connsiteX156" fmla="*/ 370108 w 477264"/>
              <a:gd name="connsiteY156" fmla="*/ 24320 h 982498"/>
              <a:gd name="connsiteX157" fmla="*/ 345788 w 477264"/>
              <a:gd name="connsiteY157" fmla="*/ 48640 h 982498"/>
              <a:gd name="connsiteX158" fmla="*/ 321468 w 477264"/>
              <a:gd name="connsiteY158" fmla="*/ 24320 h 982498"/>
              <a:gd name="connsiteX159" fmla="*/ 345788 w 477264"/>
              <a:gd name="connsiteY159" fmla="*/ 0 h 982498"/>
              <a:gd name="connsiteX160" fmla="*/ 238632 w 477264"/>
              <a:gd name="connsiteY160" fmla="*/ 0 h 982498"/>
              <a:gd name="connsiteX161" fmla="*/ 262952 w 477264"/>
              <a:gd name="connsiteY161" fmla="*/ 24320 h 982498"/>
              <a:gd name="connsiteX162" fmla="*/ 238632 w 477264"/>
              <a:gd name="connsiteY162" fmla="*/ 48640 h 982498"/>
              <a:gd name="connsiteX163" fmla="*/ 214312 w 477264"/>
              <a:gd name="connsiteY163" fmla="*/ 24320 h 982498"/>
              <a:gd name="connsiteX164" fmla="*/ 238632 w 477264"/>
              <a:gd name="connsiteY164" fmla="*/ 0 h 982498"/>
              <a:gd name="connsiteX165" fmla="*/ 131476 w 477264"/>
              <a:gd name="connsiteY165" fmla="*/ 0 h 982498"/>
              <a:gd name="connsiteX166" fmla="*/ 155796 w 477264"/>
              <a:gd name="connsiteY166" fmla="*/ 24320 h 982498"/>
              <a:gd name="connsiteX167" fmla="*/ 131476 w 477264"/>
              <a:gd name="connsiteY167" fmla="*/ 48640 h 982498"/>
              <a:gd name="connsiteX168" fmla="*/ 107156 w 477264"/>
              <a:gd name="connsiteY168" fmla="*/ 24320 h 982498"/>
              <a:gd name="connsiteX169" fmla="*/ 131476 w 477264"/>
              <a:gd name="connsiteY169" fmla="*/ 0 h 982498"/>
              <a:gd name="connsiteX170" fmla="*/ 24320 w 477264"/>
              <a:gd name="connsiteY170" fmla="*/ 0 h 982498"/>
              <a:gd name="connsiteX171" fmla="*/ 48640 w 477264"/>
              <a:gd name="connsiteY171" fmla="*/ 24320 h 982498"/>
              <a:gd name="connsiteX172" fmla="*/ 24320 w 477264"/>
              <a:gd name="connsiteY172" fmla="*/ 48640 h 982498"/>
              <a:gd name="connsiteX173" fmla="*/ 0 w 477264"/>
              <a:gd name="connsiteY173" fmla="*/ 24320 h 982498"/>
              <a:gd name="connsiteX174" fmla="*/ 24320 w 477264"/>
              <a:gd name="connsiteY174" fmla="*/ 0 h 9824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Lst>
            <a:rect l="l" t="t" r="r" b="b"/>
            <a:pathLst>
              <a:path w="477264" h="982498">
                <a:moveTo>
                  <a:pt x="452944" y="933858"/>
                </a:moveTo>
                <a:cubicBezTo>
                  <a:pt x="466376" y="933858"/>
                  <a:pt x="477264" y="944746"/>
                  <a:pt x="477264" y="958178"/>
                </a:cubicBezTo>
                <a:cubicBezTo>
                  <a:pt x="477264" y="971610"/>
                  <a:pt x="466376" y="982498"/>
                  <a:pt x="452944" y="982498"/>
                </a:cubicBezTo>
                <a:cubicBezTo>
                  <a:pt x="439512" y="982498"/>
                  <a:pt x="428624" y="971610"/>
                  <a:pt x="428624" y="958178"/>
                </a:cubicBezTo>
                <a:cubicBezTo>
                  <a:pt x="428624" y="944746"/>
                  <a:pt x="439512" y="933858"/>
                  <a:pt x="452944" y="933858"/>
                </a:cubicBezTo>
                <a:close/>
                <a:moveTo>
                  <a:pt x="345788" y="933858"/>
                </a:moveTo>
                <a:cubicBezTo>
                  <a:pt x="359220" y="933858"/>
                  <a:pt x="370108" y="944746"/>
                  <a:pt x="370108" y="958178"/>
                </a:cubicBezTo>
                <a:cubicBezTo>
                  <a:pt x="370108" y="971610"/>
                  <a:pt x="359220" y="982498"/>
                  <a:pt x="345788" y="982498"/>
                </a:cubicBezTo>
                <a:cubicBezTo>
                  <a:pt x="332356" y="982498"/>
                  <a:pt x="321468" y="971610"/>
                  <a:pt x="321468" y="958178"/>
                </a:cubicBezTo>
                <a:cubicBezTo>
                  <a:pt x="321468" y="944746"/>
                  <a:pt x="332356" y="933858"/>
                  <a:pt x="345788" y="933858"/>
                </a:cubicBezTo>
                <a:close/>
                <a:moveTo>
                  <a:pt x="238632" y="933858"/>
                </a:moveTo>
                <a:cubicBezTo>
                  <a:pt x="252064" y="933858"/>
                  <a:pt x="262952" y="944746"/>
                  <a:pt x="262952" y="958178"/>
                </a:cubicBezTo>
                <a:cubicBezTo>
                  <a:pt x="262952" y="971610"/>
                  <a:pt x="252064" y="982498"/>
                  <a:pt x="238632" y="982498"/>
                </a:cubicBezTo>
                <a:cubicBezTo>
                  <a:pt x="225200" y="982498"/>
                  <a:pt x="214312" y="971610"/>
                  <a:pt x="214312" y="958178"/>
                </a:cubicBezTo>
                <a:cubicBezTo>
                  <a:pt x="214312" y="944746"/>
                  <a:pt x="225200" y="933858"/>
                  <a:pt x="238632" y="933858"/>
                </a:cubicBezTo>
                <a:close/>
                <a:moveTo>
                  <a:pt x="131476" y="933858"/>
                </a:moveTo>
                <a:cubicBezTo>
                  <a:pt x="144908" y="933858"/>
                  <a:pt x="155796" y="944746"/>
                  <a:pt x="155796" y="958178"/>
                </a:cubicBezTo>
                <a:cubicBezTo>
                  <a:pt x="155796" y="971610"/>
                  <a:pt x="144908" y="982498"/>
                  <a:pt x="131476" y="982498"/>
                </a:cubicBezTo>
                <a:cubicBezTo>
                  <a:pt x="118044" y="982498"/>
                  <a:pt x="107156" y="971610"/>
                  <a:pt x="107156" y="958178"/>
                </a:cubicBezTo>
                <a:cubicBezTo>
                  <a:pt x="107156" y="944746"/>
                  <a:pt x="118044" y="933858"/>
                  <a:pt x="131476" y="933858"/>
                </a:cubicBezTo>
                <a:close/>
                <a:moveTo>
                  <a:pt x="24320" y="933858"/>
                </a:moveTo>
                <a:cubicBezTo>
                  <a:pt x="37752" y="933858"/>
                  <a:pt x="48640" y="944746"/>
                  <a:pt x="48640" y="958178"/>
                </a:cubicBezTo>
                <a:cubicBezTo>
                  <a:pt x="48640" y="971610"/>
                  <a:pt x="37752" y="982498"/>
                  <a:pt x="24320" y="982498"/>
                </a:cubicBezTo>
                <a:cubicBezTo>
                  <a:pt x="10888" y="982498"/>
                  <a:pt x="0" y="971610"/>
                  <a:pt x="0" y="958178"/>
                </a:cubicBezTo>
                <a:cubicBezTo>
                  <a:pt x="0" y="944746"/>
                  <a:pt x="10888" y="933858"/>
                  <a:pt x="24320" y="933858"/>
                </a:cubicBezTo>
                <a:close/>
                <a:moveTo>
                  <a:pt x="452944" y="778215"/>
                </a:moveTo>
                <a:cubicBezTo>
                  <a:pt x="466376" y="778215"/>
                  <a:pt x="477264" y="789103"/>
                  <a:pt x="477264" y="802535"/>
                </a:cubicBezTo>
                <a:cubicBezTo>
                  <a:pt x="477264" y="815967"/>
                  <a:pt x="466376" y="826855"/>
                  <a:pt x="452944" y="826855"/>
                </a:cubicBezTo>
                <a:cubicBezTo>
                  <a:pt x="439512" y="826855"/>
                  <a:pt x="428624" y="815967"/>
                  <a:pt x="428624" y="802535"/>
                </a:cubicBezTo>
                <a:cubicBezTo>
                  <a:pt x="428624" y="789103"/>
                  <a:pt x="439512" y="778215"/>
                  <a:pt x="452944" y="778215"/>
                </a:cubicBezTo>
                <a:close/>
                <a:moveTo>
                  <a:pt x="345788" y="778215"/>
                </a:moveTo>
                <a:cubicBezTo>
                  <a:pt x="359220" y="778215"/>
                  <a:pt x="370108" y="789103"/>
                  <a:pt x="370108" y="802535"/>
                </a:cubicBezTo>
                <a:cubicBezTo>
                  <a:pt x="370108" y="815967"/>
                  <a:pt x="359220" y="826855"/>
                  <a:pt x="345788" y="826855"/>
                </a:cubicBezTo>
                <a:cubicBezTo>
                  <a:pt x="332356" y="826855"/>
                  <a:pt x="321468" y="815967"/>
                  <a:pt x="321468" y="802535"/>
                </a:cubicBezTo>
                <a:cubicBezTo>
                  <a:pt x="321468" y="789103"/>
                  <a:pt x="332356" y="778215"/>
                  <a:pt x="345788" y="778215"/>
                </a:cubicBezTo>
                <a:close/>
                <a:moveTo>
                  <a:pt x="238632" y="778215"/>
                </a:moveTo>
                <a:cubicBezTo>
                  <a:pt x="252064" y="778215"/>
                  <a:pt x="262952" y="789103"/>
                  <a:pt x="262952" y="802535"/>
                </a:cubicBezTo>
                <a:cubicBezTo>
                  <a:pt x="262952" y="815967"/>
                  <a:pt x="252064" y="826855"/>
                  <a:pt x="238632" y="826855"/>
                </a:cubicBezTo>
                <a:cubicBezTo>
                  <a:pt x="225200" y="826855"/>
                  <a:pt x="214312" y="815967"/>
                  <a:pt x="214312" y="802535"/>
                </a:cubicBezTo>
                <a:cubicBezTo>
                  <a:pt x="214312" y="789103"/>
                  <a:pt x="225200" y="778215"/>
                  <a:pt x="238632" y="778215"/>
                </a:cubicBezTo>
                <a:close/>
                <a:moveTo>
                  <a:pt x="131476" y="778215"/>
                </a:moveTo>
                <a:cubicBezTo>
                  <a:pt x="144908" y="778215"/>
                  <a:pt x="155796" y="789103"/>
                  <a:pt x="155796" y="802535"/>
                </a:cubicBezTo>
                <a:cubicBezTo>
                  <a:pt x="155796" y="815967"/>
                  <a:pt x="144908" y="826855"/>
                  <a:pt x="131476" y="826855"/>
                </a:cubicBezTo>
                <a:cubicBezTo>
                  <a:pt x="118044" y="826855"/>
                  <a:pt x="107156" y="815967"/>
                  <a:pt x="107156" y="802535"/>
                </a:cubicBezTo>
                <a:cubicBezTo>
                  <a:pt x="107156" y="789103"/>
                  <a:pt x="118044" y="778215"/>
                  <a:pt x="131476" y="778215"/>
                </a:cubicBezTo>
                <a:close/>
                <a:moveTo>
                  <a:pt x="24320" y="778215"/>
                </a:moveTo>
                <a:cubicBezTo>
                  <a:pt x="37752" y="778215"/>
                  <a:pt x="48640" y="789103"/>
                  <a:pt x="48640" y="802535"/>
                </a:cubicBezTo>
                <a:cubicBezTo>
                  <a:pt x="48640" y="815967"/>
                  <a:pt x="37752" y="826855"/>
                  <a:pt x="24320" y="826855"/>
                </a:cubicBezTo>
                <a:cubicBezTo>
                  <a:pt x="10888" y="826855"/>
                  <a:pt x="0" y="815967"/>
                  <a:pt x="0" y="802535"/>
                </a:cubicBezTo>
                <a:cubicBezTo>
                  <a:pt x="0" y="789103"/>
                  <a:pt x="10888" y="778215"/>
                  <a:pt x="24320" y="778215"/>
                </a:cubicBezTo>
                <a:close/>
                <a:moveTo>
                  <a:pt x="452944" y="622572"/>
                </a:moveTo>
                <a:cubicBezTo>
                  <a:pt x="466376" y="622572"/>
                  <a:pt x="477264" y="633460"/>
                  <a:pt x="477264" y="646892"/>
                </a:cubicBezTo>
                <a:cubicBezTo>
                  <a:pt x="477264" y="660324"/>
                  <a:pt x="466376" y="671212"/>
                  <a:pt x="452944" y="671212"/>
                </a:cubicBezTo>
                <a:cubicBezTo>
                  <a:pt x="439512" y="671212"/>
                  <a:pt x="428624" y="660324"/>
                  <a:pt x="428624" y="646892"/>
                </a:cubicBezTo>
                <a:cubicBezTo>
                  <a:pt x="428624" y="633460"/>
                  <a:pt x="439512" y="622572"/>
                  <a:pt x="452944" y="622572"/>
                </a:cubicBezTo>
                <a:close/>
                <a:moveTo>
                  <a:pt x="345788" y="622572"/>
                </a:moveTo>
                <a:cubicBezTo>
                  <a:pt x="359220" y="622572"/>
                  <a:pt x="370108" y="633460"/>
                  <a:pt x="370108" y="646892"/>
                </a:cubicBezTo>
                <a:cubicBezTo>
                  <a:pt x="370108" y="660324"/>
                  <a:pt x="359220" y="671212"/>
                  <a:pt x="345788" y="671212"/>
                </a:cubicBezTo>
                <a:cubicBezTo>
                  <a:pt x="332356" y="671212"/>
                  <a:pt x="321468" y="660324"/>
                  <a:pt x="321468" y="646892"/>
                </a:cubicBezTo>
                <a:cubicBezTo>
                  <a:pt x="321468" y="633460"/>
                  <a:pt x="332356" y="622572"/>
                  <a:pt x="345788" y="622572"/>
                </a:cubicBezTo>
                <a:close/>
                <a:moveTo>
                  <a:pt x="238632" y="622572"/>
                </a:moveTo>
                <a:cubicBezTo>
                  <a:pt x="252064" y="622572"/>
                  <a:pt x="262952" y="633460"/>
                  <a:pt x="262952" y="646892"/>
                </a:cubicBezTo>
                <a:cubicBezTo>
                  <a:pt x="262952" y="660324"/>
                  <a:pt x="252064" y="671212"/>
                  <a:pt x="238632" y="671212"/>
                </a:cubicBezTo>
                <a:cubicBezTo>
                  <a:pt x="225200" y="671212"/>
                  <a:pt x="214312" y="660324"/>
                  <a:pt x="214312" y="646892"/>
                </a:cubicBezTo>
                <a:cubicBezTo>
                  <a:pt x="214312" y="633460"/>
                  <a:pt x="225200" y="622572"/>
                  <a:pt x="238632" y="622572"/>
                </a:cubicBezTo>
                <a:close/>
                <a:moveTo>
                  <a:pt x="131476" y="622572"/>
                </a:moveTo>
                <a:cubicBezTo>
                  <a:pt x="144908" y="622572"/>
                  <a:pt x="155796" y="633460"/>
                  <a:pt x="155796" y="646892"/>
                </a:cubicBezTo>
                <a:cubicBezTo>
                  <a:pt x="155796" y="660324"/>
                  <a:pt x="144908" y="671212"/>
                  <a:pt x="131476" y="671212"/>
                </a:cubicBezTo>
                <a:cubicBezTo>
                  <a:pt x="118044" y="671212"/>
                  <a:pt x="107156" y="660324"/>
                  <a:pt x="107156" y="646892"/>
                </a:cubicBezTo>
                <a:cubicBezTo>
                  <a:pt x="107156" y="633460"/>
                  <a:pt x="118044" y="622572"/>
                  <a:pt x="131476" y="622572"/>
                </a:cubicBezTo>
                <a:close/>
                <a:moveTo>
                  <a:pt x="24320" y="622572"/>
                </a:moveTo>
                <a:cubicBezTo>
                  <a:pt x="37752" y="622572"/>
                  <a:pt x="48640" y="633460"/>
                  <a:pt x="48640" y="646892"/>
                </a:cubicBezTo>
                <a:cubicBezTo>
                  <a:pt x="48640" y="660324"/>
                  <a:pt x="37752" y="671212"/>
                  <a:pt x="24320" y="671212"/>
                </a:cubicBezTo>
                <a:cubicBezTo>
                  <a:pt x="10888" y="671212"/>
                  <a:pt x="0" y="660324"/>
                  <a:pt x="0" y="646892"/>
                </a:cubicBezTo>
                <a:cubicBezTo>
                  <a:pt x="0" y="633460"/>
                  <a:pt x="10888" y="622572"/>
                  <a:pt x="24320" y="622572"/>
                </a:cubicBezTo>
                <a:close/>
                <a:moveTo>
                  <a:pt x="24320" y="466929"/>
                </a:moveTo>
                <a:cubicBezTo>
                  <a:pt x="37752" y="466929"/>
                  <a:pt x="48640" y="477817"/>
                  <a:pt x="48640" y="491249"/>
                </a:cubicBezTo>
                <a:cubicBezTo>
                  <a:pt x="48640" y="504681"/>
                  <a:pt x="37752" y="515569"/>
                  <a:pt x="24320" y="515569"/>
                </a:cubicBezTo>
                <a:cubicBezTo>
                  <a:pt x="10888" y="515569"/>
                  <a:pt x="0" y="504681"/>
                  <a:pt x="0" y="491249"/>
                </a:cubicBezTo>
                <a:cubicBezTo>
                  <a:pt x="0" y="477817"/>
                  <a:pt x="10888" y="466929"/>
                  <a:pt x="24320" y="466929"/>
                </a:cubicBezTo>
                <a:close/>
                <a:moveTo>
                  <a:pt x="131476" y="466929"/>
                </a:moveTo>
                <a:cubicBezTo>
                  <a:pt x="144908" y="466929"/>
                  <a:pt x="155796" y="477817"/>
                  <a:pt x="155796" y="491249"/>
                </a:cubicBezTo>
                <a:cubicBezTo>
                  <a:pt x="155796" y="504681"/>
                  <a:pt x="144908" y="515569"/>
                  <a:pt x="131476" y="515569"/>
                </a:cubicBezTo>
                <a:cubicBezTo>
                  <a:pt x="118044" y="515569"/>
                  <a:pt x="107156" y="504681"/>
                  <a:pt x="107156" y="491249"/>
                </a:cubicBezTo>
                <a:cubicBezTo>
                  <a:pt x="107156" y="477817"/>
                  <a:pt x="118044" y="466929"/>
                  <a:pt x="131476" y="466929"/>
                </a:cubicBezTo>
                <a:close/>
                <a:moveTo>
                  <a:pt x="238632" y="466929"/>
                </a:moveTo>
                <a:cubicBezTo>
                  <a:pt x="252064" y="466929"/>
                  <a:pt x="262952" y="477817"/>
                  <a:pt x="262952" y="491249"/>
                </a:cubicBezTo>
                <a:cubicBezTo>
                  <a:pt x="262952" y="504681"/>
                  <a:pt x="252064" y="515569"/>
                  <a:pt x="238632" y="515569"/>
                </a:cubicBezTo>
                <a:cubicBezTo>
                  <a:pt x="225200" y="515569"/>
                  <a:pt x="214312" y="504681"/>
                  <a:pt x="214312" y="491249"/>
                </a:cubicBezTo>
                <a:cubicBezTo>
                  <a:pt x="214312" y="477817"/>
                  <a:pt x="225200" y="466929"/>
                  <a:pt x="238632" y="466929"/>
                </a:cubicBezTo>
                <a:close/>
                <a:moveTo>
                  <a:pt x="345788" y="466929"/>
                </a:moveTo>
                <a:cubicBezTo>
                  <a:pt x="359220" y="466929"/>
                  <a:pt x="370108" y="477817"/>
                  <a:pt x="370108" y="491249"/>
                </a:cubicBezTo>
                <a:cubicBezTo>
                  <a:pt x="370108" y="504681"/>
                  <a:pt x="359220" y="515569"/>
                  <a:pt x="345788" y="515569"/>
                </a:cubicBezTo>
                <a:cubicBezTo>
                  <a:pt x="332356" y="515569"/>
                  <a:pt x="321468" y="504681"/>
                  <a:pt x="321468" y="491249"/>
                </a:cubicBezTo>
                <a:cubicBezTo>
                  <a:pt x="321468" y="477817"/>
                  <a:pt x="332356" y="466929"/>
                  <a:pt x="345788" y="466929"/>
                </a:cubicBezTo>
                <a:close/>
                <a:moveTo>
                  <a:pt x="452944" y="466929"/>
                </a:moveTo>
                <a:cubicBezTo>
                  <a:pt x="466376" y="466929"/>
                  <a:pt x="477264" y="477817"/>
                  <a:pt x="477264" y="491249"/>
                </a:cubicBezTo>
                <a:cubicBezTo>
                  <a:pt x="477264" y="504681"/>
                  <a:pt x="466376" y="515569"/>
                  <a:pt x="452944" y="515569"/>
                </a:cubicBezTo>
                <a:cubicBezTo>
                  <a:pt x="439512" y="515569"/>
                  <a:pt x="428624" y="504681"/>
                  <a:pt x="428624" y="491249"/>
                </a:cubicBezTo>
                <a:cubicBezTo>
                  <a:pt x="428624" y="477817"/>
                  <a:pt x="439512" y="466929"/>
                  <a:pt x="452944" y="466929"/>
                </a:cubicBezTo>
                <a:close/>
                <a:moveTo>
                  <a:pt x="24320" y="311287"/>
                </a:moveTo>
                <a:cubicBezTo>
                  <a:pt x="37752" y="311287"/>
                  <a:pt x="48640" y="322175"/>
                  <a:pt x="48640" y="335607"/>
                </a:cubicBezTo>
                <a:cubicBezTo>
                  <a:pt x="48640" y="349038"/>
                  <a:pt x="37752" y="359926"/>
                  <a:pt x="24320" y="359926"/>
                </a:cubicBezTo>
                <a:cubicBezTo>
                  <a:pt x="10888" y="359926"/>
                  <a:pt x="0" y="349038"/>
                  <a:pt x="0" y="335607"/>
                </a:cubicBezTo>
                <a:cubicBezTo>
                  <a:pt x="0" y="322175"/>
                  <a:pt x="10888" y="311287"/>
                  <a:pt x="24320" y="311287"/>
                </a:cubicBezTo>
                <a:close/>
                <a:moveTo>
                  <a:pt x="131476" y="311286"/>
                </a:moveTo>
                <a:cubicBezTo>
                  <a:pt x="144908" y="311286"/>
                  <a:pt x="155796" y="322174"/>
                  <a:pt x="155796" y="335606"/>
                </a:cubicBezTo>
                <a:cubicBezTo>
                  <a:pt x="155796" y="349038"/>
                  <a:pt x="144908" y="359926"/>
                  <a:pt x="131476" y="359926"/>
                </a:cubicBezTo>
                <a:cubicBezTo>
                  <a:pt x="118044" y="359926"/>
                  <a:pt x="107156" y="349038"/>
                  <a:pt x="107156" y="335606"/>
                </a:cubicBezTo>
                <a:cubicBezTo>
                  <a:pt x="107156" y="322174"/>
                  <a:pt x="118044" y="311286"/>
                  <a:pt x="131476" y="311286"/>
                </a:cubicBezTo>
                <a:close/>
                <a:moveTo>
                  <a:pt x="238632" y="311286"/>
                </a:moveTo>
                <a:cubicBezTo>
                  <a:pt x="252064" y="311286"/>
                  <a:pt x="262952" y="322174"/>
                  <a:pt x="262952" y="335606"/>
                </a:cubicBezTo>
                <a:cubicBezTo>
                  <a:pt x="262952" y="349038"/>
                  <a:pt x="252064" y="359926"/>
                  <a:pt x="238632" y="359926"/>
                </a:cubicBezTo>
                <a:cubicBezTo>
                  <a:pt x="225200" y="359926"/>
                  <a:pt x="214312" y="349038"/>
                  <a:pt x="214312" y="335606"/>
                </a:cubicBezTo>
                <a:cubicBezTo>
                  <a:pt x="214312" y="322174"/>
                  <a:pt x="225200" y="311286"/>
                  <a:pt x="238632" y="311286"/>
                </a:cubicBezTo>
                <a:close/>
                <a:moveTo>
                  <a:pt x="345788" y="311286"/>
                </a:moveTo>
                <a:cubicBezTo>
                  <a:pt x="359220" y="311286"/>
                  <a:pt x="370108" y="322174"/>
                  <a:pt x="370108" y="335606"/>
                </a:cubicBezTo>
                <a:cubicBezTo>
                  <a:pt x="370108" y="349038"/>
                  <a:pt x="359220" y="359926"/>
                  <a:pt x="345788" y="359926"/>
                </a:cubicBezTo>
                <a:cubicBezTo>
                  <a:pt x="332356" y="359926"/>
                  <a:pt x="321468" y="349038"/>
                  <a:pt x="321468" y="335606"/>
                </a:cubicBezTo>
                <a:cubicBezTo>
                  <a:pt x="321468" y="322174"/>
                  <a:pt x="332356" y="311286"/>
                  <a:pt x="345788" y="311286"/>
                </a:cubicBezTo>
                <a:close/>
                <a:moveTo>
                  <a:pt x="452944" y="311286"/>
                </a:moveTo>
                <a:cubicBezTo>
                  <a:pt x="466376" y="311286"/>
                  <a:pt x="477264" y="322174"/>
                  <a:pt x="477264" y="335606"/>
                </a:cubicBezTo>
                <a:cubicBezTo>
                  <a:pt x="477264" y="349038"/>
                  <a:pt x="466376" y="359926"/>
                  <a:pt x="452944" y="359926"/>
                </a:cubicBezTo>
                <a:cubicBezTo>
                  <a:pt x="439512" y="359926"/>
                  <a:pt x="428624" y="349038"/>
                  <a:pt x="428624" y="335606"/>
                </a:cubicBezTo>
                <a:cubicBezTo>
                  <a:pt x="428624" y="322174"/>
                  <a:pt x="439512" y="311286"/>
                  <a:pt x="452944" y="311286"/>
                </a:cubicBezTo>
                <a:close/>
                <a:moveTo>
                  <a:pt x="24320" y="155643"/>
                </a:moveTo>
                <a:cubicBezTo>
                  <a:pt x="37752" y="155643"/>
                  <a:pt x="48640" y="166531"/>
                  <a:pt x="48640" y="179963"/>
                </a:cubicBezTo>
                <a:cubicBezTo>
                  <a:pt x="48640" y="193395"/>
                  <a:pt x="37752" y="204283"/>
                  <a:pt x="24320" y="204283"/>
                </a:cubicBezTo>
                <a:cubicBezTo>
                  <a:pt x="10888" y="204283"/>
                  <a:pt x="0" y="193395"/>
                  <a:pt x="0" y="179963"/>
                </a:cubicBezTo>
                <a:cubicBezTo>
                  <a:pt x="0" y="166531"/>
                  <a:pt x="10888" y="155643"/>
                  <a:pt x="24320" y="155643"/>
                </a:cubicBezTo>
                <a:close/>
                <a:moveTo>
                  <a:pt x="131476" y="155643"/>
                </a:moveTo>
                <a:cubicBezTo>
                  <a:pt x="144908" y="155643"/>
                  <a:pt x="155796" y="166531"/>
                  <a:pt x="155796" y="179963"/>
                </a:cubicBezTo>
                <a:cubicBezTo>
                  <a:pt x="155796" y="193395"/>
                  <a:pt x="144908" y="204283"/>
                  <a:pt x="131476" y="204283"/>
                </a:cubicBezTo>
                <a:cubicBezTo>
                  <a:pt x="118044" y="204283"/>
                  <a:pt x="107156" y="193395"/>
                  <a:pt x="107156" y="179963"/>
                </a:cubicBezTo>
                <a:cubicBezTo>
                  <a:pt x="107156" y="166531"/>
                  <a:pt x="118044" y="155643"/>
                  <a:pt x="131476" y="155643"/>
                </a:cubicBezTo>
                <a:close/>
                <a:moveTo>
                  <a:pt x="238632" y="155643"/>
                </a:moveTo>
                <a:cubicBezTo>
                  <a:pt x="252064" y="155643"/>
                  <a:pt x="262952" y="166531"/>
                  <a:pt x="262952" y="179963"/>
                </a:cubicBezTo>
                <a:cubicBezTo>
                  <a:pt x="262952" y="193395"/>
                  <a:pt x="252064" y="204283"/>
                  <a:pt x="238632" y="204283"/>
                </a:cubicBezTo>
                <a:cubicBezTo>
                  <a:pt x="225200" y="204283"/>
                  <a:pt x="214312" y="193395"/>
                  <a:pt x="214312" y="179963"/>
                </a:cubicBezTo>
                <a:cubicBezTo>
                  <a:pt x="214312" y="166531"/>
                  <a:pt x="225200" y="155643"/>
                  <a:pt x="238632" y="155643"/>
                </a:cubicBezTo>
                <a:close/>
                <a:moveTo>
                  <a:pt x="345788" y="155643"/>
                </a:moveTo>
                <a:cubicBezTo>
                  <a:pt x="359220" y="155643"/>
                  <a:pt x="370108" y="166531"/>
                  <a:pt x="370108" y="179963"/>
                </a:cubicBezTo>
                <a:cubicBezTo>
                  <a:pt x="370108" y="193395"/>
                  <a:pt x="359220" y="204283"/>
                  <a:pt x="345788" y="204283"/>
                </a:cubicBezTo>
                <a:cubicBezTo>
                  <a:pt x="332356" y="204283"/>
                  <a:pt x="321468" y="193395"/>
                  <a:pt x="321468" y="179963"/>
                </a:cubicBezTo>
                <a:cubicBezTo>
                  <a:pt x="321468" y="166531"/>
                  <a:pt x="332356" y="155643"/>
                  <a:pt x="345788" y="155643"/>
                </a:cubicBezTo>
                <a:close/>
                <a:moveTo>
                  <a:pt x="452944" y="155643"/>
                </a:moveTo>
                <a:cubicBezTo>
                  <a:pt x="466376" y="155643"/>
                  <a:pt x="477264" y="166531"/>
                  <a:pt x="477264" y="179963"/>
                </a:cubicBezTo>
                <a:cubicBezTo>
                  <a:pt x="477264" y="193395"/>
                  <a:pt x="466376" y="204283"/>
                  <a:pt x="452944" y="204283"/>
                </a:cubicBezTo>
                <a:cubicBezTo>
                  <a:pt x="439512" y="204283"/>
                  <a:pt x="428624" y="193395"/>
                  <a:pt x="428624" y="179963"/>
                </a:cubicBezTo>
                <a:cubicBezTo>
                  <a:pt x="428624" y="166531"/>
                  <a:pt x="439512" y="155643"/>
                  <a:pt x="452944" y="155643"/>
                </a:cubicBezTo>
                <a:close/>
                <a:moveTo>
                  <a:pt x="452944" y="0"/>
                </a:moveTo>
                <a:cubicBezTo>
                  <a:pt x="466376" y="0"/>
                  <a:pt x="477264" y="10888"/>
                  <a:pt x="477264" y="24320"/>
                </a:cubicBezTo>
                <a:cubicBezTo>
                  <a:pt x="477264" y="37752"/>
                  <a:pt x="466376" y="48640"/>
                  <a:pt x="452944" y="48640"/>
                </a:cubicBezTo>
                <a:cubicBezTo>
                  <a:pt x="439512" y="48640"/>
                  <a:pt x="428624" y="37752"/>
                  <a:pt x="428624" y="24320"/>
                </a:cubicBezTo>
                <a:cubicBezTo>
                  <a:pt x="428624" y="10888"/>
                  <a:pt x="439512" y="0"/>
                  <a:pt x="452944" y="0"/>
                </a:cubicBezTo>
                <a:close/>
                <a:moveTo>
                  <a:pt x="345788" y="0"/>
                </a:moveTo>
                <a:cubicBezTo>
                  <a:pt x="359220" y="0"/>
                  <a:pt x="370108" y="10888"/>
                  <a:pt x="370108" y="24320"/>
                </a:cubicBezTo>
                <a:cubicBezTo>
                  <a:pt x="370108" y="37752"/>
                  <a:pt x="359220" y="48640"/>
                  <a:pt x="345788" y="48640"/>
                </a:cubicBezTo>
                <a:cubicBezTo>
                  <a:pt x="332356" y="48640"/>
                  <a:pt x="321468" y="37752"/>
                  <a:pt x="321468" y="24320"/>
                </a:cubicBezTo>
                <a:cubicBezTo>
                  <a:pt x="321468" y="10888"/>
                  <a:pt x="332356" y="0"/>
                  <a:pt x="345788" y="0"/>
                </a:cubicBezTo>
                <a:close/>
                <a:moveTo>
                  <a:pt x="238632" y="0"/>
                </a:moveTo>
                <a:cubicBezTo>
                  <a:pt x="252064" y="0"/>
                  <a:pt x="262952" y="10888"/>
                  <a:pt x="262952" y="24320"/>
                </a:cubicBezTo>
                <a:cubicBezTo>
                  <a:pt x="262952" y="37752"/>
                  <a:pt x="252064" y="48640"/>
                  <a:pt x="238632" y="48640"/>
                </a:cubicBezTo>
                <a:cubicBezTo>
                  <a:pt x="225200" y="48640"/>
                  <a:pt x="214312" y="37752"/>
                  <a:pt x="214312" y="24320"/>
                </a:cubicBezTo>
                <a:cubicBezTo>
                  <a:pt x="214312" y="10888"/>
                  <a:pt x="225200" y="0"/>
                  <a:pt x="238632" y="0"/>
                </a:cubicBezTo>
                <a:close/>
                <a:moveTo>
                  <a:pt x="131476" y="0"/>
                </a:moveTo>
                <a:cubicBezTo>
                  <a:pt x="144908" y="0"/>
                  <a:pt x="155796" y="10888"/>
                  <a:pt x="155796" y="24320"/>
                </a:cubicBezTo>
                <a:cubicBezTo>
                  <a:pt x="155796" y="37752"/>
                  <a:pt x="144908" y="48640"/>
                  <a:pt x="131476" y="48640"/>
                </a:cubicBezTo>
                <a:cubicBezTo>
                  <a:pt x="118044" y="48640"/>
                  <a:pt x="107156" y="37752"/>
                  <a:pt x="107156" y="24320"/>
                </a:cubicBezTo>
                <a:cubicBezTo>
                  <a:pt x="107156" y="10888"/>
                  <a:pt x="118044" y="0"/>
                  <a:pt x="131476" y="0"/>
                </a:cubicBezTo>
                <a:close/>
                <a:moveTo>
                  <a:pt x="24320" y="0"/>
                </a:moveTo>
                <a:cubicBezTo>
                  <a:pt x="37752" y="0"/>
                  <a:pt x="48640" y="10888"/>
                  <a:pt x="48640" y="24320"/>
                </a:cubicBezTo>
                <a:cubicBezTo>
                  <a:pt x="48640" y="37752"/>
                  <a:pt x="37752" y="48640"/>
                  <a:pt x="24320" y="48640"/>
                </a:cubicBezTo>
                <a:cubicBezTo>
                  <a:pt x="10888" y="48640"/>
                  <a:pt x="0" y="37752"/>
                  <a:pt x="0" y="24320"/>
                </a:cubicBezTo>
                <a:cubicBezTo>
                  <a:pt x="0" y="10888"/>
                  <a:pt x="10888" y="0"/>
                  <a:pt x="24320" y="0"/>
                </a:cubicBezTo>
                <a:close/>
              </a:path>
            </a:pathLst>
          </a:custGeom>
          <a:gradFill flip="none" rotWithShape="1">
            <a:gsLst>
              <a:gs pos="0">
                <a:srgbClr val="FFFFFF"/>
              </a:gs>
              <a:gs pos="100000">
                <a:srgbClr val="FFFFFF">
                  <a:alpha val="0"/>
                </a:srgbClr>
              </a:gs>
            </a:gsLst>
            <a:lin ang="54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sp>
        <p:nvSpPr>
          <p:cNvPr id="26" name="任意多边形: 形状 25"/>
          <p:cNvSpPr/>
          <p:nvPr/>
        </p:nvSpPr>
        <p:spPr>
          <a:xfrm rot="16200000">
            <a:off x="761999" y="275919"/>
            <a:ext cx="344335" cy="708849"/>
          </a:xfrm>
          <a:custGeom>
            <a:avLst/>
            <a:gdLst>
              <a:gd name="connsiteX0" fmla="*/ 452944 w 477264"/>
              <a:gd name="connsiteY0" fmla="*/ 933858 h 982498"/>
              <a:gd name="connsiteX1" fmla="*/ 477264 w 477264"/>
              <a:gd name="connsiteY1" fmla="*/ 958178 h 982498"/>
              <a:gd name="connsiteX2" fmla="*/ 452944 w 477264"/>
              <a:gd name="connsiteY2" fmla="*/ 982498 h 982498"/>
              <a:gd name="connsiteX3" fmla="*/ 428624 w 477264"/>
              <a:gd name="connsiteY3" fmla="*/ 958178 h 982498"/>
              <a:gd name="connsiteX4" fmla="*/ 452944 w 477264"/>
              <a:gd name="connsiteY4" fmla="*/ 933858 h 982498"/>
              <a:gd name="connsiteX5" fmla="*/ 345788 w 477264"/>
              <a:gd name="connsiteY5" fmla="*/ 933858 h 982498"/>
              <a:gd name="connsiteX6" fmla="*/ 370108 w 477264"/>
              <a:gd name="connsiteY6" fmla="*/ 958178 h 982498"/>
              <a:gd name="connsiteX7" fmla="*/ 345788 w 477264"/>
              <a:gd name="connsiteY7" fmla="*/ 982498 h 982498"/>
              <a:gd name="connsiteX8" fmla="*/ 321468 w 477264"/>
              <a:gd name="connsiteY8" fmla="*/ 958178 h 982498"/>
              <a:gd name="connsiteX9" fmla="*/ 345788 w 477264"/>
              <a:gd name="connsiteY9" fmla="*/ 933858 h 982498"/>
              <a:gd name="connsiteX10" fmla="*/ 238632 w 477264"/>
              <a:gd name="connsiteY10" fmla="*/ 933858 h 982498"/>
              <a:gd name="connsiteX11" fmla="*/ 262952 w 477264"/>
              <a:gd name="connsiteY11" fmla="*/ 958178 h 982498"/>
              <a:gd name="connsiteX12" fmla="*/ 238632 w 477264"/>
              <a:gd name="connsiteY12" fmla="*/ 982498 h 982498"/>
              <a:gd name="connsiteX13" fmla="*/ 214312 w 477264"/>
              <a:gd name="connsiteY13" fmla="*/ 958178 h 982498"/>
              <a:gd name="connsiteX14" fmla="*/ 238632 w 477264"/>
              <a:gd name="connsiteY14" fmla="*/ 933858 h 982498"/>
              <a:gd name="connsiteX15" fmla="*/ 131476 w 477264"/>
              <a:gd name="connsiteY15" fmla="*/ 933858 h 982498"/>
              <a:gd name="connsiteX16" fmla="*/ 155796 w 477264"/>
              <a:gd name="connsiteY16" fmla="*/ 958178 h 982498"/>
              <a:gd name="connsiteX17" fmla="*/ 131476 w 477264"/>
              <a:gd name="connsiteY17" fmla="*/ 982498 h 982498"/>
              <a:gd name="connsiteX18" fmla="*/ 107156 w 477264"/>
              <a:gd name="connsiteY18" fmla="*/ 958178 h 982498"/>
              <a:gd name="connsiteX19" fmla="*/ 131476 w 477264"/>
              <a:gd name="connsiteY19" fmla="*/ 933858 h 982498"/>
              <a:gd name="connsiteX20" fmla="*/ 24320 w 477264"/>
              <a:gd name="connsiteY20" fmla="*/ 933858 h 982498"/>
              <a:gd name="connsiteX21" fmla="*/ 48640 w 477264"/>
              <a:gd name="connsiteY21" fmla="*/ 958178 h 982498"/>
              <a:gd name="connsiteX22" fmla="*/ 24320 w 477264"/>
              <a:gd name="connsiteY22" fmla="*/ 982498 h 982498"/>
              <a:gd name="connsiteX23" fmla="*/ 0 w 477264"/>
              <a:gd name="connsiteY23" fmla="*/ 958178 h 982498"/>
              <a:gd name="connsiteX24" fmla="*/ 24320 w 477264"/>
              <a:gd name="connsiteY24" fmla="*/ 933858 h 982498"/>
              <a:gd name="connsiteX25" fmla="*/ 452944 w 477264"/>
              <a:gd name="connsiteY25" fmla="*/ 778215 h 982498"/>
              <a:gd name="connsiteX26" fmla="*/ 477264 w 477264"/>
              <a:gd name="connsiteY26" fmla="*/ 802535 h 982498"/>
              <a:gd name="connsiteX27" fmla="*/ 452944 w 477264"/>
              <a:gd name="connsiteY27" fmla="*/ 826855 h 982498"/>
              <a:gd name="connsiteX28" fmla="*/ 428624 w 477264"/>
              <a:gd name="connsiteY28" fmla="*/ 802535 h 982498"/>
              <a:gd name="connsiteX29" fmla="*/ 452944 w 477264"/>
              <a:gd name="connsiteY29" fmla="*/ 778215 h 982498"/>
              <a:gd name="connsiteX30" fmla="*/ 345788 w 477264"/>
              <a:gd name="connsiteY30" fmla="*/ 778215 h 982498"/>
              <a:gd name="connsiteX31" fmla="*/ 370108 w 477264"/>
              <a:gd name="connsiteY31" fmla="*/ 802535 h 982498"/>
              <a:gd name="connsiteX32" fmla="*/ 345788 w 477264"/>
              <a:gd name="connsiteY32" fmla="*/ 826855 h 982498"/>
              <a:gd name="connsiteX33" fmla="*/ 321468 w 477264"/>
              <a:gd name="connsiteY33" fmla="*/ 802535 h 982498"/>
              <a:gd name="connsiteX34" fmla="*/ 345788 w 477264"/>
              <a:gd name="connsiteY34" fmla="*/ 778215 h 982498"/>
              <a:gd name="connsiteX35" fmla="*/ 238632 w 477264"/>
              <a:gd name="connsiteY35" fmla="*/ 778215 h 982498"/>
              <a:gd name="connsiteX36" fmla="*/ 262952 w 477264"/>
              <a:gd name="connsiteY36" fmla="*/ 802535 h 982498"/>
              <a:gd name="connsiteX37" fmla="*/ 238632 w 477264"/>
              <a:gd name="connsiteY37" fmla="*/ 826855 h 982498"/>
              <a:gd name="connsiteX38" fmla="*/ 214312 w 477264"/>
              <a:gd name="connsiteY38" fmla="*/ 802535 h 982498"/>
              <a:gd name="connsiteX39" fmla="*/ 238632 w 477264"/>
              <a:gd name="connsiteY39" fmla="*/ 778215 h 982498"/>
              <a:gd name="connsiteX40" fmla="*/ 131476 w 477264"/>
              <a:gd name="connsiteY40" fmla="*/ 778215 h 982498"/>
              <a:gd name="connsiteX41" fmla="*/ 155796 w 477264"/>
              <a:gd name="connsiteY41" fmla="*/ 802535 h 982498"/>
              <a:gd name="connsiteX42" fmla="*/ 131476 w 477264"/>
              <a:gd name="connsiteY42" fmla="*/ 826855 h 982498"/>
              <a:gd name="connsiteX43" fmla="*/ 107156 w 477264"/>
              <a:gd name="connsiteY43" fmla="*/ 802535 h 982498"/>
              <a:gd name="connsiteX44" fmla="*/ 131476 w 477264"/>
              <a:gd name="connsiteY44" fmla="*/ 778215 h 982498"/>
              <a:gd name="connsiteX45" fmla="*/ 24320 w 477264"/>
              <a:gd name="connsiteY45" fmla="*/ 778215 h 982498"/>
              <a:gd name="connsiteX46" fmla="*/ 48640 w 477264"/>
              <a:gd name="connsiteY46" fmla="*/ 802535 h 982498"/>
              <a:gd name="connsiteX47" fmla="*/ 24320 w 477264"/>
              <a:gd name="connsiteY47" fmla="*/ 826855 h 982498"/>
              <a:gd name="connsiteX48" fmla="*/ 0 w 477264"/>
              <a:gd name="connsiteY48" fmla="*/ 802535 h 982498"/>
              <a:gd name="connsiteX49" fmla="*/ 24320 w 477264"/>
              <a:gd name="connsiteY49" fmla="*/ 778215 h 982498"/>
              <a:gd name="connsiteX50" fmla="*/ 452944 w 477264"/>
              <a:gd name="connsiteY50" fmla="*/ 622572 h 982498"/>
              <a:gd name="connsiteX51" fmla="*/ 477264 w 477264"/>
              <a:gd name="connsiteY51" fmla="*/ 646892 h 982498"/>
              <a:gd name="connsiteX52" fmla="*/ 452944 w 477264"/>
              <a:gd name="connsiteY52" fmla="*/ 671212 h 982498"/>
              <a:gd name="connsiteX53" fmla="*/ 428624 w 477264"/>
              <a:gd name="connsiteY53" fmla="*/ 646892 h 982498"/>
              <a:gd name="connsiteX54" fmla="*/ 452944 w 477264"/>
              <a:gd name="connsiteY54" fmla="*/ 622572 h 982498"/>
              <a:gd name="connsiteX55" fmla="*/ 345788 w 477264"/>
              <a:gd name="connsiteY55" fmla="*/ 622572 h 982498"/>
              <a:gd name="connsiteX56" fmla="*/ 370108 w 477264"/>
              <a:gd name="connsiteY56" fmla="*/ 646892 h 982498"/>
              <a:gd name="connsiteX57" fmla="*/ 345788 w 477264"/>
              <a:gd name="connsiteY57" fmla="*/ 671212 h 982498"/>
              <a:gd name="connsiteX58" fmla="*/ 321468 w 477264"/>
              <a:gd name="connsiteY58" fmla="*/ 646892 h 982498"/>
              <a:gd name="connsiteX59" fmla="*/ 345788 w 477264"/>
              <a:gd name="connsiteY59" fmla="*/ 622572 h 982498"/>
              <a:gd name="connsiteX60" fmla="*/ 238632 w 477264"/>
              <a:gd name="connsiteY60" fmla="*/ 622572 h 982498"/>
              <a:gd name="connsiteX61" fmla="*/ 262952 w 477264"/>
              <a:gd name="connsiteY61" fmla="*/ 646892 h 982498"/>
              <a:gd name="connsiteX62" fmla="*/ 238632 w 477264"/>
              <a:gd name="connsiteY62" fmla="*/ 671212 h 982498"/>
              <a:gd name="connsiteX63" fmla="*/ 214312 w 477264"/>
              <a:gd name="connsiteY63" fmla="*/ 646892 h 982498"/>
              <a:gd name="connsiteX64" fmla="*/ 238632 w 477264"/>
              <a:gd name="connsiteY64" fmla="*/ 622572 h 982498"/>
              <a:gd name="connsiteX65" fmla="*/ 131476 w 477264"/>
              <a:gd name="connsiteY65" fmla="*/ 622572 h 982498"/>
              <a:gd name="connsiteX66" fmla="*/ 155796 w 477264"/>
              <a:gd name="connsiteY66" fmla="*/ 646892 h 982498"/>
              <a:gd name="connsiteX67" fmla="*/ 131476 w 477264"/>
              <a:gd name="connsiteY67" fmla="*/ 671212 h 982498"/>
              <a:gd name="connsiteX68" fmla="*/ 107156 w 477264"/>
              <a:gd name="connsiteY68" fmla="*/ 646892 h 982498"/>
              <a:gd name="connsiteX69" fmla="*/ 131476 w 477264"/>
              <a:gd name="connsiteY69" fmla="*/ 622572 h 982498"/>
              <a:gd name="connsiteX70" fmla="*/ 24320 w 477264"/>
              <a:gd name="connsiteY70" fmla="*/ 622572 h 982498"/>
              <a:gd name="connsiteX71" fmla="*/ 48640 w 477264"/>
              <a:gd name="connsiteY71" fmla="*/ 646892 h 982498"/>
              <a:gd name="connsiteX72" fmla="*/ 24320 w 477264"/>
              <a:gd name="connsiteY72" fmla="*/ 671212 h 982498"/>
              <a:gd name="connsiteX73" fmla="*/ 0 w 477264"/>
              <a:gd name="connsiteY73" fmla="*/ 646892 h 982498"/>
              <a:gd name="connsiteX74" fmla="*/ 24320 w 477264"/>
              <a:gd name="connsiteY74" fmla="*/ 622572 h 982498"/>
              <a:gd name="connsiteX75" fmla="*/ 24320 w 477264"/>
              <a:gd name="connsiteY75" fmla="*/ 466929 h 982498"/>
              <a:gd name="connsiteX76" fmla="*/ 48640 w 477264"/>
              <a:gd name="connsiteY76" fmla="*/ 491249 h 982498"/>
              <a:gd name="connsiteX77" fmla="*/ 24320 w 477264"/>
              <a:gd name="connsiteY77" fmla="*/ 515569 h 982498"/>
              <a:gd name="connsiteX78" fmla="*/ 0 w 477264"/>
              <a:gd name="connsiteY78" fmla="*/ 491249 h 982498"/>
              <a:gd name="connsiteX79" fmla="*/ 24320 w 477264"/>
              <a:gd name="connsiteY79" fmla="*/ 466929 h 982498"/>
              <a:gd name="connsiteX80" fmla="*/ 131476 w 477264"/>
              <a:gd name="connsiteY80" fmla="*/ 466929 h 982498"/>
              <a:gd name="connsiteX81" fmla="*/ 155796 w 477264"/>
              <a:gd name="connsiteY81" fmla="*/ 491249 h 982498"/>
              <a:gd name="connsiteX82" fmla="*/ 131476 w 477264"/>
              <a:gd name="connsiteY82" fmla="*/ 515569 h 982498"/>
              <a:gd name="connsiteX83" fmla="*/ 107156 w 477264"/>
              <a:gd name="connsiteY83" fmla="*/ 491249 h 982498"/>
              <a:gd name="connsiteX84" fmla="*/ 131476 w 477264"/>
              <a:gd name="connsiteY84" fmla="*/ 466929 h 982498"/>
              <a:gd name="connsiteX85" fmla="*/ 238632 w 477264"/>
              <a:gd name="connsiteY85" fmla="*/ 466929 h 982498"/>
              <a:gd name="connsiteX86" fmla="*/ 262952 w 477264"/>
              <a:gd name="connsiteY86" fmla="*/ 491249 h 982498"/>
              <a:gd name="connsiteX87" fmla="*/ 238632 w 477264"/>
              <a:gd name="connsiteY87" fmla="*/ 515569 h 982498"/>
              <a:gd name="connsiteX88" fmla="*/ 214312 w 477264"/>
              <a:gd name="connsiteY88" fmla="*/ 491249 h 982498"/>
              <a:gd name="connsiteX89" fmla="*/ 238632 w 477264"/>
              <a:gd name="connsiteY89" fmla="*/ 466929 h 982498"/>
              <a:gd name="connsiteX90" fmla="*/ 345788 w 477264"/>
              <a:gd name="connsiteY90" fmla="*/ 466929 h 982498"/>
              <a:gd name="connsiteX91" fmla="*/ 370108 w 477264"/>
              <a:gd name="connsiteY91" fmla="*/ 491249 h 982498"/>
              <a:gd name="connsiteX92" fmla="*/ 345788 w 477264"/>
              <a:gd name="connsiteY92" fmla="*/ 515569 h 982498"/>
              <a:gd name="connsiteX93" fmla="*/ 321468 w 477264"/>
              <a:gd name="connsiteY93" fmla="*/ 491249 h 982498"/>
              <a:gd name="connsiteX94" fmla="*/ 345788 w 477264"/>
              <a:gd name="connsiteY94" fmla="*/ 466929 h 982498"/>
              <a:gd name="connsiteX95" fmla="*/ 452944 w 477264"/>
              <a:gd name="connsiteY95" fmla="*/ 466929 h 982498"/>
              <a:gd name="connsiteX96" fmla="*/ 477264 w 477264"/>
              <a:gd name="connsiteY96" fmla="*/ 491249 h 982498"/>
              <a:gd name="connsiteX97" fmla="*/ 452944 w 477264"/>
              <a:gd name="connsiteY97" fmla="*/ 515569 h 982498"/>
              <a:gd name="connsiteX98" fmla="*/ 428624 w 477264"/>
              <a:gd name="connsiteY98" fmla="*/ 491249 h 982498"/>
              <a:gd name="connsiteX99" fmla="*/ 452944 w 477264"/>
              <a:gd name="connsiteY99" fmla="*/ 466929 h 982498"/>
              <a:gd name="connsiteX100" fmla="*/ 24320 w 477264"/>
              <a:gd name="connsiteY100" fmla="*/ 311287 h 982498"/>
              <a:gd name="connsiteX101" fmla="*/ 48640 w 477264"/>
              <a:gd name="connsiteY101" fmla="*/ 335607 h 982498"/>
              <a:gd name="connsiteX102" fmla="*/ 24320 w 477264"/>
              <a:gd name="connsiteY102" fmla="*/ 359926 h 982498"/>
              <a:gd name="connsiteX103" fmla="*/ 0 w 477264"/>
              <a:gd name="connsiteY103" fmla="*/ 335607 h 982498"/>
              <a:gd name="connsiteX104" fmla="*/ 24320 w 477264"/>
              <a:gd name="connsiteY104" fmla="*/ 311287 h 982498"/>
              <a:gd name="connsiteX105" fmla="*/ 131476 w 477264"/>
              <a:gd name="connsiteY105" fmla="*/ 311286 h 982498"/>
              <a:gd name="connsiteX106" fmla="*/ 155796 w 477264"/>
              <a:gd name="connsiteY106" fmla="*/ 335606 h 982498"/>
              <a:gd name="connsiteX107" fmla="*/ 131476 w 477264"/>
              <a:gd name="connsiteY107" fmla="*/ 359926 h 982498"/>
              <a:gd name="connsiteX108" fmla="*/ 107156 w 477264"/>
              <a:gd name="connsiteY108" fmla="*/ 335606 h 982498"/>
              <a:gd name="connsiteX109" fmla="*/ 131476 w 477264"/>
              <a:gd name="connsiteY109" fmla="*/ 311286 h 982498"/>
              <a:gd name="connsiteX110" fmla="*/ 238632 w 477264"/>
              <a:gd name="connsiteY110" fmla="*/ 311286 h 982498"/>
              <a:gd name="connsiteX111" fmla="*/ 262952 w 477264"/>
              <a:gd name="connsiteY111" fmla="*/ 335606 h 982498"/>
              <a:gd name="connsiteX112" fmla="*/ 238632 w 477264"/>
              <a:gd name="connsiteY112" fmla="*/ 359926 h 982498"/>
              <a:gd name="connsiteX113" fmla="*/ 214312 w 477264"/>
              <a:gd name="connsiteY113" fmla="*/ 335606 h 982498"/>
              <a:gd name="connsiteX114" fmla="*/ 238632 w 477264"/>
              <a:gd name="connsiteY114" fmla="*/ 311286 h 982498"/>
              <a:gd name="connsiteX115" fmla="*/ 345788 w 477264"/>
              <a:gd name="connsiteY115" fmla="*/ 311286 h 982498"/>
              <a:gd name="connsiteX116" fmla="*/ 370108 w 477264"/>
              <a:gd name="connsiteY116" fmla="*/ 335606 h 982498"/>
              <a:gd name="connsiteX117" fmla="*/ 345788 w 477264"/>
              <a:gd name="connsiteY117" fmla="*/ 359926 h 982498"/>
              <a:gd name="connsiteX118" fmla="*/ 321468 w 477264"/>
              <a:gd name="connsiteY118" fmla="*/ 335606 h 982498"/>
              <a:gd name="connsiteX119" fmla="*/ 345788 w 477264"/>
              <a:gd name="connsiteY119" fmla="*/ 311286 h 982498"/>
              <a:gd name="connsiteX120" fmla="*/ 452944 w 477264"/>
              <a:gd name="connsiteY120" fmla="*/ 311286 h 982498"/>
              <a:gd name="connsiteX121" fmla="*/ 477264 w 477264"/>
              <a:gd name="connsiteY121" fmla="*/ 335606 h 982498"/>
              <a:gd name="connsiteX122" fmla="*/ 452944 w 477264"/>
              <a:gd name="connsiteY122" fmla="*/ 359926 h 982498"/>
              <a:gd name="connsiteX123" fmla="*/ 428624 w 477264"/>
              <a:gd name="connsiteY123" fmla="*/ 335606 h 982498"/>
              <a:gd name="connsiteX124" fmla="*/ 452944 w 477264"/>
              <a:gd name="connsiteY124" fmla="*/ 311286 h 982498"/>
              <a:gd name="connsiteX125" fmla="*/ 24320 w 477264"/>
              <a:gd name="connsiteY125" fmla="*/ 155643 h 982498"/>
              <a:gd name="connsiteX126" fmla="*/ 48640 w 477264"/>
              <a:gd name="connsiteY126" fmla="*/ 179963 h 982498"/>
              <a:gd name="connsiteX127" fmla="*/ 24320 w 477264"/>
              <a:gd name="connsiteY127" fmla="*/ 204283 h 982498"/>
              <a:gd name="connsiteX128" fmla="*/ 0 w 477264"/>
              <a:gd name="connsiteY128" fmla="*/ 179963 h 982498"/>
              <a:gd name="connsiteX129" fmla="*/ 24320 w 477264"/>
              <a:gd name="connsiteY129" fmla="*/ 155643 h 982498"/>
              <a:gd name="connsiteX130" fmla="*/ 131476 w 477264"/>
              <a:gd name="connsiteY130" fmla="*/ 155643 h 982498"/>
              <a:gd name="connsiteX131" fmla="*/ 155796 w 477264"/>
              <a:gd name="connsiteY131" fmla="*/ 179963 h 982498"/>
              <a:gd name="connsiteX132" fmla="*/ 131476 w 477264"/>
              <a:gd name="connsiteY132" fmla="*/ 204283 h 982498"/>
              <a:gd name="connsiteX133" fmla="*/ 107156 w 477264"/>
              <a:gd name="connsiteY133" fmla="*/ 179963 h 982498"/>
              <a:gd name="connsiteX134" fmla="*/ 131476 w 477264"/>
              <a:gd name="connsiteY134" fmla="*/ 155643 h 982498"/>
              <a:gd name="connsiteX135" fmla="*/ 238632 w 477264"/>
              <a:gd name="connsiteY135" fmla="*/ 155643 h 982498"/>
              <a:gd name="connsiteX136" fmla="*/ 262952 w 477264"/>
              <a:gd name="connsiteY136" fmla="*/ 179963 h 982498"/>
              <a:gd name="connsiteX137" fmla="*/ 238632 w 477264"/>
              <a:gd name="connsiteY137" fmla="*/ 204283 h 982498"/>
              <a:gd name="connsiteX138" fmla="*/ 214312 w 477264"/>
              <a:gd name="connsiteY138" fmla="*/ 179963 h 982498"/>
              <a:gd name="connsiteX139" fmla="*/ 238632 w 477264"/>
              <a:gd name="connsiteY139" fmla="*/ 155643 h 982498"/>
              <a:gd name="connsiteX140" fmla="*/ 345788 w 477264"/>
              <a:gd name="connsiteY140" fmla="*/ 155643 h 982498"/>
              <a:gd name="connsiteX141" fmla="*/ 370108 w 477264"/>
              <a:gd name="connsiteY141" fmla="*/ 179963 h 982498"/>
              <a:gd name="connsiteX142" fmla="*/ 345788 w 477264"/>
              <a:gd name="connsiteY142" fmla="*/ 204283 h 982498"/>
              <a:gd name="connsiteX143" fmla="*/ 321468 w 477264"/>
              <a:gd name="connsiteY143" fmla="*/ 179963 h 982498"/>
              <a:gd name="connsiteX144" fmla="*/ 345788 w 477264"/>
              <a:gd name="connsiteY144" fmla="*/ 155643 h 982498"/>
              <a:gd name="connsiteX145" fmla="*/ 452944 w 477264"/>
              <a:gd name="connsiteY145" fmla="*/ 155643 h 982498"/>
              <a:gd name="connsiteX146" fmla="*/ 477264 w 477264"/>
              <a:gd name="connsiteY146" fmla="*/ 179963 h 982498"/>
              <a:gd name="connsiteX147" fmla="*/ 452944 w 477264"/>
              <a:gd name="connsiteY147" fmla="*/ 204283 h 982498"/>
              <a:gd name="connsiteX148" fmla="*/ 428624 w 477264"/>
              <a:gd name="connsiteY148" fmla="*/ 179963 h 982498"/>
              <a:gd name="connsiteX149" fmla="*/ 452944 w 477264"/>
              <a:gd name="connsiteY149" fmla="*/ 155643 h 982498"/>
              <a:gd name="connsiteX150" fmla="*/ 452944 w 477264"/>
              <a:gd name="connsiteY150" fmla="*/ 0 h 982498"/>
              <a:gd name="connsiteX151" fmla="*/ 477264 w 477264"/>
              <a:gd name="connsiteY151" fmla="*/ 24320 h 982498"/>
              <a:gd name="connsiteX152" fmla="*/ 452944 w 477264"/>
              <a:gd name="connsiteY152" fmla="*/ 48640 h 982498"/>
              <a:gd name="connsiteX153" fmla="*/ 428624 w 477264"/>
              <a:gd name="connsiteY153" fmla="*/ 24320 h 982498"/>
              <a:gd name="connsiteX154" fmla="*/ 452944 w 477264"/>
              <a:gd name="connsiteY154" fmla="*/ 0 h 982498"/>
              <a:gd name="connsiteX155" fmla="*/ 345788 w 477264"/>
              <a:gd name="connsiteY155" fmla="*/ 0 h 982498"/>
              <a:gd name="connsiteX156" fmla="*/ 370108 w 477264"/>
              <a:gd name="connsiteY156" fmla="*/ 24320 h 982498"/>
              <a:gd name="connsiteX157" fmla="*/ 345788 w 477264"/>
              <a:gd name="connsiteY157" fmla="*/ 48640 h 982498"/>
              <a:gd name="connsiteX158" fmla="*/ 321468 w 477264"/>
              <a:gd name="connsiteY158" fmla="*/ 24320 h 982498"/>
              <a:gd name="connsiteX159" fmla="*/ 345788 w 477264"/>
              <a:gd name="connsiteY159" fmla="*/ 0 h 982498"/>
              <a:gd name="connsiteX160" fmla="*/ 238632 w 477264"/>
              <a:gd name="connsiteY160" fmla="*/ 0 h 982498"/>
              <a:gd name="connsiteX161" fmla="*/ 262952 w 477264"/>
              <a:gd name="connsiteY161" fmla="*/ 24320 h 982498"/>
              <a:gd name="connsiteX162" fmla="*/ 238632 w 477264"/>
              <a:gd name="connsiteY162" fmla="*/ 48640 h 982498"/>
              <a:gd name="connsiteX163" fmla="*/ 214312 w 477264"/>
              <a:gd name="connsiteY163" fmla="*/ 24320 h 982498"/>
              <a:gd name="connsiteX164" fmla="*/ 238632 w 477264"/>
              <a:gd name="connsiteY164" fmla="*/ 0 h 982498"/>
              <a:gd name="connsiteX165" fmla="*/ 131476 w 477264"/>
              <a:gd name="connsiteY165" fmla="*/ 0 h 982498"/>
              <a:gd name="connsiteX166" fmla="*/ 155796 w 477264"/>
              <a:gd name="connsiteY166" fmla="*/ 24320 h 982498"/>
              <a:gd name="connsiteX167" fmla="*/ 131476 w 477264"/>
              <a:gd name="connsiteY167" fmla="*/ 48640 h 982498"/>
              <a:gd name="connsiteX168" fmla="*/ 107156 w 477264"/>
              <a:gd name="connsiteY168" fmla="*/ 24320 h 982498"/>
              <a:gd name="connsiteX169" fmla="*/ 131476 w 477264"/>
              <a:gd name="connsiteY169" fmla="*/ 0 h 982498"/>
              <a:gd name="connsiteX170" fmla="*/ 24320 w 477264"/>
              <a:gd name="connsiteY170" fmla="*/ 0 h 982498"/>
              <a:gd name="connsiteX171" fmla="*/ 48640 w 477264"/>
              <a:gd name="connsiteY171" fmla="*/ 24320 h 982498"/>
              <a:gd name="connsiteX172" fmla="*/ 24320 w 477264"/>
              <a:gd name="connsiteY172" fmla="*/ 48640 h 982498"/>
              <a:gd name="connsiteX173" fmla="*/ 0 w 477264"/>
              <a:gd name="connsiteY173" fmla="*/ 24320 h 982498"/>
              <a:gd name="connsiteX174" fmla="*/ 24320 w 477264"/>
              <a:gd name="connsiteY174" fmla="*/ 0 h 9824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Lst>
            <a:rect l="l" t="t" r="r" b="b"/>
            <a:pathLst>
              <a:path w="477264" h="982498">
                <a:moveTo>
                  <a:pt x="452944" y="933858"/>
                </a:moveTo>
                <a:cubicBezTo>
                  <a:pt x="466376" y="933858"/>
                  <a:pt x="477264" y="944746"/>
                  <a:pt x="477264" y="958178"/>
                </a:cubicBezTo>
                <a:cubicBezTo>
                  <a:pt x="477264" y="971610"/>
                  <a:pt x="466376" y="982498"/>
                  <a:pt x="452944" y="982498"/>
                </a:cubicBezTo>
                <a:cubicBezTo>
                  <a:pt x="439512" y="982498"/>
                  <a:pt x="428624" y="971610"/>
                  <a:pt x="428624" y="958178"/>
                </a:cubicBezTo>
                <a:cubicBezTo>
                  <a:pt x="428624" y="944746"/>
                  <a:pt x="439512" y="933858"/>
                  <a:pt x="452944" y="933858"/>
                </a:cubicBezTo>
                <a:close/>
                <a:moveTo>
                  <a:pt x="345788" y="933858"/>
                </a:moveTo>
                <a:cubicBezTo>
                  <a:pt x="359220" y="933858"/>
                  <a:pt x="370108" y="944746"/>
                  <a:pt x="370108" y="958178"/>
                </a:cubicBezTo>
                <a:cubicBezTo>
                  <a:pt x="370108" y="971610"/>
                  <a:pt x="359220" y="982498"/>
                  <a:pt x="345788" y="982498"/>
                </a:cubicBezTo>
                <a:cubicBezTo>
                  <a:pt x="332356" y="982498"/>
                  <a:pt x="321468" y="971610"/>
                  <a:pt x="321468" y="958178"/>
                </a:cubicBezTo>
                <a:cubicBezTo>
                  <a:pt x="321468" y="944746"/>
                  <a:pt x="332356" y="933858"/>
                  <a:pt x="345788" y="933858"/>
                </a:cubicBezTo>
                <a:close/>
                <a:moveTo>
                  <a:pt x="238632" y="933858"/>
                </a:moveTo>
                <a:cubicBezTo>
                  <a:pt x="252064" y="933858"/>
                  <a:pt x="262952" y="944746"/>
                  <a:pt x="262952" y="958178"/>
                </a:cubicBezTo>
                <a:cubicBezTo>
                  <a:pt x="262952" y="971610"/>
                  <a:pt x="252064" y="982498"/>
                  <a:pt x="238632" y="982498"/>
                </a:cubicBezTo>
                <a:cubicBezTo>
                  <a:pt x="225200" y="982498"/>
                  <a:pt x="214312" y="971610"/>
                  <a:pt x="214312" y="958178"/>
                </a:cubicBezTo>
                <a:cubicBezTo>
                  <a:pt x="214312" y="944746"/>
                  <a:pt x="225200" y="933858"/>
                  <a:pt x="238632" y="933858"/>
                </a:cubicBezTo>
                <a:close/>
                <a:moveTo>
                  <a:pt x="131476" y="933858"/>
                </a:moveTo>
                <a:cubicBezTo>
                  <a:pt x="144908" y="933858"/>
                  <a:pt x="155796" y="944746"/>
                  <a:pt x="155796" y="958178"/>
                </a:cubicBezTo>
                <a:cubicBezTo>
                  <a:pt x="155796" y="971610"/>
                  <a:pt x="144908" y="982498"/>
                  <a:pt x="131476" y="982498"/>
                </a:cubicBezTo>
                <a:cubicBezTo>
                  <a:pt x="118044" y="982498"/>
                  <a:pt x="107156" y="971610"/>
                  <a:pt x="107156" y="958178"/>
                </a:cubicBezTo>
                <a:cubicBezTo>
                  <a:pt x="107156" y="944746"/>
                  <a:pt x="118044" y="933858"/>
                  <a:pt x="131476" y="933858"/>
                </a:cubicBezTo>
                <a:close/>
                <a:moveTo>
                  <a:pt x="24320" y="933858"/>
                </a:moveTo>
                <a:cubicBezTo>
                  <a:pt x="37752" y="933858"/>
                  <a:pt x="48640" y="944746"/>
                  <a:pt x="48640" y="958178"/>
                </a:cubicBezTo>
                <a:cubicBezTo>
                  <a:pt x="48640" y="971610"/>
                  <a:pt x="37752" y="982498"/>
                  <a:pt x="24320" y="982498"/>
                </a:cubicBezTo>
                <a:cubicBezTo>
                  <a:pt x="10888" y="982498"/>
                  <a:pt x="0" y="971610"/>
                  <a:pt x="0" y="958178"/>
                </a:cubicBezTo>
                <a:cubicBezTo>
                  <a:pt x="0" y="944746"/>
                  <a:pt x="10888" y="933858"/>
                  <a:pt x="24320" y="933858"/>
                </a:cubicBezTo>
                <a:close/>
                <a:moveTo>
                  <a:pt x="452944" y="778215"/>
                </a:moveTo>
                <a:cubicBezTo>
                  <a:pt x="466376" y="778215"/>
                  <a:pt x="477264" y="789103"/>
                  <a:pt x="477264" y="802535"/>
                </a:cubicBezTo>
                <a:cubicBezTo>
                  <a:pt x="477264" y="815967"/>
                  <a:pt x="466376" y="826855"/>
                  <a:pt x="452944" y="826855"/>
                </a:cubicBezTo>
                <a:cubicBezTo>
                  <a:pt x="439512" y="826855"/>
                  <a:pt x="428624" y="815967"/>
                  <a:pt x="428624" y="802535"/>
                </a:cubicBezTo>
                <a:cubicBezTo>
                  <a:pt x="428624" y="789103"/>
                  <a:pt x="439512" y="778215"/>
                  <a:pt x="452944" y="778215"/>
                </a:cubicBezTo>
                <a:close/>
                <a:moveTo>
                  <a:pt x="345788" y="778215"/>
                </a:moveTo>
                <a:cubicBezTo>
                  <a:pt x="359220" y="778215"/>
                  <a:pt x="370108" y="789103"/>
                  <a:pt x="370108" y="802535"/>
                </a:cubicBezTo>
                <a:cubicBezTo>
                  <a:pt x="370108" y="815967"/>
                  <a:pt x="359220" y="826855"/>
                  <a:pt x="345788" y="826855"/>
                </a:cubicBezTo>
                <a:cubicBezTo>
                  <a:pt x="332356" y="826855"/>
                  <a:pt x="321468" y="815967"/>
                  <a:pt x="321468" y="802535"/>
                </a:cubicBezTo>
                <a:cubicBezTo>
                  <a:pt x="321468" y="789103"/>
                  <a:pt x="332356" y="778215"/>
                  <a:pt x="345788" y="778215"/>
                </a:cubicBezTo>
                <a:close/>
                <a:moveTo>
                  <a:pt x="238632" y="778215"/>
                </a:moveTo>
                <a:cubicBezTo>
                  <a:pt x="252064" y="778215"/>
                  <a:pt x="262952" y="789103"/>
                  <a:pt x="262952" y="802535"/>
                </a:cubicBezTo>
                <a:cubicBezTo>
                  <a:pt x="262952" y="815967"/>
                  <a:pt x="252064" y="826855"/>
                  <a:pt x="238632" y="826855"/>
                </a:cubicBezTo>
                <a:cubicBezTo>
                  <a:pt x="225200" y="826855"/>
                  <a:pt x="214312" y="815967"/>
                  <a:pt x="214312" y="802535"/>
                </a:cubicBezTo>
                <a:cubicBezTo>
                  <a:pt x="214312" y="789103"/>
                  <a:pt x="225200" y="778215"/>
                  <a:pt x="238632" y="778215"/>
                </a:cubicBezTo>
                <a:close/>
                <a:moveTo>
                  <a:pt x="131476" y="778215"/>
                </a:moveTo>
                <a:cubicBezTo>
                  <a:pt x="144908" y="778215"/>
                  <a:pt x="155796" y="789103"/>
                  <a:pt x="155796" y="802535"/>
                </a:cubicBezTo>
                <a:cubicBezTo>
                  <a:pt x="155796" y="815967"/>
                  <a:pt x="144908" y="826855"/>
                  <a:pt x="131476" y="826855"/>
                </a:cubicBezTo>
                <a:cubicBezTo>
                  <a:pt x="118044" y="826855"/>
                  <a:pt x="107156" y="815967"/>
                  <a:pt x="107156" y="802535"/>
                </a:cubicBezTo>
                <a:cubicBezTo>
                  <a:pt x="107156" y="789103"/>
                  <a:pt x="118044" y="778215"/>
                  <a:pt x="131476" y="778215"/>
                </a:cubicBezTo>
                <a:close/>
                <a:moveTo>
                  <a:pt x="24320" y="778215"/>
                </a:moveTo>
                <a:cubicBezTo>
                  <a:pt x="37752" y="778215"/>
                  <a:pt x="48640" y="789103"/>
                  <a:pt x="48640" y="802535"/>
                </a:cubicBezTo>
                <a:cubicBezTo>
                  <a:pt x="48640" y="815967"/>
                  <a:pt x="37752" y="826855"/>
                  <a:pt x="24320" y="826855"/>
                </a:cubicBezTo>
                <a:cubicBezTo>
                  <a:pt x="10888" y="826855"/>
                  <a:pt x="0" y="815967"/>
                  <a:pt x="0" y="802535"/>
                </a:cubicBezTo>
                <a:cubicBezTo>
                  <a:pt x="0" y="789103"/>
                  <a:pt x="10888" y="778215"/>
                  <a:pt x="24320" y="778215"/>
                </a:cubicBezTo>
                <a:close/>
                <a:moveTo>
                  <a:pt x="452944" y="622572"/>
                </a:moveTo>
                <a:cubicBezTo>
                  <a:pt x="466376" y="622572"/>
                  <a:pt x="477264" y="633460"/>
                  <a:pt x="477264" y="646892"/>
                </a:cubicBezTo>
                <a:cubicBezTo>
                  <a:pt x="477264" y="660324"/>
                  <a:pt x="466376" y="671212"/>
                  <a:pt x="452944" y="671212"/>
                </a:cubicBezTo>
                <a:cubicBezTo>
                  <a:pt x="439512" y="671212"/>
                  <a:pt x="428624" y="660324"/>
                  <a:pt x="428624" y="646892"/>
                </a:cubicBezTo>
                <a:cubicBezTo>
                  <a:pt x="428624" y="633460"/>
                  <a:pt x="439512" y="622572"/>
                  <a:pt x="452944" y="622572"/>
                </a:cubicBezTo>
                <a:close/>
                <a:moveTo>
                  <a:pt x="345788" y="622572"/>
                </a:moveTo>
                <a:cubicBezTo>
                  <a:pt x="359220" y="622572"/>
                  <a:pt x="370108" y="633460"/>
                  <a:pt x="370108" y="646892"/>
                </a:cubicBezTo>
                <a:cubicBezTo>
                  <a:pt x="370108" y="660324"/>
                  <a:pt x="359220" y="671212"/>
                  <a:pt x="345788" y="671212"/>
                </a:cubicBezTo>
                <a:cubicBezTo>
                  <a:pt x="332356" y="671212"/>
                  <a:pt x="321468" y="660324"/>
                  <a:pt x="321468" y="646892"/>
                </a:cubicBezTo>
                <a:cubicBezTo>
                  <a:pt x="321468" y="633460"/>
                  <a:pt x="332356" y="622572"/>
                  <a:pt x="345788" y="622572"/>
                </a:cubicBezTo>
                <a:close/>
                <a:moveTo>
                  <a:pt x="238632" y="622572"/>
                </a:moveTo>
                <a:cubicBezTo>
                  <a:pt x="252064" y="622572"/>
                  <a:pt x="262952" y="633460"/>
                  <a:pt x="262952" y="646892"/>
                </a:cubicBezTo>
                <a:cubicBezTo>
                  <a:pt x="262952" y="660324"/>
                  <a:pt x="252064" y="671212"/>
                  <a:pt x="238632" y="671212"/>
                </a:cubicBezTo>
                <a:cubicBezTo>
                  <a:pt x="225200" y="671212"/>
                  <a:pt x="214312" y="660324"/>
                  <a:pt x="214312" y="646892"/>
                </a:cubicBezTo>
                <a:cubicBezTo>
                  <a:pt x="214312" y="633460"/>
                  <a:pt x="225200" y="622572"/>
                  <a:pt x="238632" y="622572"/>
                </a:cubicBezTo>
                <a:close/>
                <a:moveTo>
                  <a:pt x="131476" y="622572"/>
                </a:moveTo>
                <a:cubicBezTo>
                  <a:pt x="144908" y="622572"/>
                  <a:pt x="155796" y="633460"/>
                  <a:pt x="155796" y="646892"/>
                </a:cubicBezTo>
                <a:cubicBezTo>
                  <a:pt x="155796" y="660324"/>
                  <a:pt x="144908" y="671212"/>
                  <a:pt x="131476" y="671212"/>
                </a:cubicBezTo>
                <a:cubicBezTo>
                  <a:pt x="118044" y="671212"/>
                  <a:pt x="107156" y="660324"/>
                  <a:pt x="107156" y="646892"/>
                </a:cubicBezTo>
                <a:cubicBezTo>
                  <a:pt x="107156" y="633460"/>
                  <a:pt x="118044" y="622572"/>
                  <a:pt x="131476" y="622572"/>
                </a:cubicBezTo>
                <a:close/>
                <a:moveTo>
                  <a:pt x="24320" y="622572"/>
                </a:moveTo>
                <a:cubicBezTo>
                  <a:pt x="37752" y="622572"/>
                  <a:pt x="48640" y="633460"/>
                  <a:pt x="48640" y="646892"/>
                </a:cubicBezTo>
                <a:cubicBezTo>
                  <a:pt x="48640" y="660324"/>
                  <a:pt x="37752" y="671212"/>
                  <a:pt x="24320" y="671212"/>
                </a:cubicBezTo>
                <a:cubicBezTo>
                  <a:pt x="10888" y="671212"/>
                  <a:pt x="0" y="660324"/>
                  <a:pt x="0" y="646892"/>
                </a:cubicBezTo>
                <a:cubicBezTo>
                  <a:pt x="0" y="633460"/>
                  <a:pt x="10888" y="622572"/>
                  <a:pt x="24320" y="622572"/>
                </a:cubicBezTo>
                <a:close/>
                <a:moveTo>
                  <a:pt x="24320" y="466929"/>
                </a:moveTo>
                <a:cubicBezTo>
                  <a:pt x="37752" y="466929"/>
                  <a:pt x="48640" y="477817"/>
                  <a:pt x="48640" y="491249"/>
                </a:cubicBezTo>
                <a:cubicBezTo>
                  <a:pt x="48640" y="504681"/>
                  <a:pt x="37752" y="515569"/>
                  <a:pt x="24320" y="515569"/>
                </a:cubicBezTo>
                <a:cubicBezTo>
                  <a:pt x="10888" y="515569"/>
                  <a:pt x="0" y="504681"/>
                  <a:pt x="0" y="491249"/>
                </a:cubicBezTo>
                <a:cubicBezTo>
                  <a:pt x="0" y="477817"/>
                  <a:pt x="10888" y="466929"/>
                  <a:pt x="24320" y="466929"/>
                </a:cubicBezTo>
                <a:close/>
                <a:moveTo>
                  <a:pt x="131476" y="466929"/>
                </a:moveTo>
                <a:cubicBezTo>
                  <a:pt x="144908" y="466929"/>
                  <a:pt x="155796" y="477817"/>
                  <a:pt x="155796" y="491249"/>
                </a:cubicBezTo>
                <a:cubicBezTo>
                  <a:pt x="155796" y="504681"/>
                  <a:pt x="144908" y="515569"/>
                  <a:pt x="131476" y="515569"/>
                </a:cubicBezTo>
                <a:cubicBezTo>
                  <a:pt x="118044" y="515569"/>
                  <a:pt x="107156" y="504681"/>
                  <a:pt x="107156" y="491249"/>
                </a:cubicBezTo>
                <a:cubicBezTo>
                  <a:pt x="107156" y="477817"/>
                  <a:pt x="118044" y="466929"/>
                  <a:pt x="131476" y="466929"/>
                </a:cubicBezTo>
                <a:close/>
                <a:moveTo>
                  <a:pt x="238632" y="466929"/>
                </a:moveTo>
                <a:cubicBezTo>
                  <a:pt x="252064" y="466929"/>
                  <a:pt x="262952" y="477817"/>
                  <a:pt x="262952" y="491249"/>
                </a:cubicBezTo>
                <a:cubicBezTo>
                  <a:pt x="262952" y="504681"/>
                  <a:pt x="252064" y="515569"/>
                  <a:pt x="238632" y="515569"/>
                </a:cubicBezTo>
                <a:cubicBezTo>
                  <a:pt x="225200" y="515569"/>
                  <a:pt x="214312" y="504681"/>
                  <a:pt x="214312" y="491249"/>
                </a:cubicBezTo>
                <a:cubicBezTo>
                  <a:pt x="214312" y="477817"/>
                  <a:pt x="225200" y="466929"/>
                  <a:pt x="238632" y="466929"/>
                </a:cubicBezTo>
                <a:close/>
                <a:moveTo>
                  <a:pt x="345788" y="466929"/>
                </a:moveTo>
                <a:cubicBezTo>
                  <a:pt x="359220" y="466929"/>
                  <a:pt x="370108" y="477817"/>
                  <a:pt x="370108" y="491249"/>
                </a:cubicBezTo>
                <a:cubicBezTo>
                  <a:pt x="370108" y="504681"/>
                  <a:pt x="359220" y="515569"/>
                  <a:pt x="345788" y="515569"/>
                </a:cubicBezTo>
                <a:cubicBezTo>
                  <a:pt x="332356" y="515569"/>
                  <a:pt x="321468" y="504681"/>
                  <a:pt x="321468" y="491249"/>
                </a:cubicBezTo>
                <a:cubicBezTo>
                  <a:pt x="321468" y="477817"/>
                  <a:pt x="332356" y="466929"/>
                  <a:pt x="345788" y="466929"/>
                </a:cubicBezTo>
                <a:close/>
                <a:moveTo>
                  <a:pt x="452944" y="466929"/>
                </a:moveTo>
                <a:cubicBezTo>
                  <a:pt x="466376" y="466929"/>
                  <a:pt x="477264" y="477817"/>
                  <a:pt x="477264" y="491249"/>
                </a:cubicBezTo>
                <a:cubicBezTo>
                  <a:pt x="477264" y="504681"/>
                  <a:pt x="466376" y="515569"/>
                  <a:pt x="452944" y="515569"/>
                </a:cubicBezTo>
                <a:cubicBezTo>
                  <a:pt x="439512" y="515569"/>
                  <a:pt x="428624" y="504681"/>
                  <a:pt x="428624" y="491249"/>
                </a:cubicBezTo>
                <a:cubicBezTo>
                  <a:pt x="428624" y="477817"/>
                  <a:pt x="439512" y="466929"/>
                  <a:pt x="452944" y="466929"/>
                </a:cubicBezTo>
                <a:close/>
                <a:moveTo>
                  <a:pt x="24320" y="311287"/>
                </a:moveTo>
                <a:cubicBezTo>
                  <a:pt x="37752" y="311287"/>
                  <a:pt x="48640" y="322175"/>
                  <a:pt x="48640" y="335607"/>
                </a:cubicBezTo>
                <a:cubicBezTo>
                  <a:pt x="48640" y="349038"/>
                  <a:pt x="37752" y="359926"/>
                  <a:pt x="24320" y="359926"/>
                </a:cubicBezTo>
                <a:cubicBezTo>
                  <a:pt x="10888" y="359926"/>
                  <a:pt x="0" y="349038"/>
                  <a:pt x="0" y="335607"/>
                </a:cubicBezTo>
                <a:cubicBezTo>
                  <a:pt x="0" y="322175"/>
                  <a:pt x="10888" y="311287"/>
                  <a:pt x="24320" y="311287"/>
                </a:cubicBezTo>
                <a:close/>
                <a:moveTo>
                  <a:pt x="131476" y="311286"/>
                </a:moveTo>
                <a:cubicBezTo>
                  <a:pt x="144908" y="311286"/>
                  <a:pt x="155796" y="322174"/>
                  <a:pt x="155796" y="335606"/>
                </a:cubicBezTo>
                <a:cubicBezTo>
                  <a:pt x="155796" y="349038"/>
                  <a:pt x="144908" y="359926"/>
                  <a:pt x="131476" y="359926"/>
                </a:cubicBezTo>
                <a:cubicBezTo>
                  <a:pt x="118044" y="359926"/>
                  <a:pt x="107156" y="349038"/>
                  <a:pt x="107156" y="335606"/>
                </a:cubicBezTo>
                <a:cubicBezTo>
                  <a:pt x="107156" y="322174"/>
                  <a:pt x="118044" y="311286"/>
                  <a:pt x="131476" y="311286"/>
                </a:cubicBezTo>
                <a:close/>
                <a:moveTo>
                  <a:pt x="238632" y="311286"/>
                </a:moveTo>
                <a:cubicBezTo>
                  <a:pt x="252064" y="311286"/>
                  <a:pt x="262952" y="322174"/>
                  <a:pt x="262952" y="335606"/>
                </a:cubicBezTo>
                <a:cubicBezTo>
                  <a:pt x="262952" y="349038"/>
                  <a:pt x="252064" y="359926"/>
                  <a:pt x="238632" y="359926"/>
                </a:cubicBezTo>
                <a:cubicBezTo>
                  <a:pt x="225200" y="359926"/>
                  <a:pt x="214312" y="349038"/>
                  <a:pt x="214312" y="335606"/>
                </a:cubicBezTo>
                <a:cubicBezTo>
                  <a:pt x="214312" y="322174"/>
                  <a:pt x="225200" y="311286"/>
                  <a:pt x="238632" y="311286"/>
                </a:cubicBezTo>
                <a:close/>
                <a:moveTo>
                  <a:pt x="345788" y="311286"/>
                </a:moveTo>
                <a:cubicBezTo>
                  <a:pt x="359220" y="311286"/>
                  <a:pt x="370108" y="322174"/>
                  <a:pt x="370108" y="335606"/>
                </a:cubicBezTo>
                <a:cubicBezTo>
                  <a:pt x="370108" y="349038"/>
                  <a:pt x="359220" y="359926"/>
                  <a:pt x="345788" y="359926"/>
                </a:cubicBezTo>
                <a:cubicBezTo>
                  <a:pt x="332356" y="359926"/>
                  <a:pt x="321468" y="349038"/>
                  <a:pt x="321468" y="335606"/>
                </a:cubicBezTo>
                <a:cubicBezTo>
                  <a:pt x="321468" y="322174"/>
                  <a:pt x="332356" y="311286"/>
                  <a:pt x="345788" y="311286"/>
                </a:cubicBezTo>
                <a:close/>
                <a:moveTo>
                  <a:pt x="452944" y="311286"/>
                </a:moveTo>
                <a:cubicBezTo>
                  <a:pt x="466376" y="311286"/>
                  <a:pt x="477264" y="322174"/>
                  <a:pt x="477264" y="335606"/>
                </a:cubicBezTo>
                <a:cubicBezTo>
                  <a:pt x="477264" y="349038"/>
                  <a:pt x="466376" y="359926"/>
                  <a:pt x="452944" y="359926"/>
                </a:cubicBezTo>
                <a:cubicBezTo>
                  <a:pt x="439512" y="359926"/>
                  <a:pt x="428624" y="349038"/>
                  <a:pt x="428624" y="335606"/>
                </a:cubicBezTo>
                <a:cubicBezTo>
                  <a:pt x="428624" y="322174"/>
                  <a:pt x="439512" y="311286"/>
                  <a:pt x="452944" y="311286"/>
                </a:cubicBezTo>
                <a:close/>
                <a:moveTo>
                  <a:pt x="24320" y="155643"/>
                </a:moveTo>
                <a:cubicBezTo>
                  <a:pt x="37752" y="155643"/>
                  <a:pt x="48640" y="166531"/>
                  <a:pt x="48640" y="179963"/>
                </a:cubicBezTo>
                <a:cubicBezTo>
                  <a:pt x="48640" y="193395"/>
                  <a:pt x="37752" y="204283"/>
                  <a:pt x="24320" y="204283"/>
                </a:cubicBezTo>
                <a:cubicBezTo>
                  <a:pt x="10888" y="204283"/>
                  <a:pt x="0" y="193395"/>
                  <a:pt x="0" y="179963"/>
                </a:cubicBezTo>
                <a:cubicBezTo>
                  <a:pt x="0" y="166531"/>
                  <a:pt x="10888" y="155643"/>
                  <a:pt x="24320" y="155643"/>
                </a:cubicBezTo>
                <a:close/>
                <a:moveTo>
                  <a:pt x="131476" y="155643"/>
                </a:moveTo>
                <a:cubicBezTo>
                  <a:pt x="144908" y="155643"/>
                  <a:pt x="155796" y="166531"/>
                  <a:pt x="155796" y="179963"/>
                </a:cubicBezTo>
                <a:cubicBezTo>
                  <a:pt x="155796" y="193395"/>
                  <a:pt x="144908" y="204283"/>
                  <a:pt x="131476" y="204283"/>
                </a:cubicBezTo>
                <a:cubicBezTo>
                  <a:pt x="118044" y="204283"/>
                  <a:pt x="107156" y="193395"/>
                  <a:pt x="107156" y="179963"/>
                </a:cubicBezTo>
                <a:cubicBezTo>
                  <a:pt x="107156" y="166531"/>
                  <a:pt x="118044" y="155643"/>
                  <a:pt x="131476" y="155643"/>
                </a:cubicBezTo>
                <a:close/>
                <a:moveTo>
                  <a:pt x="238632" y="155643"/>
                </a:moveTo>
                <a:cubicBezTo>
                  <a:pt x="252064" y="155643"/>
                  <a:pt x="262952" y="166531"/>
                  <a:pt x="262952" y="179963"/>
                </a:cubicBezTo>
                <a:cubicBezTo>
                  <a:pt x="262952" y="193395"/>
                  <a:pt x="252064" y="204283"/>
                  <a:pt x="238632" y="204283"/>
                </a:cubicBezTo>
                <a:cubicBezTo>
                  <a:pt x="225200" y="204283"/>
                  <a:pt x="214312" y="193395"/>
                  <a:pt x="214312" y="179963"/>
                </a:cubicBezTo>
                <a:cubicBezTo>
                  <a:pt x="214312" y="166531"/>
                  <a:pt x="225200" y="155643"/>
                  <a:pt x="238632" y="155643"/>
                </a:cubicBezTo>
                <a:close/>
                <a:moveTo>
                  <a:pt x="345788" y="155643"/>
                </a:moveTo>
                <a:cubicBezTo>
                  <a:pt x="359220" y="155643"/>
                  <a:pt x="370108" y="166531"/>
                  <a:pt x="370108" y="179963"/>
                </a:cubicBezTo>
                <a:cubicBezTo>
                  <a:pt x="370108" y="193395"/>
                  <a:pt x="359220" y="204283"/>
                  <a:pt x="345788" y="204283"/>
                </a:cubicBezTo>
                <a:cubicBezTo>
                  <a:pt x="332356" y="204283"/>
                  <a:pt x="321468" y="193395"/>
                  <a:pt x="321468" y="179963"/>
                </a:cubicBezTo>
                <a:cubicBezTo>
                  <a:pt x="321468" y="166531"/>
                  <a:pt x="332356" y="155643"/>
                  <a:pt x="345788" y="155643"/>
                </a:cubicBezTo>
                <a:close/>
                <a:moveTo>
                  <a:pt x="452944" y="155643"/>
                </a:moveTo>
                <a:cubicBezTo>
                  <a:pt x="466376" y="155643"/>
                  <a:pt x="477264" y="166531"/>
                  <a:pt x="477264" y="179963"/>
                </a:cubicBezTo>
                <a:cubicBezTo>
                  <a:pt x="477264" y="193395"/>
                  <a:pt x="466376" y="204283"/>
                  <a:pt x="452944" y="204283"/>
                </a:cubicBezTo>
                <a:cubicBezTo>
                  <a:pt x="439512" y="204283"/>
                  <a:pt x="428624" y="193395"/>
                  <a:pt x="428624" y="179963"/>
                </a:cubicBezTo>
                <a:cubicBezTo>
                  <a:pt x="428624" y="166531"/>
                  <a:pt x="439512" y="155643"/>
                  <a:pt x="452944" y="155643"/>
                </a:cubicBezTo>
                <a:close/>
                <a:moveTo>
                  <a:pt x="452944" y="0"/>
                </a:moveTo>
                <a:cubicBezTo>
                  <a:pt x="466376" y="0"/>
                  <a:pt x="477264" y="10888"/>
                  <a:pt x="477264" y="24320"/>
                </a:cubicBezTo>
                <a:cubicBezTo>
                  <a:pt x="477264" y="37752"/>
                  <a:pt x="466376" y="48640"/>
                  <a:pt x="452944" y="48640"/>
                </a:cubicBezTo>
                <a:cubicBezTo>
                  <a:pt x="439512" y="48640"/>
                  <a:pt x="428624" y="37752"/>
                  <a:pt x="428624" y="24320"/>
                </a:cubicBezTo>
                <a:cubicBezTo>
                  <a:pt x="428624" y="10888"/>
                  <a:pt x="439512" y="0"/>
                  <a:pt x="452944" y="0"/>
                </a:cubicBezTo>
                <a:close/>
                <a:moveTo>
                  <a:pt x="345788" y="0"/>
                </a:moveTo>
                <a:cubicBezTo>
                  <a:pt x="359220" y="0"/>
                  <a:pt x="370108" y="10888"/>
                  <a:pt x="370108" y="24320"/>
                </a:cubicBezTo>
                <a:cubicBezTo>
                  <a:pt x="370108" y="37752"/>
                  <a:pt x="359220" y="48640"/>
                  <a:pt x="345788" y="48640"/>
                </a:cubicBezTo>
                <a:cubicBezTo>
                  <a:pt x="332356" y="48640"/>
                  <a:pt x="321468" y="37752"/>
                  <a:pt x="321468" y="24320"/>
                </a:cubicBezTo>
                <a:cubicBezTo>
                  <a:pt x="321468" y="10888"/>
                  <a:pt x="332356" y="0"/>
                  <a:pt x="345788" y="0"/>
                </a:cubicBezTo>
                <a:close/>
                <a:moveTo>
                  <a:pt x="238632" y="0"/>
                </a:moveTo>
                <a:cubicBezTo>
                  <a:pt x="252064" y="0"/>
                  <a:pt x="262952" y="10888"/>
                  <a:pt x="262952" y="24320"/>
                </a:cubicBezTo>
                <a:cubicBezTo>
                  <a:pt x="262952" y="37752"/>
                  <a:pt x="252064" y="48640"/>
                  <a:pt x="238632" y="48640"/>
                </a:cubicBezTo>
                <a:cubicBezTo>
                  <a:pt x="225200" y="48640"/>
                  <a:pt x="214312" y="37752"/>
                  <a:pt x="214312" y="24320"/>
                </a:cubicBezTo>
                <a:cubicBezTo>
                  <a:pt x="214312" y="10888"/>
                  <a:pt x="225200" y="0"/>
                  <a:pt x="238632" y="0"/>
                </a:cubicBezTo>
                <a:close/>
                <a:moveTo>
                  <a:pt x="131476" y="0"/>
                </a:moveTo>
                <a:cubicBezTo>
                  <a:pt x="144908" y="0"/>
                  <a:pt x="155796" y="10888"/>
                  <a:pt x="155796" y="24320"/>
                </a:cubicBezTo>
                <a:cubicBezTo>
                  <a:pt x="155796" y="37752"/>
                  <a:pt x="144908" y="48640"/>
                  <a:pt x="131476" y="48640"/>
                </a:cubicBezTo>
                <a:cubicBezTo>
                  <a:pt x="118044" y="48640"/>
                  <a:pt x="107156" y="37752"/>
                  <a:pt x="107156" y="24320"/>
                </a:cubicBezTo>
                <a:cubicBezTo>
                  <a:pt x="107156" y="10888"/>
                  <a:pt x="118044" y="0"/>
                  <a:pt x="131476" y="0"/>
                </a:cubicBezTo>
                <a:close/>
                <a:moveTo>
                  <a:pt x="24320" y="0"/>
                </a:moveTo>
                <a:cubicBezTo>
                  <a:pt x="37752" y="0"/>
                  <a:pt x="48640" y="10888"/>
                  <a:pt x="48640" y="24320"/>
                </a:cubicBezTo>
                <a:cubicBezTo>
                  <a:pt x="48640" y="37752"/>
                  <a:pt x="37752" y="48640"/>
                  <a:pt x="24320" y="48640"/>
                </a:cubicBezTo>
                <a:cubicBezTo>
                  <a:pt x="10888" y="48640"/>
                  <a:pt x="0" y="37752"/>
                  <a:pt x="0" y="24320"/>
                </a:cubicBezTo>
                <a:cubicBezTo>
                  <a:pt x="0" y="10888"/>
                  <a:pt x="10888" y="0"/>
                  <a:pt x="24320" y="0"/>
                </a:cubicBezTo>
                <a:close/>
              </a:path>
            </a:pathLst>
          </a:custGeom>
          <a:gradFill flip="none" rotWithShape="1">
            <a:gsLst>
              <a:gs pos="0">
                <a:srgbClr val="FFFFFF"/>
              </a:gs>
              <a:gs pos="100000">
                <a:srgbClr val="FFFFFF">
                  <a:alpha val="0"/>
                </a:srgbClr>
              </a:gs>
            </a:gsLst>
            <a:lin ang="54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sp>
        <p:nvSpPr>
          <p:cNvPr id="27" name="矩形 26"/>
          <p:cNvSpPr/>
          <p:nvPr/>
        </p:nvSpPr>
        <p:spPr>
          <a:xfrm>
            <a:off x="11933555" y="543560"/>
            <a:ext cx="258445" cy="11176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0" name="椭圆 29"/>
          <p:cNvSpPr/>
          <p:nvPr/>
        </p:nvSpPr>
        <p:spPr>
          <a:xfrm>
            <a:off x="5627534" y="1216230"/>
            <a:ext cx="520700" cy="520700"/>
          </a:xfrm>
          <a:prstGeom prst="ellipse">
            <a:avLst/>
          </a:prstGeom>
          <a:gradFill flip="none" rotWithShape="1">
            <a:gsLst>
              <a:gs pos="0">
                <a:srgbClr val="41EEFE"/>
              </a:gs>
              <a:gs pos="70000">
                <a:srgbClr val="41EEFE">
                  <a:alpha val="0"/>
                </a:srgbClr>
              </a:gs>
            </a:gsLst>
            <a:lin ang="54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200">
              <a:solidFill>
                <a:schemeClr val="tx1">
                  <a:lumMod val="85000"/>
                  <a:lumOff val="15000"/>
                </a:schemeClr>
              </a:solidFill>
              <a:latin typeface="思源黑体 CN Bold" panose="020B0800000000000000" pitchFamily="34" charset="-122"/>
              <a:ea typeface="思源黑体 CN Bold" panose="020B0800000000000000" pitchFamily="34" charset="-122"/>
              <a:cs typeface="+mn-ea"/>
            </a:endParaRPr>
          </a:p>
        </p:txBody>
      </p:sp>
      <p:grpSp>
        <p:nvGrpSpPr>
          <p:cNvPr id="38" name="组合 37"/>
          <p:cNvGrpSpPr/>
          <p:nvPr/>
        </p:nvGrpSpPr>
        <p:grpSpPr>
          <a:xfrm>
            <a:off x="688974" y="6040437"/>
            <a:ext cx="434976" cy="63500"/>
            <a:chOff x="688974" y="6040437"/>
            <a:chExt cx="434976" cy="63500"/>
          </a:xfrm>
        </p:grpSpPr>
        <p:sp>
          <p:nvSpPr>
            <p:cNvPr id="31" name="椭圆 30"/>
            <p:cNvSpPr/>
            <p:nvPr/>
          </p:nvSpPr>
          <p:spPr>
            <a:xfrm>
              <a:off x="688974" y="6040437"/>
              <a:ext cx="63500" cy="63500"/>
            </a:xfrm>
            <a:prstGeom prst="ellipse">
              <a:avLst/>
            </a:prstGeom>
            <a:gradFill flip="none" rotWithShape="1">
              <a:gsLst>
                <a:gs pos="0">
                  <a:srgbClr val="41EEFE"/>
                </a:gs>
                <a:gs pos="70000">
                  <a:srgbClr val="41EEFE">
                    <a:alpha val="0"/>
                  </a:srgbClr>
                </a:gs>
              </a:gsLst>
              <a:lin ang="54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200">
                <a:solidFill>
                  <a:schemeClr val="tx1">
                    <a:lumMod val="85000"/>
                    <a:lumOff val="15000"/>
                  </a:schemeClr>
                </a:solidFill>
                <a:latin typeface="思源黑体 CN Bold" panose="020B0800000000000000" pitchFamily="34" charset="-122"/>
                <a:ea typeface="思源黑体 CN Bold" panose="020B0800000000000000" pitchFamily="34" charset="-122"/>
                <a:cs typeface="+mn-ea"/>
              </a:endParaRPr>
            </a:p>
          </p:txBody>
        </p:sp>
        <p:sp>
          <p:nvSpPr>
            <p:cNvPr id="33" name="椭圆 32"/>
            <p:cNvSpPr/>
            <p:nvPr/>
          </p:nvSpPr>
          <p:spPr>
            <a:xfrm>
              <a:off x="781843" y="6040437"/>
              <a:ext cx="63500" cy="63500"/>
            </a:xfrm>
            <a:prstGeom prst="ellipse">
              <a:avLst/>
            </a:prstGeom>
            <a:gradFill flip="none" rotWithShape="1">
              <a:gsLst>
                <a:gs pos="0">
                  <a:srgbClr val="41EEFE"/>
                </a:gs>
                <a:gs pos="70000">
                  <a:srgbClr val="41EEFE">
                    <a:alpha val="0"/>
                  </a:srgbClr>
                </a:gs>
              </a:gsLst>
              <a:lin ang="54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200">
                <a:solidFill>
                  <a:schemeClr val="tx1">
                    <a:lumMod val="85000"/>
                    <a:lumOff val="15000"/>
                  </a:schemeClr>
                </a:solidFill>
                <a:latin typeface="思源黑体 CN Bold" panose="020B0800000000000000" pitchFamily="34" charset="-122"/>
                <a:ea typeface="思源黑体 CN Bold" panose="020B0800000000000000" pitchFamily="34" charset="-122"/>
                <a:cs typeface="+mn-ea"/>
              </a:endParaRPr>
            </a:p>
          </p:txBody>
        </p:sp>
        <p:sp>
          <p:nvSpPr>
            <p:cNvPr id="34" name="椭圆 33"/>
            <p:cNvSpPr/>
            <p:nvPr/>
          </p:nvSpPr>
          <p:spPr>
            <a:xfrm>
              <a:off x="874712" y="6040437"/>
              <a:ext cx="63500" cy="63500"/>
            </a:xfrm>
            <a:prstGeom prst="ellipse">
              <a:avLst/>
            </a:prstGeom>
            <a:gradFill flip="none" rotWithShape="1">
              <a:gsLst>
                <a:gs pos="0">
                  <a:srgbClr val="41EEFE"/>
                </a:gs>
                <a:gs pos="70000">
                  <a:srgbClr val="41EEFE">
                    <a:alpha val="0"/>
                  </a:srgbClr>
                </a:gs>
              </a:gsLst>
              <a:lin ang="54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200">
                <a:solidFill>
                  <a:schemeClr val="tx1">
                    <a:lumMod val="85000"/>
                    <a:lumOff val="15000"/>
                  </a:schemeClr>
                </a:solidFill>
                <a:latin typeface="思源黑体 CN Bold" panose="020B0800000000000000" pitchFamily="34" charset="-122"/>
                <a:ea typeface="思源黑体 CN Bold" panose="020B0800000000000000" pitchFamily="34" charset="-122"/>
                <a:cs typeface="+mn-ea"/>
              </a:endParaRPr>
            </a:p>
          </p:txBody>
        </p:sp>
        <p:sp>
          <p:nvSpPr>
            <p:cNvPr id="35" name="椭圆 34"/>
            <p:cNvSpPr/>
            <p:nvPr/>
          </p:nvSpPr>
          <p:spPr>
            <a:xfrm>
              <a:off x="967581" y="6040437"/>
              <a:ext cx="63500" cy="63500"/>
            </a:xfrm>
            <a:prstGeom prst="ellipse">
              <a:avLst/>
            </a:prstGeom>
            <a:gradFill flip="none" rotWithShape="1">
              <a:gsLst>
                <a:gs pos="0">
                  <a:srgbClr val="41EEFE"/>
                </a:gs>
                <a:gs pos="70000">
                  <a:srgbClr val="41EEFE">
                    <a:alpha val="0"/>
                  </a:srgbClr>
                </a:gs>
              </a:gsLst>
              <a:lin ang="54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200">
                <a:solidFill>
                  <a:schemeClr val="tx1">
                    <a:lumMod val="85000"/>
                    <a:lumOff val="15000"/>
                  </a:schemeClr>
                </a:solidFill>
                <a:latin typeface="思源黑体 CN Bold" panose="020B0800000000000000" pitchFamily="34" charset="-122"/>
                <a:ea typeface="思源黑体 CN Bold" panose="020B0800000000000000" pitchFamily="34" charset="-122"/>
                <a:cs typeface="+mn-ea"/>
              </a:endParaRPr>
            </a:p>
          </p:txBody>
        </p:sp>
        <p:sp>
          <p:nvSpPr>
            <p:cNvPr id="36" name="椭圆 35"/>
            <p:cNvSpPr/>
            <p:nvPr/>
          </p:nvSpPr>
          <p:spPr>
            <a:xfrm>
              <a:off x="1060450" y="6040437"/>
              <a:ext cx="63500" cy="63500"/>
            </a:xfrm>
            <a:prstGeom prst="ellipse">
              <a:avLst/>
            </a:prstGeom>
            <a:gradFill flip="none" rotWithShape="1">
              <a:gsLst>
                <a:gs pos="0">
                  <a:srgbClr val="41EEFE"/>
                </a:gs>
                <a:gs pos="70000">
                  <a:srgbClr val="41EEFE">
                    <a:alpha val="0"/>
                  </a:srgbClr>
                </a:gs>
              </a:gsLst>
              <a:lin ang="54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200">
                <a:solidFill>
                  <a:schemeClr val="tx1">
                    <a:lumMod val="85000"/>
                    <a:lumOff val="15000"/>
                  </a:schemeClr>
                </a:solidFill>
                <a:latin typeface="思源黑体 CN Bold" panose="020B0800000000000000" pitchFamily="34" charset="-122"/>
                <a:ea typeface="思源黑体 CN Bold" panose="020B0800000000000000" pitchFamily="34" charset="-122"/>
                <a:cs typeface="+mn-ea"/>
              </a:endParaRPr>
            </a:p>
          </p:txBody>
        </p:sp>
      </p:grpSp>
      <p:sp>
        <p:nvSpPr>
          <p:cNvPr id="32" name="文本框 31"/>
          <p:cNvSpPr txBox="1"/>
          <p:nvPr/>
        </p:nvSpPr>
        <p:spPr>
          <a:xfrm>
            <a:off x="1513000" y="2247227"/>
            <a:ext cx="3541600" cy="2215991"/>
          </a:xfrm>
          <a:prstGeom prst="rect">
            <a:avLst/>
          </a:prstGeom>
          <a:noFill/>
        </p:spPr>
        <p:txBody>
          <a:bodyPr wrap="square" rtlCol="0">
            <a:spAutoFit/>
          </a:bodyPr>
          <a:lstStyle/>
          <a:p>
            <a:pPr algn="ctr"/>
            <a:r>
              <a:rPr lang="en-US" altLang="zh-CN" sz="13800">
                <a:gradFill>
                  <a:gsLst>
                    <a:gs pos="38000">
                      <a:srgbClr val="62EFFE"/>
                    </a:gs>
                    <a:gs pos="90000">
                      <a:srgbClr val="02ECFE"/>
                    </a:gs>
                  </a:gsLst>
                  <a:lin ang="5400000" scaled="1"/>
                </a:gradFill>
                <a:latin typeface="思源黑体 CN Bold" panose="020B0800000000000000" pitchFamily="34" charset="-122"/>
                <a:ea typeface="思源黑体 CN Bold" panose="020B0800000000000000" pitchFamily="34" charset="-122"/>
                <a:cs typeface="+mn-ea"/>
                <a:sym typeface="+mn-lt"/>
              </a:rPr>
              <a:t>04.</a:t>
            </a:r>
            <a:endParaRPr lang="zh-CN" altLang="en-US" sz="13800" dirty="0">
              <a:gradFill>
                <a:gsLst>
                  <a:gs pos="38000">
                    <a:srgbClr val="62EFFE"/>
                  </a:gs>
                  <a:gs pos="90000">
                    <a:srgbClr val="02ECFE"/>
                  </a:gs>
                </a:gsLst>
                <a:lin ang="5400000" scaled="1"/>
              </a:gradFill>
              <a:latin typeface="思源黑体 CN Bold" panose="020B0800000000000000" pitchFamily="34" charset="-122"/>
              <a:ea typeface="思源黑体 CN Bold" panose="020B0800000000000000" pitchFamily="34" charset="-122"/>
              <a:cs typeface="+mn-ea"/>
              <a:sym typeface="+mn-lt"/>
            </a:endParaRPr>
          </a:p>
        </p:txBody>
      </p:sp>
      <p:sp>
        <p:nvSpPr>
          <p:cNvPr id="37" name="矩形: 圆角 36"/>
          <p:cNvSpPr/>
          <p:nvPr/>
        </p:nvSpPr>
        <p:spPr>
          <a:xfrm flipV="1">
            <a:off x="6063043" y="5162164"/>
            <a:ext cx="1048957" cy="45719"/>
          </a:xfrm>
          <a:prstGeom prst="roundRect">
            <a:avLst>
              <a:gd name="adj" fmla="val 50000"/>
            </a:avLst>
          </a:prstGeom>
          <a:gradFill flip="none" rotWithShape="1">
            <a:gsLst>
              <a:gs pos="0">
                <a:srgbClr val="41EEFE"/>
              </a:gs>
              <a:gs pos="70000">
                <a:srgbClr val="23EFFE"/>
              </a:gs>
            </a:gsLst>
            <a:lin ang="54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200" dirty="0">
              <a:solidFill>
                <a:schemeClr val="tx1">
                  <a:lumMod val="85000"/>
                  <a:lumOff val="15000"/>
                </a:schemeClr>
              </a:solidFill>
              <a:latin typeface="思源黑体 CN Bold" panose="020B0800000000000000" pitchFamily="34" charset="-122"/>
              <a:ea typeface="思源黑体 CN Bold" panose="020B0800000000000000" pitchFamily="34" charset="-122"/>
              <a:cs typeface="+mn-ea"/>
              <a:sym typeface="+mn-lt"/>
            </a:endParaRPr>
          </a:p>
        </p:txBody>
      </p:sp>
      <p:grpSp>
        <p:nvGrpSpPr>
          <p:cNvPr id="13" name="组合 12"/>
          <p:cNvGrpSpPr/>
          <p:nvPr/>
        </p:nvGrpSpPr>
        <p:grpSpPr>
          <a:xfrm>
            <a:off x="4058577" y="4375150"/>
            <a:ext cx="1384300" cy="1384300"/>
            <a:chOff x="4058577" y="4375150"/>
            <a:chExt cx="1384300" cy="1384300"/>
          </a:xfrm>
        </p:grpSpPr>
        <p:sp>
          <p:nvSpPr>
            <p:cNvPr id="9" name="椭圆 8"/>
            <p:cNvSpPr/>
            <p:nvPr/>
          </p:nvSpPr>
          <p:spPr>
            <a:xfrm>
              <a:off x="4058577" y="4375150"/>
              <a:ext cx="1384300" cy="1384300"/>
            </a:xfrm>
            <a:prstGeom prst="ellipse">
              <a:avLst/>
            </a:prstGeom>
            <a:solidFill>
              <a:schemeClr val="bg1">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200">
                <a:solidFill>
                  <a:schemeClr val="tx1">
                    <a:lumMod val="85000"/>
                    <a:lumOff val="15000"/>
                  </a:schemeClr>
                </a:solidFill>
                <a:latin typeface="思源黑体 CN Bold" panose="020B0800000000000000" pitchFamily="34" charset="-122"/>
                <a:ea typeface="思源黑体 CN Bold" panose="020B0800000000000000" pitchFamily="34" charset="-122"/>
                <a:cs typeface="+mn-ea"/>
              </a:endParaRPr>
            </a:p>
          </p:txBody>
        </p:sp>
        <p:pic>
          <p:nvPicPr>
            <p:cNvPr id="11" name="图片 10"/>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311650" y="4619625"/>
              <a:ext cx="889000" cy="889000"/>
            </a:xfrm>
            <a:prstGeom prst="rect">
              <a:avLst/>
            </a:prstGeom>
          </p:spPr>
        </p:pic>
      </p:grpSp>
      <p:sp>
        <p:nvSpPr>
          <p:cNvPr id="10" name="文本框 9"/>
          <p:cNvSpPr txBox="1"/>
          <p:nvPr/>
        </p:nvSpPr>
        <p:spPr>
          <a:xfrm>
            <a:off x="9031605" y="569557"/>
            <a:ext cx="2705562" cy="337185"/>
          </a:xfrm>
          <a:prstGeom prst="rect">
            <a:avLst/>
          </a:prstGeom>
          <a:noFill/>
        </p:spPr>
        <p:txBody>
          <a:bodyPr wrap="square" rtlCol="0">
            <a:spAutoFit/>
          </a:bodyPr>
          <a:lstStyle/>
          <a:p>
            <a:pPr algn="dist"/>
            <a:r>
              <a:rPr lang="en-US" altLang="zh-CN" sz="1600" b="1" dirty="0">
                <a:solidFill>
                  <a:schemeClr val="bg1"/>
                </a:solidFill>
                <a:latin typeface="思源黑体 CN Normal" panose="020B0400000000000000" pitchFamily="34" charset="-122"/>
                <a:ea typeface="思源黑体 CN Normal" panose="020B0400000000000000" pitchFamily="34" charset="-122"/>
                <a:cs typeface="+mn-ea"/>
                <a:sym typeface="+mn-lt"/>
              </a:rPr>
              <a:t>2023Google</a:t>
            </a:r>
            <a:r>
              <a:rPr lang="zh-CN" altLang="en-US" sz="1600" b="1" dirty="0">
                <a:solidFill>
                  <a:schemeClr val="bg1"/>
                </a:solidFill>
                <a:latin typeface="思源黑体 CN Normal" panose="020B0400000000000000" pitchFamily="34" charset="-122"/>
                <a:ea typeface="思源黑体 CN Normal" panose="020B0400000000000000" pitchFamily="34" charset="-122"/>
                <a:cs typeface="+mn-ea"/>
                <a:sym typeface="+mn-lt"/>
              </a:rPr>
              <a:t>开发者大会</a:t>
            </a:r>
            <a:endParaRPr lang="zh-CN" altLang="en-US" sz="1600" b="1" dirty="0">
              <a:solidFill>
                <a:schemeClr val="bg1"/>
              </a:solidFill>
              <a:latin typeface="思源黑体 CN Normal" panose="020B0400000000000000" pitchFamily="34" charset="-122"/>
              <a:ea typeface="思源黑体 CN Normal" panose="020B0400000000000000" pitchFamily="34" charset="-122"/>
              <a:cs typeface="+mn-ea"/>
              <a:sym typeface="+mn-lt"/>
            </a:endParaRPr>
          </a:p>
        </p:txBody>
      </p:sp>
    </p:spTree>
  </p:cSld>
  <p:clrMapOvr>
    <a:masterClrMapping/>
  </p:clrMapOvr>
  <mc:AlternateContent xmlns:mc="http://schemas.openxmlformats.org/markup-compatibility/2006">
    <mc:Choice xmlns:p14="http://schemas.microsoft.com/office/powerpoint/2010/main" Requires="p14">
      <p:transition spd="slow" p14:dur="1250" advTm="5000">
        <p14:switch dir="r"/>
      </p:transition>
    </mc:Choice>
    <mc:Fallback>
      <p:transition spd="slow" advTm="5000">
        <p:fade/>
      </p:transition>
    </mc:Fallback>
  </mc:AlternateContent>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8" name="组合 7"/>
          <p:cNvGrpSpPr/>
          <p:nvPr/>
        </p:nvGrpSpPr>
        <p:grpSpPr>
          <a:xfrm>
            <a:off x="-698500" y="-582990"/>
            <a:ext cx="13589000" cy="8023980"/>
            <a:chOff x="-863600" y="-584200"/>
            <a:chExt cx="13335000" cy="7874000"/>
          </a:xfrm>
          <a:solidFill>
            <a:srgbClr val="E6E6E6"/>
          </a:solidFill>
        </p:grpSpPr>
        <p:grpSp>
          <p:nvGrpSpPr>
            <p:cNvPr id="4" name="组合 3"/>
            <p:cNvGrpSpPr/>
            <p:nvPr/>
          </p:nvGrpSpPr>
          <p:grpSpPr>
            <a:xfrm>
              <a:off x="-863600" y="-584200"/>
              <a:ext cx="165100" cy="7874000"/>
              <a:chOff x="-863600" y="-584200"/>
              <a:chExt cx="165100" cy="7874000"/>
            </a:xfrm>
            <a:grpFill/>
          </p:grpSpPr>
          <p:sp>
            <p:nvSpPr>
              <p:cNvPr id="2" name="椭圆 1"/>
              <p:cNvSpPr/>
              <p:nvPr/>
            </p:nvSpPr>
            <p:spPr>
              <a:xfrm>
                <a:off x="-863600" y="-584200"/>
                <a:ext cx="165100" cy="165100"/>
              </a:xfrm>
              <a:prstGeom prst="ellipse">
                <a:avLst/>
              </a:prstGeom>
              <a:grp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椭圆 2"/>
              <p:cNvSpPr/>
              <p:nvPr/>
            </p:nvSpPr>
            <p:spPr>
              <a:xfrm>
                <a:off x="-863600" y="7124700"/>
                <a:ext cx="165100" cy="165100"/>
              </a:xfrm>
              <a:prstGeom prst="ellipse">
                <a:avLst/>
              </a:prstGeom>
              <a:grp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5" name="组合 4"/>
            <p:cNvGrpSpPr/>
            <p:nvPr/>
          </p:nvGrpSpPr>
          <p:grpSpPr>
            <a:xfrm>
              <a:off x="12306300" y="-584200"/>
              <a:ext cx="165100" cy="7874000"/>
              <a:chOff x="-863600" y="-584200"/>
              <a:chExt cx="165100" cy="7874000"/>
            </a:xfrm>
            <a:grpFill/>
          </p:grpSpPr>
          <p:sp>
            <p:nvSpPr>
              <p:cNvPr id="6" name="椭圆 5"/>
              <p:cNvSpPr/>
              <p:nvPr/>
            </p:nvSpPr>
            <p:spPr>
              <a:xfrm>
                <a:off x="-863600" y="-584200"/>
                <a:ext cx="165100" cy="165100"/>
              </a:xfrm>
              <a:prstGeom prst="ellipse">
                <a:avLst/>
              </a:prstGeom>
              <a:grp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椭圆 6"/>
              <p:cNvSpPr/>
              <p:nvPr/>
            </p:nvSpPr>
            <p:spPr>
              <a:xfrm>
                <a:off x="-863600" y="7124700"/>
                <a:ext cx="165100" cy="165100"/>
              </a:xfrm>
              <a:prstGeom prst="ellipse">
                <a:avLst/>
              </a:prstGeom>
              <a:grp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sp>
        <p:nvSpPr>
          <p:cNvPr id="25" name="任意多边形: 形状 24"/>
          <p:cNvSpPr/>
          <p:nvPr/>
        </p:nvSpPr>
        <p:spPr>
          <a:xfrm>
            <a:off x="11328401" y="4965700"/>
            <a:ext cx="396593" cy="816428"/>
          </a:xfrm>
          <a:custGeom>
            <a:avLst/>
            <a:gdLst>
              <a:gd name="connsiteX0" fmla="*/ 452944 w 477264"/>
              <a:gd name="connsiteY0" fmla="*/ 933858 h 982498"/>
              <a:gd name="connsiteX1" fmla="*/ 477264 w 477264"/>
              <a:gd name="connsiteY1" fmla="*/ 958178 h 982498"/>
              <a:gd name="connsiteX2" fmla="*/ 452944 w 477264"/>
              <a:gd name="connsiteY2" fmla="*/ 982498 h 982498"/>
              <a:gd name="connsiteX3" fmla="*/ 428624 w 477264"/>
              <a:gd name="connsiteY3" fmla="*/ 958178 h 982498"/>
              <a:gd name="connsiteX4" fmla="*/ 452944 w 477264"/>
              <a:gd name="connsiteY4" fmla="*/ 933858 h 982498"/>
              <a:gd name="connsiteX5" fmla="*/ 345788 w 477264"/>
              <a:gd name="connsiteY5" fmla="*/ 933858 h 982498"/>
              <a:gd name="connsiteX6" fmla="*/ 370108 w 477264"/>
              <a:gd name="connsiteY6" fmla="*/ 958178 h 982498"/>
              <a:gd name="connsiteX7" fmla="*/ 345788 w 477264"/>
              <a:gd name="connsiteY7" fmla="*/ 982498 h 982498"/>
              <a:gd name="connsiteX8" fmla="*/ 321468 w 477264"/>
              <a:gd name="connsiteY8" fmla="*/ 958178 h 982498"/>
              <a:gd name="connsiteX9" fmla="*/ 345788 w 477264"/>
              <a:gd name="connsiteY9" fmla="*/ 933858 h 982498"/>
              <a:gd name="connsiteX10" fmla="*/ 238632 w 477264"/>
              <a:gd name="connsiteY10" fmla="*/ 933858 h 982498"/>
              <a:gd name="connsiteX11" fmla="*/ 262952 w 477264"/>
              <a:gd name="connsiteY11" fmla="*/ 958178 h 982498"/>
              <a:gd name="connsiteX12" fmla="*/ 238632 w 477264"/>
              <a:gd name="connsiteY12" fmla="*/ 982498 h 982498"/>
              <a:gd name="connsiteX13" fmla="*/ 214312 w 477264"/>
              <a:gd name="connsiteY13" fmla="*/ 958178 h 982498"/>
              <a:gd name="connsiteX14" fmla="*/ 238632 w 477264"/>
              <a:gd name="connsiteY14" fmla="*/ 933858 h 982498"/>
              <a:gd name="connsiteX15" fmla="*/ 131476 w 477264"/>
              <a:gd name="connsiteY15" fmla="*/ 933858 h 982498"/>
              <a:gd name="connsiteX16" fmla="*/ 155796 w 477264"/>
              <a:gd name="connsiteY16" fmla="*/ 958178 h 982498"/>
              <a:gd name="connsiteX17" fmla="*/ 131476 w 477264"/>
              <a:gd name="connsiteY17" fmla="*/ 982498 h 982498"/>
              <a:gd name="connsiteX18" fmla="*/ 107156 w 477264"/>
              <a:gd name="connsiteY18" fmla="*/ 958178 h 982498"/>
              <a:gd name="connsiteX19" fmla="*/ 131476 w 477264"/>
              <a:gd name="connsiteY19" fmla="*/ 933858 h 982498"/>
              <a:gd name="connsiteX20" fmla="*/ 24320 w 477264"/>
              <a:gd name="connsiteY20" fmla="*/ 933858 h 982498"/>
              <a:gd name="connsiteX21" fmla="*/ 48640 w 477264"/>
              <a:gd name="connsiteY21" fmla="*/ 958178 h 982498"/>
              <a:gd name="connsiteX22" fmla="*/ 24320 w 477264"/>
              <a:gd name="connsiteY22" fmla="*/ 982498 h 982498"/>
              <a:gd name="connsiteX23" fmla="*/ 0 w 477264"/>
              <a:gd name="connsiteY23" fmla="*/ 958178 h 982498"/>
              <a:gd name="connsiteX24" fmla="*/ 24320 w 477264"/>
              <a:gd name="connsiteY24" fmla="*/ 933858 h 982498"/>
              <a:gd name="connsiteX25" fmla="*/ 452944 w 477264"/>
              <a:gd name="connsiteY25" fmla="*/ 778215 h 982498"/>
              <a:gd name="connsiteX26" fmla="*/ 477264 w 477264"/>
              <a:gd name="connsiteY26" fmla="*/ 802535 h 982498"/>
              <a:gd name="connsiteX27" fmla="*/ 452944 w 477264"/>
              <a:gd name="connsiteY27" fmla="*/ 826855 h 982498"/>
              <a:gd name="connsiteX28" fmla="*/ 428624 w 477264"/>
              <a:gd name="connsiteY28" fmla="*/ 802535 h 982498"/>
              <a:gd name="connsiteX29" fmla="*/ 452944 w 477264"/>
              <a:gd name="connsiteY29" fmla="*/ 778215 h 982498"/>
              <a:gd name="connsiteX30" fmla="*/ 345788 w 477264"/>
              <a:gd name="connsiteY30" fmla="*/ 778215 h 982498"/>
              <a:gd name="connsiteX31" fmla="*/ 370108 w 477264"/>
              <a:gd name="connsiteY31" fmla="*/ 802535 h 982498"/>
              <a:gd name="connsiteX32" fmla="*/ 345788 w 477264"/>
              <a:gd name="connsiteY32" fmla="*/ 826855 h 982498"/>
              <a:gd name="connsiteX33" fmla="*/ 321468 w 477264"/>
              <a:gd name="connsiteY33" fmla="*/ 802535 h 982498"/>
              <a:gd name="connsiteX34" fmla="*/ 345788 w 477264"/>
              <a:gd name="connsiteY34" fmla="*/ 778215 h 982498"/>
              <a:gd name="connsiteX35" fmla="*/ 238632 w 477264"/>
              <a:gd name="connsiteY35" fmla="*/ 778215 h 982498"/>
              <a:gd name="connsiteX36" fmla="*/ 262952 w 477264"/>
              <a:gd name="connsiteY36" fmla="*/ 802535 h 982498"/>
              <a:gd name="connsiteX37" fmla="*/ 238632 w 477264"/>
              <a:gd name="connsiteY37" fmla="*/ 826855 h 982498"/>
              <a:gd name="connsiteX38" fmla="*/ 214312 w 477264"/>
              <a:gd name="connsiteY38" fmla="*/ 802535 h 982498"/>
              <a:gd name="connsiteX39" fmla="*/ 238632 w 477264"/>
              <a:gd name="connsiteY39" fmla="*/ 778215 h 982498"/>
              <a:gd name="connsiteX40" fmla="*/ 131476 w 477264"/>
              <a:gd name="connsiteY40" fmla="*/ 778215 h 982498"/>
              <a:gd name="connsiteX41" fmla="*/ 155796 w 477264"/>
              <a:gd name="connsiteY41" fmla="*/ 802535 h 982498"/>
              <a:gd name="connsiteX42" fmla="*/ 131476 w 477264"/>
              <a:gd name="connsiteY42" fmla="*/ 826855 h 982498"/>
              <a:gd name="connsiteX43" fmla="*/ 107156 w 477264"/>
              <a:gd name="connsiteY43" fmla="*/ 802535 h 982498"/>
              <a:gd name="connsiteX44" fmla="*/ 131476 w 477264"/>
              <a:gd name="connsiteY44" fmla="*/ 778215 h 982498"/>
              <a:gd name="connsiteX45" fmla="*/ 24320 w 477264"/>
              <a:gd name="connsiteY45" fmla="*/ 778215 h 982498"/>
              <a:gd name="connsiteX46" fmla="*/ 48640 w 477264"/>
              <a:gd name="connsiteY46" fmla="*/ 802535 h 982498"/>
              <a:gd name="connsiteX47" fmla="*/ 24320 w 477264"/>
              <a:gd name="connsiteY47" fmla="*/ 826855 h 982498"/>
              <a:gd name="connsiteX48" fmla="*/ 0 w 477264"/>
              <a:gd name="connsiteY48" fmla="*/ 802535 h 982498"/>
              <a:gd name="connsiteX49" fmla="*/ 24320 w 477264"/>
              <a:gd name="connsiteY49" fmla="*/ 778215 h 982498"/>
              <a:gd name="connsiteX50" fmla="*/ 452944 w 477264"/>
              <a:gd name="connsiteY50" fmla="*/ 622572 h 982498"/>
              <a:gd name="connsiteX51" fmla="*/ 477264 w 477264"/>
              <a:gd name="connsiteY51" fmla="*/ 646892 h 982498"/>
              <a:gd name="connsiteX52" fmla="*/ 452944 w 477264"/>
              <a:gd name="connsiteY52" fmla="*/ 671212 h 982498"/>
              <a:gd name="connsiteX53" fmla="*/ 428624 w 477264"/>
              <a:gd name="connsiteY53" fmla="*/ 646892 h 982498"/>
              <a:gd name="connsiteX54" fmla="*/ 452944 w 477264"/>
              <a:gd name="connsiteY54" fmla="*/ 622572 h 982498"/>
              <a:gd name="connsiteX55" fmla="*/ 345788 w 477264"/>
              <a:gd name="connsiteY55" fmla="*/ 622572 h 982498"/>
              <a:gd name="connsiteX56" fmla="*/ 370108 w 477264"/>
              <a:gd name="connsiteY56" fmla="*/ 646892 h 982498"/>
              <a:gd name="connsiteX57" fmla="*/ 345788 w 477264"/>
              <a:gd name="connsiteY57" fmla="*/ 671212 h 982498"/>
              <a:gd name="connsiteX58" fmla="*/ 321468 w 477264"/>
              <a:gd name="connsiteY58" fmla="*/ 646892 h 982498"/>
              <a:gd name="connsiteX59" fmla="*/ 345788 w 477264"/>
              <a:gd name="connsiteY59" fmla="*/ 622572 h 982498"/>
              <a:gd name="connsiteX60" fmla="*/ 238632 w 477264"/>
              <a:gd name="connsiteY60" fmla="*/ 622572 h 982498"/>
              <a:gd name="connsiteX61" fmla="*/ 262952 w 477264"/>
              <a:gd name="connsiteY61" fmla="*/ 646892 h 982498"/>
              <a:gd name="connsiteX62" fmla="*/ 238632 w 477264"/>
              <a:gd name="connsiteY62" fmla="*/ 671212 h 982498"/>
              <a:gd name="connsiteX63" fmla="*/ 214312 w 477264"/>
              <a:gd name="connsiteY63" fmla="*/ 646892 h 982498"/>
              <a:gd name="connsiteX64" fmla="*/ 238632 w 477264"/>
              <a:gd name="connsiteY64" fmla="*/ 622572 h 982498"/>
              <a:gd name="connsiteX65" fmla="*/ 131476 w 477264"/>
              <a:gd name="connsiteY65" fmla="*/ 622572 h 982498"/>
              <a:gd name="connsiteX66" fmla="*/ 155796 w 477264"/>
              <a:gd name="connsiteY66" fmla="*/ 646892 h 982498"/>
              <a:gd name="connsiteX67" fmla="*/ 131476 w 477264"/>
              <a:gd name="connsiteY67" fmla="*/ 671212 h 982498"/>
              <a:gd name="connsiteX68" fmla="*/ 107156 w 477264"/>
              <a:gd name="connsiteY68" fmla="*/ 646892 h 982498"/>
              <a:gd name="connsiteX69" fmla="*/ 131476 w 477264"/>
              <a:gd name="connsiteY69" fmla="*/ 622572 h 982498"/>
              <a:gd name="connsiteX70" fmla="*/ 24320 w 477264"/>
              <a:gd name="connsiteY70" fmla="*/ 622572 h 982498"/>
              <a:gd name="connsiteX71" fmla="*/ 48640 w 477264"/>
              <a:gd name="connsiteY71" fmla="*/ 646892 h 982498"/>
              <a:gd name="connsiteX72" fmla="*/ 24320 w 477264"/>
              <a:gd name="connsiteY72" fmla="*/ 671212 h 982498"/>
              <a:gd name="connsiteX73" fmla="*/ 0 w 477264"/>
              <a:gd name="connsiteY73" fmla="*/ 646892 h 982498"/>
              <a:gd name="connsiteX74" fmla="*/ 24320 w 477264"/>
              <a:gd name="connsiteY74" fmla="*/ 622572 h 982498"/>
              <a:gd name="connsiteX75" fmla="*/ 24320 w 477264"/>
              <a:gd name="connsiteY75" fmla="*/ 466929 h 982498"/>
              <a:gd name="connsiteX76" fmla="*/ 48640 w 477264"/>
              <a:gd name="connsiteY76" fmla="*/ 491249 h 982498"/>
              <a:gd name="connsiteX77" fmla="*/ 24320 w 477264"/>
              <a:gd name="connsiteY77" fmla="*/ 515569 h 982498"/>
              <a:gd name="connsiteX78" fmla="*/ 0 w 477264"/>
              <a:gd name="connsiteY78" fmla="*/ 491249 h 982498"/>
              <a:gd name="connsiteX79" fmla="*/ 24320 w 477264"/>
              <a:gd name="connsiteY79" fmla="*/ 466929 h 982498"/>
              <a:gd name="connsiteX80" fmla="*/ 131476 w 477264"/>
              <a:gd name="connsiteY80" fmla="*/ 466929 h 982498"/>
              <a:gd name="connsiteX81" fmla="*/ 155796 w 477264"/>
              <a:gd name="connsiteY81" fmla="*/ 491249 h 982498"/>
              <a:gd name="connsiteX82" fmla="*/ 131476 w 477264"/>
              <a:gd name="connsiteY82" fmla="*/ 515569 h 982498"/>
              <a:gd name="connsiteX83" fmla="*/ 107156 w 477264"/>
              <a:gd name="connsiteY83" fmla="*/ 491249 h 982498"/>
              <a:gd name="connsiteX84" fmla="*/ 131476 w 477264"/>
              <a:gd name="connsiteY84" fmla="*/ 466929 h 982498"/>
              <a:gd name="connsiteX85" fmla="*/ 238632 w 477264"/>
              <a:gd name="connsiteY85" fmla="*/ 466929 h 982498"/>
              <a:gd name="connsiteX86" fmla="*/ 262952 w 477264"/>
              <a:gd name="connsiteY86" fmla="*/ 491249 h 982498"/>
              <a:gd name="connsiteX87" fmla="*/ 238632 w 477264"/>
              <a:gd name="connsiteY87" fmla="*/ 515569 h 982498"/>
              <a:gd name="connsiteX88" fmla="*/ 214312 w 477264"/>
              <a:gd name="connsiteY88" fmla="*/ 491249 h 982498"/>
              <a:gd name="connsiteX89" fmla="*/ 238632 w 477264"/>
              <a:gd name="connsiteY89" fmla="*/ 466929 h 982498"/>
              <a:gd name="connsiteX90" fmla="*/ 345788 w 477264"/>
              <a:gd name="connsiteY90" fmla="*/ 466929 h 982498"/>
              <a:gd name="connsiteX91" fmla="*/ 370108 w 477264"/>
              <a:gd name="connsiteY91" fmla="*/ 491249 h 982498"/>
              <a:gd name="connsiteX92" fmla="*/ 345788 w 477264"/>
              <a:gd name="connsiteY92" fmla="*/ 515569 h 982498"/>
              <a:gd name="connsiteX93" fmla="*/ 321468 w 477264"/>
              <a:gd name="connsiteY93" fmla="*/ 491249 h 982498"/>
              <a:gd name="connsiteX94" fmla="*/ 345788 w 477264"/>
              <a:gd name="connsiteY94" fmla="*/ 466929 h 982498"/>
              <a:gd name="connsiteX95" fmla="*/ 452944 w 477264"/>
              <a:gd name="connsiteY95" fmla="*/ 466929 h 982498"/>
              <a:gd name="connsiteX96" fmla="*/ 477264 w 477264"/>
              <a:gd name="connsiteY96" fmla="*/ 491249 h 982498"/>
              <a:gd name="connsiteX97" fmla="*/ 452944 w 477264"/>
              <a:gd name="connsiteY97" fmla="*/ 515569 h 982498"/>
              <a:gd name="connsiteX98" fmla="*/ 428624 w 477264"/>
              <a:gd name="connsiteY98" fmla="*/ 491249 h 982498"/>
              <a:gd name="connsiteX99" fmla="*/ 452944 w 477264"/>
              <a:gd name="connsiteY99" fmla="*/ 466929 h 982498"/>
              <a:gd name="connsiteX100" fmla="*/ 24320 w 477264"/>
              <a:gd name="connsiteY100" fmla="*/ 311287 h 982498"/>
              <a:gd name="connsiteX101" fmla="*/ 48640 w 477264"/>
              <a:gd name="connsiteY101" fmla="*/ 335607 h 982498"/>
              <a:gd name="connsiteX102" fmla="*/ 24320 w 477264"/>
              <a:gd name="connsiteY102" fmla="*/ 359926 h 982498"/>
              <a:gd name="connsiteX103" fmla="*/ 0 w 477264"/>
              <a:gd name="connsiteY103" fmla="*/ 335607 h 982498"/>
              <a:gd name="connsiteX104" fmla="*/ 24320 w 477264"/>
              <a:gd name="connsiteY104" fmla="*/ 311287 h 982498"/>
              <a:gd name="connsiteX105" fmla="*/ 131476 w 477264"/>
              <a:gd name="connsiteY105" fmla="*/ 311286 h 982498"/>
              <a:gd name="connsiteX106" fmla="*/ 155796 w 477264"/>
              <a:gd name="connsiteY106" fmla="*/ 335606 h 982498"/>
              <a:gd name="connsiteX107" fmla="*/ 131476 w 477264"/>
              <a:gd name="connsiteY107" fmla="*/ 359926 h 982498"/>
              <a:gd name="connsiteX108" fmla="*/ 107156 w 477264"/>
              <a:gd name="connsiteY108" fmla="*/ 335606 h 982498"/>
              <a:gd name="connsiteX109" fmla="*/ 131476 w 477264"/>
              <a:gd name="connsiteY109" fmla="*/ 311286 h 982498"/>
              <a:gd name="connsiteX110" fmla="*/ 238632 w 477264"/>
              <a:gd name="connsiteY110" fmla="*/ 311286 h 982498"/>
              <a:gd name="connsiteX111" fmla="*/ 262952 w 477264"/>
              <a:gd name="connsiteY111" fmla="*/ 335606 h 982498"/>
              <a:gd name="connsiteX112" fmla="*/ 238632 w 477264"/>
              <a:gd name="connsiteY112" fmla="*/ 359926 h 982498"/>
              <a:gd name="connsiteX113" fmla="*/ 214312 w 477264"/>
              <a:gd name="connsiteY113" fmla="*/ 335606 h 982498"/>
              <a:gd name="connsiteX114" fmla="*/ 238632 w 477264"/>
              <a:gd name="connsiteY114" fmla="*/ 311286 h 982498"/>
              <a:gd name="connsiteX115" fmla="*/ 345788 w 477264"/>
              <a:gd name="connsiteY115" fmla="*/ 311286 h 982498"/>
              <a:gd name="connsiteX116" fmla="*/ 370108 w 477264"/>
              <a:gd name="connsiteY116" fmla="*/ 335606 h 982498"/>
              <a:gd name="connsiteX117" fmla="*/ 345788 w 477264"/>
              <a:gd name="connsiteY117" fmla="*/ 359926 h 982498"/>
              <a:gd name="connsiteX118" fmla="*/ 321468 w 477264"/>
              <a:gd name="connsiteY118" fmla="*/ 335606 h 982498"/>
              <a:gd name="connsiteX119" fmla="*/ 345788 w 477264"/>
              <a:gd name="connsiteY119" fmla="*/ 311286 h 982498"/>
              <a:gd name="connsiteX120" fmla="*/ 452944 w 477264"/>
              <a:gd name="connsiteY120" fmla="*/ 311286 h 982498"/>
              <a:gd name="connsiteX121" fmla="*/ 477264 w 477264"/>
              <a:gd name="connsiteY121" fmla="*/ 335606 h 982498"/>
              <a:gd name="connsiteX122" fmla="*/ 452944 w 477264"/>
              <a:gd name="connsiteY122" fmla="*/ 359926 h 982498"/>
              <a:gd name="connsiteX123" fmla="*/ 428624 w 477264"/>
              <a:gd name="connsiteY123" fmla="*/ 335606 h 982498"/>
              <a:gd name="connsiteX124" fmla="*/ 452944 w 477264"/>
              <a:gd name="connsiteY124" fmla="*/ 311286 h 982498"/>
              <a:gd name="connsiteX125" fmla="*/ 24320 w 477264"/>
              <a:gd name="connsiteY125" fmla="*/ 155643 h 982498"/>
              <a:gd name="connsiteX126" fmla="*/ 48640 w 477264"/>
              <a:gd name="connsiteY126" fmla="*/ 179963 h 982498"/>
              <a:gd name="connsiteX127" fmla="*/ 24320 w 477264"/>
              <a:gd name="connsiteY127" fmla="*/ 204283 h 982498"/>
              <a:gd name="connsiteX128" fmla="*/ 0 w 477264"/>
              <a:gd name="connsiteY128" fmla="*/ 179963 h 982498"/>
              <a:gd name="connsiteX129" fmla="*/ 24320 w 477264"/>
              <a:gd name="connsiteY129" fmla="*/ 155643 h 982498"/>
              <a:gd name="connsiteX130" fmla="*/ 131476 w 477264"/>
              <a:gd name="connsiteY130" fmla="*/ 155643 h 982498"/>
              <a:gd name="connsiteX131" fmla="*/ 155796 w 477264"/>
              <a:gd name="connsiteY131" fmla="*/ 179963 h 982498"/>
              <a:gd name="connsiteX132" fmla="*/ 131476 w 477264"/>
              <a:gd name="connsiteY132" fmla="*/ 204283 h 982498"/>
              <a:gd name="connsiteX133" fmla="*/ 107156 w 477264"/>
              <a:gd name="connsiteY133" fmla="*/ 179963 h 982498"/>
              <a:gd name="connsiteX134" fmla="*/ 131476 w 477264"/>
              <a:gd name="connsiteY134" fmla="*/ 155643 h 982498"/>
              <a:gd name="connsiteX135" fmla="*/ 238632 w 477264"/>
              <a:gd name="connsiteY135" fmla="*/ 155643 h 982498"/>
              <a:gd name="connsiteX136" fmla="*/ 262952 w 477264"/>
              <a:gd name="connsiteY136" fmla="*/ 179963 h 982498"/>
              <a:gd name="connsiteX137" fmla="*/ 238632 w 477264"/>
              <a:gd name="connsiteY137" fmla="*/ 204283 h 982498"/>
              <a:gd name="connsiteX138" fmla="*/ 214312 w 477264"/>
              <a:gd name="connsiteY138" fmla="*/ 179963 h 982498"/>
              <a:gd name="connsiteX139" fmla="*/ 238632 w 477264"/>
              <a:gd name="connsiteY139" fmla="*/ 155643 h 982498"/>
              <a:gd name="connsiteX140" fmla="*/ 345788 w 477264"/>
              <a:gd name="connsiteY140" fmla="*/ 155643 h 982498"/>
              <a:gd name="connsiteX141" fmla="*/ 370108 w 477264"/>
              <a:gd name="connsiteY141" fmla="*/ 179963 h 982498"/>
              <a:gd name="connsiteX142" fmla="*/ 345788 w 477264"/>
              <a:gd name="connsiteY142" fmla="*/ 204283 h 982498"/>
              <a:gd name="connsiteX143" fmla="*/ 321468 w 477264"/>
              <a:gd name="connsiteY143" fmla="*/ 179963 h 982498"/>
              <a:gd name="connsiteX144" fmla="*/ 345788 w 477264"/>
              <a:gd name="connsiteY144" fmla="*/ 155643 h 982498"/>
              <a:gd name="connsiteX145" fmla="*/ 452944 w 477264"/>
              <a:gd name="connsiteY145" fmla="*/ 155643 h 982498"/>
              <a:gd name="connsiteX146" fmla="*/ 477264 w 477264"/>
              <a:gd name="connsiteY146" fmla="*/ 179963 h 982498"/>
              <a:gd name="connsiteX147" fmla="*/ 452944 w 477264"/>
              <a:gd name="connsiteY147" fmla="*/ 204283 h 982498"/>
              <a:gd name="connsiteX148" fmla="*/ 428624 w 477264"/>
              <a:gd name="connsiteY148" fmla="*/ 179963 h 982498"/>
              <a:gd name="connsiteX149" fmla="*/ 452944 w 477264"/>
              <a:gd name="connsiteY149" fmla="*/ 155643 h 982498"/>
              <a:gd name="connsiteX150" fmla="*/ 452944 w 477264"/>
              <a:gd name="connsiteY150" fmla="*/ 0 h 982498"/>
              <a:gd name="connsiteX151" fmla="*/ 477264 w 477264"/>
              <a:gd name="connsiteY151" fmla="*/ 24320 h 982498"/>
              <a:gd name="connsiteX152" fmla="*/ 452944 w 477264"/>
              <a:gd name="connsiteY152" fmla="*/ 48640 h 982498"/>
              <a:gd name="connsiteX153" fmla="*/ 428624 w 477264"/>
              <a:gd name="connsiteY153" fmla="*/ 24320 h 982498"/>
              <a:gd name="connsiteX154" fmla="*/ 452944 w 477264"/>
              <a:gd name="connsiteY154" fmla="*/ 0 h 982498"/>
              <a:gd name="connsiteX155" fmla="*/ 345788 w 477264"/>
              <a:gd name="connsiteY155" fmla="*/ 0 h 982498"/>
              <a:gd name="connsiteX156" fmla="*/ 370108 w 477264"/>
              <a:gd name="connsiteY156" fmla="*/ 24320 h 982498"/>
              <a:gd name="connsiteX157" fmla="*/ 345788 w 477264"/>
              <a:gd name="connsiteY157" fmla="*/ 48640 h 982498"/>
              <a:gd name="connsiteX158" fmla="*/ 321468 w 477264"/>
              <a:gd name="connsiteY158" fmla="*/ 24320 h 982498"/>
              <a:gd name="connsiteX159" fmla="*/ 345788 w 477264"/>
              <a:gd name="connsiteY159" fmla="*/ 0 h 982498"/>
              <a:gd name="connsiteX160" fmla="*/ 238632 w 477264"/>
              <a:gd name="connsiteY160" fmla="*/ 0 h 982498"/>
              <a:gd name="connsiteX161" fmla="*/ 262952 w 477264"/>
              <a:gd name="connsiteY161" fmla="*/ 24320 h 982498"/>
              <a:gd name="connsiteX162" fmla="*/ 238632 w 477264"/>
              <a:gd name="connsiteY162" fmla="*/ 48640 h 982498"/>
              <a:gd name="connsiteX163" fmla="*/ 214312 w 477264"/>
              <a:gd name="connsiteY163" fmla="*/ 24320 h 982498"/>
              <a:gd name="connsiteX164" fmla="*/ 238632 w 477264"/>
              <a:gd name="connsiteY164" fmla="*/ 0 h 982498"/>
              <a:gd name="connsiteX165" fmla="*/ 131476 w 477264"/>
              <a:gd name="connsiteY165" fmla="*/ 0 h 982498"/>
              <a:gd name="connsiteX166" fmla="*/ 155796 w 477264"/>
              <a:gd name="connsiteY166" fmla="*/ 24320 h 982498"/>
              <a:gd name="connsiteX167" fmla="*/ 131476 w 477264"/>
              <a:gd name="connsiteY167" fmla="*/ 48640 h 982498"/>
              <a:gd name="connsiteX168" fmla="*/ 107156 w 477264"/>
              <a:gd name="connsiteY168" fmla="*/ 24320 h 982498"/>
              <a:gd name="connsiteX169" fmla="*/ 131476 w 477264"/>
              <a:gd name="connsiteY169" fmla="*/ 0 h 982498"/>
              <a:gd name="connsiteX170" fmla="*/ 24320 w 477264"/>
              <a:gd name="connsiteY170" fmla="*/ 0 h 982498"/>
              <a:gd name="connsiteX171" fmla="*/ 48640 w 477264"/>
              <a:gd name="connsiteY171" fmla="*/ 24320 h 982498"/>
              <a:gd name="connsiteX172" fmla="*/ 24320 w 477264"/>
              <a:gd name="connsiteY172" fmla="*/ 48640 h 982498"/>
              <a:gd name="connsiteX173" fmla="*/ 0 w 477264"/>
              <a:gd name="connsiteY173" fmla="*/ 24320 h 982498"/>
              <a:gd name="connsiteX174" fmla="*/ 24320 w 477264"/>
              <a:gd name="connsiteY174" fmla="*/ 0 h 9824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Lst>
            <a:rect l="l" t="t" r="r" b="b"/>
            <a:pathLst>
              <a:path w="477264" h="982498">
                <a:moveTo>
                  <a:pt x="452944" y="933858"/>
                </a:moveTo>
                <a:cubicBezTo>
                  <a:pt x="466376" y="933858"/>
                  <a:pt x="477264" y="944746"/>
                  <a:pt x="477264" y="958178"/>
                </a:cubicBezTo>
                <a:cubicBezTo>
                  <a:pt x="477264" y="971610"/>
                  <a:pt x="466376" y="982498"/>
                  <a:pt x="452944" y="982498"/>
                </a:cubicBezTo>
                <a:cubicBezTo>
                  <a:pt x="439512" y="982498"/>
                  <a:pt x="428624" y="971610"/>
                  <a:pt x="428624" y="958178"/>
                </a:cubicBezTo>
                <a:cubicBezTo>
                  <a:pt x="428624" y="944746"/>
                  <a:pt x="439512" y="933858"/>
                  <a:pt x="452944" y="933858"/>
                </a:cubicBezTo>
                <a:close/>
                <a:moveTo>
                  <a:pt x="345788" y="933858"/>
                </a:moveTo>
                <a:cubicBezTo>
                  <a:pt x="359220" y="933858"/>
                  <a:pt x="370108" y="944746"/>
                  <a:pt x="370108" y="958178"/>
                </a:cubicBezTo>
                <a:cubicBezTo>
                  <a:pt x="370108" y="971610"/>
                  <a:pt x="359220" y="982498"/>
                  <a:pt x="345788" y="982498"/>
                </a:cubicBezTo>
                <a:cubicBezTo>
                  <a:pt x="332356" y="982498"/>
                  <a:pt x="321468" y="971610"/>
                  <a:pt x="321468" y="958178"/>
                </a:cubicBezTo>
                <a:cubicBezTo>
                  <a:pt x="321468" y="944746"/>
                  <a:pt x="332356" y="933858"/>
                  <a:pt x="345788" y="933858"/>
                </a:cubicBezTo>
                <a:close/>
                <a:moveTo>
                  <a:pt x="238632" y="933858"/>
                </a:moveTo>
                <a:cubicBezTo>
                  <a:pt x="252064" y="933858"/>
                  <a:pt x="262952" y="944746"/>
                  <a:pt x="262952" y="958178"/>
                </a:cubicBezTo>
                <a:cubicBezTo>
                  <a:pt x="262952" y="971610"/>
                  <a:pt x="252064" y="982498"/>
                  <a:pt x="238632" y="982498"/>
                </a:cubicBezTo>
                <a:cubicBezTo>
                  <a:pt x="225200" y="982498"/>
                  <a:pt x="214312" y="971610"/>
                  <a:pt x="214312" y="958178"/>
                </a:cubicBezTo>
                <a:cubicBezTo>
                  <a:pt x="214312" y="944746"/>
                  <a:pt x="225200" y="933858"/>
                  <a:pt x="238632" y="933858"/>
                </a:cubicBezTo>
                <a:close/>
                <a:moveTo>
                  <a:pt x="131476" y="933858"/>
                </a:moveTo>
                <a:cubicBezTo>
                  <a:pt x="144908" y="933858"/>
                  <a:pt x="155796" y="944746"/>
                  <a:pt x="155796" y="958178"/>
                </a:cubicBezTo>
                <a:cubicBezTo>
                  <a:pt x="155796" y="971610"/>
                  <a:pt x="144908" y="982498"/>
                  <a:pt x="131476" y="982498"/>
                </a:cubicBezTo>
                <a:cubicBezTo>
                  <a:pt x="118044" y="982498"/>
                  <a:pt x="107156" y="971610"/>
                  <a:pt x="107156" y="958178"/>
                </a:cubicBezTo>
                <a:cubicBezTo>
                  <a:pt x="107156" y="944746"/>
                  <a:pt x="118044" y="933858"/>
                  <a:pt x="131476" y="933858"/>
                </a:cubicBezTo>
                <a:close/>
                <a:moveTo>
                  <a:pt x="24320" y="933858"/>
                </a:moveTo>
                <a:cubicBezTo>
                  <a:pt x="37752" y="933858"/>
                  <a:pt x="48640" y="944746"/>
                  <a:pt x="48640" y="958178"/>
                </a:cubicBezTo>
                <a:cubicBezTo>
                  <a:pt x="48640" y="971610"/>
                  <a:pt x="37752" y="982498"/>
                  <a:pt x="24320" y="982498"/>
                </a:cubicBezTo>
                <a:cubicBezTo>
                  <a:pt x="10888" y="982498"/>
                  <a:pt x="0" y="971610"/>
                  <a:pt x="0" y="958178"/>
                </a:cubicBezTo>
                <a:cubicBezTo>
                  <a:pt x="0" y="944746"/>
                  <a:pt x="10888" y="933858"/>
                  <a:pt x="24320" y="933858"/>
                </a:cubicBezTo>
                <a:close/>
                <a:moveTo>
                  <a:pt x="452944" y="778215"/>
                </a:moveTo>
                <a:cubicBezTo>
                  <a:pt x="466376" y="778215"/>
                  <a:pt x="477264" y="789103"/>
                  <a:pt x="477264" y="802535"/>
                </a:cubicBezTo>
                <a:cubicBezTo>
                  <a:pt x="477264" y="815967"/>
                  <a:pt x="466376" y="826855"/>
                  <a:pt x="452944" y="826855"/>
                </a:cubicBezTo>
                <a:cubicBezTo>
                  <a:pt x="439512" y="826855"/>
                  <a:pt x="428624" y="815967"/>
                  <a:pt x="428624" y="802535"/>
                </a:cubicBezTo>
                <a:cubicBezTo>
                  <a:pt x="428624" y="789103"/>
                  <a:pt x="439512" y="778215"/>
                  <a:pt x="452944" y="778215"/>
                </a:cubicBezTo>
                <a:close/>
                <a:moveTo>
                  <a:pt x="345788" y="778215"/>
                </a:moveTo>
                <a:cubicBezTo>
                  <a:pt x="359220" y="778215"/>
                  <a:pt x="370108" y="789103"/>
                  <a:pt x="370108" y="802535"/>
                </a:cubicBezTo>
                <a:cubicBezTo>
                  <a:pt x="370108" y="815967"/>
                  <a:pt x="359220" y="826855"/>
                  <a:pt x="345788" y="826855"/>
                </a:cubicBezTo>
                <a:cubicBezTo>
                  <a:pt x="332356" y="826855"/>
                  <a:pt x="321468" y="815967"/>
                  <a:pt x="321468" y="802535"/>
                </a:cubicBezTo>
                <a:cubicBezTo>
                  <a:pt x="321468" y="789103"/>
                  <a:pt x="332356" y="778215"/>
                  <a:pt x="345788" y="778215"/>
                </a:cubicBezTo>
                <a:close/>
                <a:moveTo>
                  <a:pt x="238632" y="778215"/>
                </a:moveTo>
                <a:cubicBezTo>
                  <a:pt x="252064" y="778215"/>
                  <a:pt x="262952" y="789103"/>
                  <a:pt x="262952" y="802535"/>
                </a:cubicBezTo>
                <a:cubicBezTo>
                  <a:pt x="262952" y="815967"/>
                  <a:pt x="252064" y="826855"/>
                  <a:pt x="238632" y="826855"/>
                </a:cubicBezTo>
                <a:cubicBezTo>
                  <a:pt x="225200" y="826855"/>
                  <a:pt x="214312" y="815967"/>
                  <a:pt x="214312" y="802535"/>
                </a:cubicBezTo>
                <a:cubicBezTo>
                  <a:pt x="214312" y="789103"/>
                  <a:pt x="225200" y="778215"/>
                  <a:pt x="238632" y="778215"/>
                </a:cubicBezTo>
                <a:close/>
                <a:moveTo>
                  <a:pt x="131476" y="778215"/>
                </a:moveTo>
                <a:cubicBezTo>
                  <a:pt x="144908" y="778215"/>
                  <a:pt x="155796" y="789103"/>
                  <a:pt x="155796" y="802535"/>
                </a:cubicBezTo>
                <a:cubicBezTo>
                  <a:pt x="155796" y="815967"/>
                  <a:pt x="144908" y="826855"/>
                  <a:pt x="131476" y="826855"/>
                </a:cubicBezTo>
                <a:cubicBezTo>
                  <a:pt x="118044" y="826855"/>
                  <a:pt x="107156" y="815967"/>
                  <a:pt x="107156" y="802535"/>
                </a:cubicBezTo>
                <a:cubicBezTo>
                  <a:pt x="107156" y="789103"/>
                  <a:pt x="118044" y="778215"/>
                  <a:pt x="131476" y="778215"/>
                </a:cubicBezTo>
                <a:close/>
                <a:moveTo>
                  <a:pt x="24320" y="778215"/>
                </a:moveTo>
                <a:cubicBezTo>
                  <a:pt x="37752" y="778215"/>
                  <a:pt x="48640" y="789103"/>
                  <a:pt x="48640" y="802535"/>
                </a:cubicBezTo>
                <a:cubicBezTo>
                  <a:pt x="48640" y="815967"/>
                  <a:pt x="37752" y="826855"/>
                  <a:pt x="24320" y="826855"/>
                </a:cubicBezTo>
                <a:cubicBezTo>
                  <a:pt x="10888" y="826855"/>
                  <a:pt x="0" y="815967"/>
                  <a:pt x="0" y="802535"/>
                </a:cubicBezTo>
                <a:cubicBezTo>
                  <a:pt x="0" y="789103"/>
                  <a:pt x="10888" y="778215"/>
                  <a:pt x="24320" y="778215"/>
                </a:cubicBezTo>
                <a:close/>
                <a:moveTo>
                  <a:pt x="452944" y="622572"/>
                </a:moveTo>
                <a:cubicBezTo>
                  <a:pt x="466376" y="622572"/>
                  <a:pt x="477264" y="633460"/>
                  <a:pt x="477264" y="646892"/>
                </a:cubicBezTo>
                <a:cubicBezTo>
                  <a:pt x="477264" y="660324"/>
                  <a:pt x="466376" y="671212"/>
                  <a:pt x="452944" y="671212"/>
                </a:cubicBezTo>
                <a:cubicBezTo>
                  <a:pt x="439512" y="671212"/>
                  <a:pt x="428624" y="660324"/>
                  <a:pt x="428624" y="646892"/>
                </a:cubicBezTo>
                <a:cubicBezTo>
                  <a:pt x="428624" y="633460"/>
                  <a:pt x="439512" y="622572"/>
                  <a:pt x="452944" y="622572"/>
                </a:cubicBezTo>
                <a:close/>
                <a:moveTo>
                  <a:pt x="345788" y="622572"/>
                </a:moveTo>
                <a:cubicBezTo>
                  <a:pt x="359220" y="622572"/>
                  <a:pt x="370108" y="633460"/>
                  <a:pt x="370108" y="646892"/>
                </a:cubicBezTo>
                <a:cubicBezTo>
                  <a:pt x="370108" y="660324"/>
                  <a:pt x="359220" y="671212"/>
                  <a:pt x="345788" y="671212"/>
                </a:cubicBezTo>
                <a:cubicBezTo>
                  <a:pt x="332356" y="671212"/>
                  <a:pt x="321468" y="660324"/>
                  <a:pt x="321468" y="646892"/>
                </a:cubicBezTo>
                <a:cubicBezTo>
                  <a:pt x="321468" y="633460"/>
                  <a:pt x="332356" y="622572"/>
                  <a:pt x="345788" y="622572"/>
                </a:cubicBezTo>
                <a:close/>
                <a:moveTo>
                  <a:pt x="238632" y="622572"/>
                </a:moveTo>
                <a:cubicBezTo>
                  <a:pt x="252064" y="622572"/>
                  <a:pt x="262952" y="633460"/>
                  <a:pt x="262952" y="646892"/>
                </a:cubicBezTo>
                <a:cubicBezTo>
                  <a:pt x="262952" y="660324"/>
                  <a:pt x="252064" y="671212"/>
                  <a:pt x="238632" y="671212"/>
                </a:cubicBezTo>
                <a:cubicBezTo>
                  <a:pt x="225200" y="671212"/>
                  <a:pt x="214312" y="660324"/>
                  <a:pt x="214312" y="646892"/>
                </a:cubicBezTo>
                <a:cubicBezTo>
                  <a:pt x="214312" y="633460"/>
                  <a:pt x="225200" y="622572"/>
                  <a:pt x="238632" y="622572"/>
                </a:cubicBezTo>
                <a:close/>
                <a:moveTo>
                  <a:pt x="131476" y="622572"/>
                </a:moveTo>
                <a:cubicBezTo>
                  <a:pt x="144908" y="622572"/>
                  <a:pt x="155796" y="633460"/>
                  <a:pt x="155796" y="646892"/>
                </a:cubicBezTo>
                <a:cubicBezTo>
                  <a:pt x="155796" y="660324"/>
                  <a:pt x="144908" y="671212"/>
                  <a:pt x="131476" y="671212"/>
                </a:cubicBezTo>
                <a:cubicBezTo>
                  <a:pt x="118044" y="671212"/>
                  <a:pt x="107156" y="660324"/>
                  <a:pt x="107156" y="646892"/>
                </a:cubicBezTo>
                <a:cubicBezTo>
                  <a:pt x="107156" y="633460"/>
                  <a:pt x="118044" y="622572"/>
                  <a:pt x="131476" y="622572"/>
                </a:cubicBezTo>
                <a:close/>
                <a:moveTo>
                  <a:pt x="24320" y="622572"/>
                </a:moveTo>
                <a:cubicBezTo>
                  <a:pt x="37752" y="622572"/>
                  <a:pt x="48640" y="633460"/>
                  <a:pt x="48640" y="646892"/>
                </a:cubicBezTo>
                <a:cubicBezTo>
                  <a:pt x="48640" y="660324"/>
                  <a:pt x="37752" y="671212"/>
                  <a:pt x="24320" y="671212"/>
                </a:cubicBezTo>
                <a:cubicBezTo>
                  <a:pt x="10888" y="671212"/>
                  <a:pt x="0" y="660324"/>
                  <a:pt x="0" y="646892"/>
                </a:cubicBezTo>
                <a:cubicBezTo>
                  <a:pt x="0" y="633460"/>
                  <a:pt x="10888" y="622572"/>
                  <a:pt x="24320" y="622572"/>
                </a:cubicBezTo>
                <a:close/>
                <a:moveTo>
                  <a:pt x="24320" y="466929"/>
                </a:moveTo>
                <a:cubicBezTo>
                  <a:pt x="37752" y="466929"/>
                  <a:pt x="48640" y="477817"/>
                  <a:pt x="48640" y="491249"/>
                </a:cubicBezTo>
                <a:cubicBezTo>
                  <a:pt x="48640" y="504681"/>
                  <a:pt x="37752" y="515569"/>
                  <a:pt x="24320" y="515569"/>
                </a:cubicBezTo>
                <a:cubicBezTo>
                  <a:pt x="10888" y="515569"/>
                  <a:pt x="0" y="504681"/>
                  <a:pt x="0" y="491249"/>
                </a:cubicBezTo>
                <a:cubicBezTo>
                  <a:pt x="0" y="477817"/>
                  <a:pt x="10888" y="466929"/>
                  <a:pt x="24320" y="466929"/>
                </a:cubicBezTo>
                <a:close/>
                <a:moveTo>
                  <a:pt x="131476" y="466929"/>
                </a:moveTo>
                <a:cubicBezTo>
                  <a:pt x="144908" y="466929"/>
                  <a:pt x="155796" y="477817"/>
                  <a:pt x="155796" y="491249"/>
                </a:cubicBezTo>
                <a:cubicBezTo>
                  <a:pt x="155796" y="504681"/>
                  <a:pt x="144908" y="515569"/>
                  <a:pt x="131476" y="515569"/>
                </a:cubicBezTo>
                <a:cubicBezTo>
                  <a:pt x="118044" y="515569"/>
                  <a:pt x="107156" y="504681"/>
                  <a:pt x="107156" y="491249"/>
                </a:cubicBezTo>
                <a:cubicBezTo>
                  <a:pt x="107156" y="477817"/>
                  <a:pt x="118044" y="466929"/>
                  <a:pt x="131476" y="466929"/>
                </a:cubicBezTo>
                <a:close/>
                <a:moveTo>
                  <a:pt x="238632" y="466929"/>
                </a:moveTo>
                <a:cubicBezTo>
                  <a:pt x="252064" y="466929"/>
                  <a:pt x="262952" y="477817"/>
                  <a:pt x="262952" y="491249"/>
                </a:cubicBezTo>
                <a:cubicBezTo>
                  <a:pt x="262952" y="504681"/>
                  <a:pt x="252064" y="515569"/>
                  <a:pt x="238632" y="515569"/>
                </a:cubicBezTo>
                <a:cubicBezTo>
                  <a:pt x="225200" y="515569"/>
                  <a:pt x="214312" y="504681"/>
                  <a:pt x="214312" y="491249"/>
                </a:cubicBezTo>
                <a:cubicBezTo>
                  <a:pt x="214312" y="477817"/>
                  <a:pt x="225200" y="466929"/>
                  <a:pt x="238632" y="466929"/>
                </a:cubicBezTo>
                <a:close/>
                <a:moveTo>
                  <a:pt x="345788" y="466929"/>
                </a:moveTo>
                <a:cubicBezTo>
                  <a:pt x="359220" y="466929"/>
                  <a:pt x="370108" y="477817"/>
                  <a:pt x="370108" y="491249"/>
                </a:cubicBezTo>
                <a:cubicBezTo>
                  <a:pt x="370108" y="504681"/>
                  <a:pt x="359220" y="515569"/>
                  <a:pt x="345788" y="515569"/>
                </a:cubicBezTo>
                <a:cubicBezTo>
                  <a:pt x="332356" y="515569"/>
                  <a:pt x="321468" y="504681"/>
                  <a:pt x="321468" y="491249"/>
                </a:cubicBezTo>
                <a:cubicBezTo>
                  <a:pt x="321468" y="477817"/>
                  <a:pt x="332356" y="466929"/>
                  <a:pt x="345788" y="466929"/>
                </a:cubicBezTo>
                <a:close/>
                <a:moveTo>
                  <a:pt x="452944" y="466929"/>
                </a:moveTo>
                <a:cubicBezTo>
                  <a:pt x="466376" y="466929"/>
                  <a:pt x="477264" y="477817"/>
                  <a:pt x="477264" y="491249"/>
                </a:cubicBezTo>
                <a:cubicBezTo>
                  <a:pt x="477264" y="504681"/>
                  <a:pt x="466376" y="515569"/>
                  <a:pt x="452944" y="515569"/>
                </a:cubicBezTo>
                <a:cubicBezTo>
                  <a:pt x="439512" y="515569"/>
                  <a:pt x="428624" y="504681"/>
                  <a:pt x="428624" y="491249"/>
                </a:cubicBezTo>
                <a:cubicBezTo>
                  <a:pt x="428624" y="477817"/>
                  <a:pt x="439512" y="466929"/>
                  <a:pt x="452944" y="466929"/>
                </a:cubicBezTo>
                <a:close/>
                <a:moveTo>
                  <a:pt x="24320" y="311287"/>
                </a:moveTo>
                <a:cubicBezTo>
                  <a:pt x="37752" y="311287"/>
                  <a:pt x="48640" y="322175"/>
                  <a:pt x="48640" y="335607"/>
                </a:cubicBezTo>
                <a:cubicBezTo>
                  <a:pt x="48640" y="349038"/>
                  <a:pt x="37752" y="359926"/>
                  <a:pt x="24320" y="359926"/>
                </a:cubicBezTo>
                <a:cubicBezTo>
                  <a:pt x="10888" y="359926"/>
                  <a:pt x="0" y="349038"/>
                  <a:pt x="0" y="335607"/>
                </a:cubicBezTo>
                <a:cubicBezTo>
                  <a:pt x="0" y="322175"/>
                  <a:pt x="10888" y="311287"/>
                  <a:pt x="24320" y="311287"/>
                </a:cubicBezTo>
                <a:close/>
                <a:moveTo>
                  <a:pt x="131476" y="311286"/>
                </a:moveTo>
                <a:cubicBezTo>
                  <a:pt x="144908" y="311286"/>
                  <a:pt x="155796" y="322174"/>
                  <a:pt x="155796" y="335606"/>
                </a:cubicBezTo>
                <a:cubicBezTo>
                  <a:pt x="155796" y="349038"/>
                  <a:pt x="144908" y="359926"/>
                  <a:pt x="131476" y="359926"/>
                </a:cubicBezTo>
                <a:cubicBezTo>
                  <a:pt x="118044" y="359926"/>
                  <a:pt x="107156" y="349038"/>
                  <a:pt x="107156" y="335606"/>
                </a:cubicBezTo>
                <a:cubicBezTo>
                  <a:pt x="107156" y="322174"/>
                  <a:pt x="118044" y="311286"/>
                  <a:pt x="131476" y="311286"/>
                </a:cubicBezTo>
                <a:close/>
                <a:moveTo>
                  <a:pt x="238632" y="311286"/>
                </a:moveTo>
                <a:cubicBezTo>
                  <a:pt x="252064" y="311286"/>
                  <a:pt x="262952" y="322174"/>
                  <a:pt x="262952" y="335606"/>
                </a:cubicBezTo>
                <a:cubicBezTo>
                  <a:pt x="262952" y="349038"/>
                  <a:pt x="252064" y="359926"/>
                  <a:pt x="238632" y="359926"/>
                </a:cubicBezTo>
                <a:cubicBezTo>
                  <a:pt x="225200" y="359926"/>
                  <a:pt x="214312" y="349038"/>
                  <a:pt x="214312" y="335606"/>
                </a:cubicBezTo>
                <a:cubicBezTo>
                  <a:pt x="214312" y="322174"/>
                  <a:pt x="225200" y="311286"/>
                  <a:pt x="238632" y="311286"/>
                </a:cubicBezTo>
                <a:close/>
                <a:moveTo>
                  <a:pt x="345788" y="311286"/>
                </a:moveTo>
                <a:cubicBezTo>
                  <a:pt x="359220" y="311286"/>
                  <a:pt x="370108" y="322174"/>
                  <a:pt x="370108" y="335606"/>
                </a:cubicBezTo>
                <a:cubicBezTo>
                  <a:pt x="370108" y="349038"/>
                  <a:pt x="359220" y="359926"/>
                  <a:pt x="345788" y="359926"/>
                </a:cubicBezTo>
                <a:cubicBezTo>
                  <a:pt x="332356" y="359926"/>
                  <a:pt x="321468" y="349038"/>
                  <a:pt x="321468" y="335606"/>
                </a:cubicBezTo>
                <a:cubicBezTo>
                  <a:pt x="321468" y="322174"/>
                  <a:pt x="332356" y="311286"/>
                  <a:pt x="345788" y="311286"/>
                </a:cubicBezTo>
                <a:close/>
                <a:moveTo>
                  <a:pt x="452944" y="311286"/>
                </a:moveTo>
                <a:cubicBezTo>
                  <a:pt x="466376" y="311286"/>
                  <a:pt x="477264" y="322174"/>
                  <a:pt x="477264" y="335606"/>
                </a:cubicBezTo>
                <a:cubicBezTo>
                  <a:pt x="477264" y="349038"/>
                  <a:pt x="466376" y="359926"/>
                  <a:pt x="452944" y="359926"/>
                </a:cubicBezTo>
                <a:cubicBezTo>
                  <a:pt x="439512" y="359926"/>
                  <a:pt x="428624" y="349038"/>
                  <a:pt x="428624" y="335606"/>
                </a:cubicBezTo>
                <a:cubicBezTo>
                  <a:pt x="428624" y="322174"/>
                  <a:pt x="439512" y="311286"/>
                  <a:pt x="452944" y="311286"/>
                </a:cubicBezTo>
                <a:close/>
                <a:moveTo>
                  <a:pt x="24320" y="155643"/>
                </a:moveTo>
                <a:cubicBezTo>
                  <a:pt x="37752" y="155643"/>
                  <a:pt x="48640" y="166531"/>
                  <a:pt x="48640" y="179963"/>
                </a:cubicBezTo>
                <a:cubicBezTo>
                  <a:pt x="48640" y="193395"/>
                  <a:pt x="37752" y="204283"/>
                  <a:pt x="24320" y="204283"/>
                </a:cubicBezTo>
                <a:cubicBezTo>
                  <a:pt x="10888" y="204283"/>
                  <a:pt x="0" y="193395"/>
                  <a:pt x="0" y="179963"/>
                </a:cubicBezTo>
                <a:cubicBezTo>
                  <a:pt x="0" y="166531"/>
                  <a:pt x="10888" y="155643"/>
                  <a:pt x="24320" y="155643"/>
                </a:cubicBezTo>
                <a:close/>
                <a:moveTo>
                  <a:pt x="131476" y="155643"/>
                </a:moveTo>
                <a:cubicBezTo>
                  <a:pt x="144908" y="155643"/>
                  <a:pt x="155796" y="166531"/>
                  <a:pt x="155796" y="179963"/>
                </a:cubicBezTo>
                <a:cubicBezTo>
                  <a:pt x="155796" y="193395"/>
                  <a:pt x="144908" y="204283"/>
                  <a:pt x="131476" y="204283"/>
                </a:cubicBezTo>
                <a:cubicBezTo>
                  <a:pt x="118044" y="204283"/>
                  <a:pt x="107156" y="193395"/>
                  <a:pt x="107156" y="179963"/>
                </a:cubicBezTo>
                <a:cubicBezTo>
                  <a:pt x="107156" y="166531"/>
                  <a:pt x="118044" y="155643"/>
                  <a:pt x="131476" y="155643"/>
                </a:cubicBezTo>
                <a:close/>
                <a:moveTo>
                  <a:pt x="238632" y="155643"/>
                </a:moveTo>
                <a:cubicBezTo>
                  <a:pt x="252064" y="155643"/>
                  <a:pt x="262952" y="166531"/>
                  <a:pt x="262952" y="179963"/>
                </a:cubicBezTo>
                <a:cubicBezTo>
                  <a:pt x="262952" y="193395"/>
                  <a:pt x="252064" y="204283"/>
                  <a:pt x="238632" y="204283"/>
                </a:cubicBezTo>
                <a:cubicBezTo>
                  <a:pt x="225200" y="204283"/>
                  <a:pt x="214312" y="193395"/>
                  <a:pt x="214312" y="179963"/>
                </a:cubicBezTo>
                <a:cubicBezTo>
                  <a:pt x="214312" y="166531"/>
                  <a:pt x="225200" y="155643"/>
                  <a:pt x="238632" y="155643"/>
                </a:cubicBezTo>
                <a:close/>
                <a:moveTo>
                  <a:pt x="345788" y="155643"/>
                </a:moveTo>
                <a:cubicBezTo>
                  <a:pt x="359220" y="155643"/>
                  <a:pt x="370108" y="166531"/>
                  <a:pt x="370108" y="179963"/>
                </a:cubicBezTo>
                <a:cubicBezTo>
                  <a:pt x="370108" y="193395"/>
                  <a:pt x="359220" y="204283"/>
                  <a:pt x="345788" y="204283"/>
                </a:cubicBezTo>
                <a:cubicBezTo>
                  <a:pt x="332356" y="204283"/>
                  <a:pt x="321468" y="193395"/>
                  <a:pt x="321468" y="179963"/>
                </a:cubicBezTo>
                <a:cubicBezTo>
                  <a:pt x="321468" y="166531"/>
                  <a:pt x="332356" y="155643"/>
                  <a:pt x="345788" y="155643"/>
                </a:cubicBezTo>
                <a:close/>
                <a:moveTo>
                  <a:pt x="452944" y="155643"/>
                </a:moveTo>
                <a:cubicBezTo>
                  <a:pt x="466376" y="155643"/>
                  <a:pt x="477264" y="166531"/>
                  <a:pt x="477264" y="179963"/>
                </a:cubicBezTo>
                <a:cubicBezTo>
                  <a:pt x="477264" y="193395"/>
                  <a:pt x="466376" y="204283"/>
                  <a:pt x="452944" y="204283"/>
                </a:cubicBezTo>
                <a:cubicBezTo>
                  <a:pt x="439512" y="204283"/>
                  <a:pt x="428624" y="193395"/>
                  <a:pt x="428624" y="179963"/>
                </a:cubicBezTo>
                <a:cubicBezTo>
                  <a:pt x="428624" y="166531"/>
                  <a:pt x="439512" y="155643"/>
                  <a:pt x="452944" y="155643"/>
                </a:cubicBezTo>
                <a:close/>
                <a:moveTo>
                  <a:pt x="452944" y="0"/>
                </a:moveTo>
                <a:cubicBezTo>
                  <a:pt x="466376" y="0"/>
                  <a:pt x="477264" y="10888"/>
                  <a:pt x="477264" y="24320"/>
                </a:cubicBezTo>
                <a:cubicBezTo>
                  <a:pt x="477264" y="37752"/>
                  <a:pt x="466376" y="48640"/>
                  <a:pt x="452944" y="48640"/>
                </a:cubicBezTo>
                <a:cubicBezTo>
                  <a:pt x="439512" y="48640"/>
                  <a:pt x="428624" y="37752"/>
                  <a:pt x="428624" y="24320"/>
                </a:cubicBezTo>
                <a:cubicBezTo>
                  <a:pt x="428624" y="10888"/>
                  <a:pt x="439512" y="0"/>
                  <a:pt x="452944" y="0"/>
                </a:cubicBezTo>
                <a:close/>
                <a:moveTo>
                  <a:pt x="345788" y="0"/>
                </a:moveTo>
                <a:cubicBezTo>
                  <a:pt x="359220" y="0"/>
                  <a:pt x="370108" y="10888"/>
                  <a:pt x="370108" y="24320"/>
                </a:cubicBezTo>
                <a:cubicBezTo>
                  <a:pt x="370108" y="37752"/>
                  <a:pt x="359220" y="48640"/>
                  <a:pt x="345788" y="48640"/>
                </a:cubicBezTo>
                <a:cubicBezTo>
                  <a:pt x="332356" y="48640"/>
                  <a:pt x="321468" y="37752"/>
                  <a:pt x="321468" y="24320"/>
                </a:cubicBezTo>
                <a:cubicBezTo>
                  <a:pt x="321468" y="10888"/>
                  <a:pt x="332356" y="0"/>
                  <a:pt x="345788" y="0"/>
                </a:cubicBezTo>
                <a:close/>
                <a:moveTo>
                  <a:pt x="238632" y="0"/>
                </a:moveTo>
                <a:cubicBezTo>
                  <a:pt x="252064" y="0"/>
                  <a:pt x="262952" y="10888"/>
                  <a:pt x="262952" y="24320"/>
                </a:cubicBezTo>
                <a:cubicBezTo>
                  <a:pt x="262952" y="37752"/>
                  <a:pt x="252064" y="48640"/>
                  <a:pt x="238632" y="48640"/>
                </a:cubicBezTo>
                <a:cubicBezTo>
                  <a:pt x="225200" y="48640"/>
                  <a:pt x="214312" y="37752"/>
                  <a:pt x="214312" y="24320"/>
                </a:cubicBezTo>
                <a:cubicBezTo>
                  <a:pt x="214312" y="10888"/>
                  <a:pt x="225200" y="0"/>
                  <a:pt x="238632" y="0"/>
                </a:cubicBezTo>
                <a:close/>
                <a:moveTo>
                  <a:pt x="131476" y="0"/>
                </a:moveTo>
                <a:cubicBezTo>
                  <a:pt x="144908" y="0"/>
                  <a:pt x="155796" y="10888"/>
                  <a:pt x="155796" y="24320"/>
                </a:cubicBezTo>
                <a:cubicBezTo>
                  <a:pt x="155796" y="37752"/>
                  <a:pt x="144908" y="48640"/>
                  <a:pt x="131476" y="48640"/>
                </a:cubicBezTo>
                <a:cubicBezTo>
                  <a:pt x="118044" y="48640"/>
                  <a:pt x="107156" y="37752"/>
                  <a:pt x="107156" y="24320"/>
                </a:cubicBezTo>
                <a:cubicBezTo>
                  <a:pt x="107156" y="10888"/>
                  <a:pt x="118044" y="0"/>
                  <a:pt x="131476" y="0"/>
                </a:cubicBezTo>
                <a:close/>
                <a:moveTo>
                  <a:pt x="24320" y="0"/>
                </a:moveTo>
                <a:cubicBezTo>
                  <a:pt x="37752" y="0"/>
                  <a:pt x="48640" y="10888"/>
                  <a:pt x="48640" y="24320"/>
                </a:cubicBezTo>
                <a:cubicBezTo>
                  <a:pt x="48640" y="37752"/>
                  <a:pt x="37752" y="48640"/>
                  <a:pt x="24320" y="48640"/>
                </a:cubicBezTo>
                <a:cubicBezTo>
                  <a:pt x="10888" y="48640"/>
                  <a:pt x="0" y="37752"/>
                  <a:pt x="0" y="24320"/>
                </a:cubicBezTo>
                <a:cubicBezTo>
                  <a:pt x="0" y="10888"/>
                  <a:pt x="10888" y="0"/>
                  <a:pt x="24320" y="0"/>
                </a:cubicBezTo>
                <a:close/>
              </a:path>
            </a:pathLst>
          </a:cu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sp>
        <p:nvSpPr>
          <p:cNvPr id="27" name="矩形 26"/>
          <p:cNvSpPr/>
          <p:nvPr/>
        </p:nvSpPr>
        <p:spPr>
          <a:xfrm>
            <a:off x="11933555" y="543560"/>
            <a:ext cx="258445" cy="111760"/>
          </a:xfrm>
          <a:prstGeom prst="rect">
            <a:avLst/>
          </a:prstGeom>
          <a:solidFill>
            <a:srgbClr val="62EFF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lumMod val="85000"/>
                  <a:lumOff val="15000"/>
                </a:schemeClr>
              </a:solidFill>
            </a:endParaRPr>
          </a:p>
        </p:txBody>
      </p:sp>
      <p:grpSp>
        <p:nvGrpSpPr>
          <p:cNvPr id="10" name="组合 9"/>
          <p:cNvGrpSpPr/>
          <p:nvPr/>
        </p:nvGrpSpPr>
        <p:grpSpPr>
          <a:xfrm>
            <a:off x="284882" y="241573"/>
            <a:ext cx="6998335" cy="626543"/>
            <a:chOff x="284882" y="285115"/>
            <a:chExt cx="6998335" cy="626543"/>
          </a:xfrm>
        </p:grpSpPr>
        <p:sp>
          <p:nvSpPr>
            <p:cNvPr id="21" name="文本框 20"/>
            <p:cNvSpPr txBox="1"/>
            <p:nvPr/>
          </p:nvSpPr>
          <p:spPr>
            <a:xfrm>
              <a:off x="831617" y="285115"/>
              <a:ext cx="6451600" cy="583565"/>
            </a:xfrm>
            <a:prstGeom prst="rect">
              <a:avLst/>
            </a:prstGeom>
            <a:noFill/>
          </p:spPr>
          <p:txBody>
            <a:bodyPr wrap="square" rtlCol="0">
              <a:spAutoFit/>
            </a:bodyPr>
            <a:lstStyle/>
            <a:p>
              <a:r>
                <a:rPr lang="zh-CN" altLang="en-US" sz="3200" dirty="0">
                  <a:solidFill>
                    <a:schemeClr val="tx1">
                      <a:lumMod val="85000"/>
                      <a:lumOff val="15000"/>
                    </a:schemeClr>
                  </a:solidFill>
                  <a:latin typeface="报隶-简" panose="02010600040101010101" charset="-122"/>
                  <a:ea typeface="报隶-简" panose="02010600040101010101" charset="-122"/>
                  <a:cs typeface="+mn-ea"/>
                  <a:sym typeface="+mn-lt"/>
                </a:rPr>
                <a:t>未来</a:t>
              </a:r>
              <a:r>
                <a:rPr lang="zh-CN" altLang="en-US" sz="3200" dirty="0">
                  <a:solidFill>
                    <a:schemeClr val="tx1">
                      <a:lumMod val="85000"/>
                      <a:lumOff val="15000"/>
                    </a:schemeClr>
                  </a:solidFill>
                  <a:latin typeface="报隶-简" panose="02010600040101010101" charset="-122"/>
                  <a:ea typeface="报隶-简" panose="02010600040101010101" charset="-122"/>
                  <a:cs typeface="+mn-ea"/>
                  <a:sym typeface="+mn-lt"/>
                </a:rPr>
                <a:t>展望</a:t>
              </a:r>
              <a:endParaRPr lang="zh-CN" altLang="en-US" sz="3200" dirty="0">
                <a:solidFill>
                  <a:schemeClr val="tx1">
                    <a:lumMod val="85000"/>
                    <a:lumOff val="15000"/>
                  </a:schemeClr>
                </a:solidFill>
                <a:latin typeface="报隶-简" panose="02010600040101010101" charset="-122"/>
                <a:ea typeface="报隶-简" panose="02010600040101010101" charset="-122"/>
                <a:cs typeface="+mn-ea"/>
                <a:sym typeface="+mn-lt"/>
              </a:endParaRPr>
            </a:p>
          </p:txBody>
        </p:sp>
        <p:grpSp>
          <p:nvGrpSpPr>
            <p:cNvPr id="13" name="组合 12"/>
            <p:cNvGrpSpPr/>
            <p:nvPr/>
          </p:nvGrpSpPr>
          <p:grpSpPr>
            <a:xfrm>
              <a:off x="284882" y="369226"/>
              <a:ext cx="542432" cy="542432"/>
              <a:chOff x="4058577" y="4375150"/>
              <a:chExt cx="1384300" cy="1384300"/>
            </a:xfrm>
          </p:grpSpPr>
          <p:sp>
            <p:nvSpPr>
              <p:cNvPr id="9" name="椭圆 8"/>
              <p:cNvSpPr/>
              <p:nvPr/>
            </p:nvSpPr>
            <p:spPr>
              <a:xfrm>
                <a:off x="4058577" y="4375150"/>
                <a:ext cx="1384300" cy="1384300"/>
              </a:xfrm>
              <a:prstGeom prst="ellipse">
                <a:avLst/>
              </a:prstGeom>
              <a:gradFill flip="none" rotWithShape="1">
                <a:gsLst>
                  <a:gs pos="38000">
                    <a:srgbClr val="62EFFE"/>
                  </a:gs>
                  <a:gs pos="90000">
                    <a:srgbClr val="02ECFE"/>
                  </a:gs>
                </a:gsLst>
                <a:lin ang="54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a:solidFill>
                    <a:schemeClr val="tx1">
                      <a:lumMod val="85000"/>
                      <a:lumOff val="15000"/>
                    </a:schemeClr>
                  </a:solidFill>
                  <a:latin typeface="思源黑体 CN Bold" panose="020B0800000000000000" pitchFamily="34" charset="-122"/>
                  <a:ea typeface="思源黑体 CN Bold" panose="020B0800000000000000" pitchFamily="34" charset="-122"/>
                  <a:cs typeface="+mn-ea"/>
                </a:endParaRPr>
              </a:p>
            </p:txBody>
          </p:sp>
          <p:pic>
            <p:nvPicPr>
              <p:cNvPr id="11" name="图片 10"/>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4311650" y="4619625"/>
                <a:ext cx="889000" cy="889000"/>
              </a:xfrm>
              <a:prstGeom prst="rect">
                <a:avLst/>
              </a:prstGeom>
            </p:spPr>
          </p:pic>
        </p:grpSp>
      </p:grpSp>
      <p:sp>
        <p:nvSpPr>
          <p:cNvPr id="12" name="文本框 11"/>
          <p:cNvSpPr txBox="1"/>
          <p:nvPr/>
        </p:nvSpPr>
        <p:spPr>
          <a:xfrm>
            <a:off x="9031605" y="569557"/>
            <a:ext cx="2705562" cy="337185"/>
          </a:xfrm>
          <a:prstGeom prst="rect">
            <a:avLst/>
          </a:prstGeom>
          <a:noFill/>
        </p:spPr>
        <p:txBody>
          <a:bodyPr wrap="square" rtlCol="0">
            <a:spAutoFit/>
          </a:bodyPr>
          <a:p>
            <a:pPr algn="dist"/>
            <a:r>
              <a:rPr lang="zh-CN" altLang="en-US" sz="1600" b="1" dirty="0">
                <a:solidFill>
                  <a:schemeClr val="tx1"/>
                </a:solidFill>
                <a:latin typeface="思源黑体 CN Normal" panose="020B0400000000000000" pitchFamily="34" charset="-122"/>
                <a:ea typeface="思源黑体 CN Normal" panose="020B0400000000000000" pitchFamily="34" charset="-122"/>
                <a:cs typeface="+mn-ea"/>
                <a:sym typeface="+mn-lt"/>
              </a:rPr>
              <a:t>20</a:t>
            </a:r>
            <a:r>
              <a:rPr lang="en-US" altLang="zh-CN" sz="1600" b="1" dirty="0">
                <a:solidFill>
                  <a:schemeClr val="tx1"/>
                </a:solidFill>
                <a:latin typeface="思源黑体 CN Normal" panose="020B0400000000000000" pitchFamily="34" charset="-122"/>
                <a:ea typeface="思源黑体 CN Normal" panose="020B0400000000000000" pitchFamily="34" charset="-122"/>
                <a:cs typeface="+mn-ea"/>
                <a:sym typeface="+mn-lt"/>
              </a:rPr>
              <a:t>23Google</a:t>
            </a:r>
            <a:r>
              <a:rPr lang="zh-CN" altLang="en-US" sz="1600" b="1" dirty="0">
                <a:solidFill>
                  <a:schemeClr val="tx1"/>
                </a:solidFill>
                <a:latin typeface="思源黑体 CN Normal" panose="020B0400000000000000" pitchFamily="34" charset="-122"/>
                <a:ea typeface="思源黑体 CN Normal" panose="020B0400000000000000" pitchFamily="34" charset="-122"/>
                <a:cs typeface="+mn-ea"/>
                <a:sym typeface="+mn-lt"/>
              </a:rPr>
              <a:t>开发者大会</a:t>
            </a:r>
            <a:endParaRPr lang="zh-CN" altLang="en-US" sz="1600" b="1" dirty="0">
              <a:solidFill>
                <a:schemeClr val="tx1"/>
              </a:solidFill>
              <a:latin typeface="思源黑体 CN Normal" panose="020B0400000000000000" pitchFamily="34" charset="-122"/>
              <a:ea typeface="思源黑体 CN Normal" panose="020B0400000000000000" pitchFamily="34" charset="-122"/>
              <a:cs typeface="+mn-ea"/>
              <a:sym typeface="+mn-lt"/>
            </a:endParaRPr>
          </a:p>
        </p:txBody>
      </p:sp>
      <p:sp>
        <p:nvSpPr>
          <p:cNvPr id="15" name="文本框 14"/>
          <p:cNvSpPr txBox="1"/>
          <p:nvPr/>
        </p:nvSpPr>
        <p:spPr>
          <a:xfrm>
            <a:off x="981316" y="1994937"/>
            <a:ext cx="9991484" cy="3138170"/>
          </a:xfrm>
          <a:prstGeom prst="rect">
            <a:avLst/>
          </a:prstGeom>
          <a:noFill/>
        </p:spPr>
        <p:txBody>
          <a:bodyPr wrap="square">
            <a:spAutoFit/>
          </a:bodyPr>
          <a:p>
            <a:pPr marL="342900" indent="-342900">
              <a:buFont typeface="Wingdings" panose="05000000000000000000" pitchFamily="2" charset="2"/>
              <a:buChar char="l"/>
            </a:pPr>
            <a:r>
              <a:rPr lang="zh-CN" altLang="en-US" dirty="0">
                <a:solidFill>
                  <a:schemeClr val="tx1"/>
                </a:solidFill>
                <a:latin typeface="汉仪中宋简" panose="02010600000101010101" charset="-122"/>
                <a:ea typeface="汉仪中宋简" panose="02010600000101010101" charset="-122"/>
                <a:cs typeface="汉仪中宋简" panose="02010600000101010101" charset="-122"/>
                <a:sym typeface="+mn-ea"/>
              </a:rPr>
              <a:t>总结：</a:t>
            </a:r>
            <a:endParaRPr lang="zh-CN" altLang="en-US" dirty="0">
              <a:solidFill>
                <a:schemeClr val="tx1"/>
              </a:solidFill>
              <a:latin typeface="汉仪中宋简" panose="02010600000101010101" charset="-122"/>
              <a:ea typeface="汉仪中宋简" panose="02010600000101010101" charset="-122"/>
              <a:cs typeface="汉仪中宋简" panose="02010600000101010101" charset="-122"/>
            </a:endParaRPr>
          </a:p>
          <a:p>
            <a:pPr marL="1257300" lvl="2" indent="-342900">
              <a:buFont typeface="Wingdings" panose="05000000000000000000" pitchFamily="2" charset="2"/>
              <a:buChar char="Ø"/>
            </a:pPr>
            <a:r>
              <a:rPr lang="zh-CN" altLang="en-US" dirty="0">
                <a:solidFill>
                  <a:schemeClr val="tx1"/>
                </a:solidFill>
                <a:latin typeface="汉仪中宋简" panose="02010600000101010101" charset="-122"/>
                <a:ea typeface="汉仪中宋简" panose="02010600000101010101" charset="-122"/>
                <a:cs typeface="汉仪中宋简" panose="02010600000101010101" charset="-122"/>
                <a:sym typeface="+mn-ea"/>
              </a:rPr>
              <a:t>树模型可解释性强且给出衍生特征构建方向，训练迭代速度快</a:t>
            </a:r>
            <a:endParaRPr lang="zh-CN" altLang="en-US" dirty="0">
              <a:solidFill>
                <a:schemeClr val="tx1"/>
              </a:solidFill>
              <a:latin typeface="汉仪中宋简" panose="02010600000101010101" charset="-122"/>
              <a:ea typeface="汉仪中宋简" panose="02010600000101010101" charset="-122"/>
              <a:cs typeface="汉仪中宋简" panose="02010600000101010101" charset="-122"/>
            </a:endParaRPr>
          </a:p>
          <a:p>
            <a:pPr marL="1257300" lvl="2" indent="-342900">
              <a:buFont typeface="Wingdings" panose="05000000000000000000" pitchFamily="2" charset="2"/>
              <a:buChar char="Ø"/>
            </a:pPr>
            <a:r>
              <a:rPr lang="zh-CN" altLang="en-US" dirty="0">
                <a:solidFill>
                  <a:schemeClr val="tx1"/>
                </a:solidFill>
                <a:latin typeface="汉仪中宋简" panose="02010600000101010101" charset="-122"/>
                <a:ea typeface="汉仪中宋简" panose="02010600000101010101" charset="-122"/>
                <a:cs typeface="汉仪中宋简" panose="02010600000101010101" charset="-122"/>
                <a:sym typeface="+mn-ea"/>
              </a:rPr>
              <a:t>患者诊断、基本检查数据项比较重要，比如收缩压、舒张压、蛋白、</a:t>
            </a:r>
            <a:r>
              <a:rPr lang="en-US" altLang="zh-CN" dirty="0">
                <a:solidFill>
                  <a:schemeClr val="tx1"/>
                </a:solidFill>
                <a:latin typeface="汉仪中宋简" panose="02010600000101010101" charset="-122"/>
                <a:ea typeface="汉仪中宋简" panose="02010600000101010101" charset="-122"/>
                <a:cs typeface="汉仪中宋简" panose="02010600000101010101" charset="-122"/>
                <a:sym typeface="+mn-ea"/>
              </a:rPr>
              <a:t>D-</a:t>
            </a:r>
            <a:r>
              <a:rPr lang="zh-CN" altLang="en-US" dirty="0">
                <a:solidFill>
                  <a:schemeClr val="tx1"/>
                </a:solidFill>
                <a:latin typeface="汉仪中宋简" panose="02010600000101010101" charset="-122"/>
                <a:ea typeface="汉仪中宋简" panose="02010600000101010101" charset="-122"/>
                <a:cs typeface="汉仪中宋简" panose="02010600000101010101" charset="-122"/>
                <a:sym typeface="+mn-ea"/>
              </a:rPr>
              <a:t>二聚体等</a:t>
            </a:r>
            <a:endParaRPr lang="zh-CN" altLang="en-US" dirty="0">
              <a:solidFill>
                <a:schemeClr val="tx1"/>
              </a:solidFill>
              <a:latin typeface="汉仪中宋简" panose="02010600000101010101" charset="-122"/>
              <a:ea typeface="汉仪中宋简" panose="02010600000101010101" charset="-122"/>
              <a:cs typeface="汉仪中宋简" panose="02010600000101010101" charset="-122"/>
              <a:sym typeface="+mn-ea"/>
            </a:endParaRPr>
          </a:p>
          <a:p>
            <a:pPr marL="1257300" lvl="2" indent="-342900">
              <a:buFont typeface="Wingdings" panose="05000000000000000000" pitchFamily="2" charset="2"/>
              <a:buChar char="Ø"/>
            </a:pPr>
            <a:r>
              <a:rPr lang="zh-CN" altLang="en-US" dirty="0">
                <a:solidFill>
                  <a:schemeClr val="tx1"/>
                </a:solidFill>
                <a:latin typeface="汉仪中宋简" panose="02010600000101010101" charset="-122"/>
                <a:ea typeface="汉仪中宋简" panose="02010600000101010101" charset="-122"/>
                <a:cs typeface="汉仪中宋简" panose="02010600000101010101" charset="-122"/>
                <a:sym typeface="+mn-ea"/>
              </a:rPr>
              <a:t>用户历史就诊数据具有潜在挖掘价值，文本预训练模型可以对症状描述以及医生诊断进行有效刻画。</a:t>
            </a:r>
            <a:endParaRPr lang="zh-CN" altLang="en-US" dirty="0">
              <a:solidFill>
                <a:schemeClr val="tx1"/>
              </a:solidFill>
              <a:latin typeface="汉仪中宋简" panose="02010600000101010101" charset="-122"/>
              <a:ea typeface="汉仪中宋简" panose="02010600000101010101" charset="-122"/>
              <a:cs typeface="汉仪中宋简" panose="02010600000101010101" charset="-122"/>
              <a:sym typeface="+mn-ea"/>
            </a:endParaRPr>
          </a:p>
          <a:p>
            <a:pPr marL="1257300" lvl="2" indent="-342900">
              <a:buFont typeface="Wingdings" panose="05000000000000000000" pitchFamily="2" charset="2"/>
              <a:buChar char="Ø"/>
            </a:pPr>
            <a:endParaRPr lang="en-US" altLang="zh-CN" dirty="0">
              <a:solidFill>
                <a:schemeClr val="tx1"/>
              </a:solidFill>
              <a:latin typeface="汉仪中宋简" panose="02010600000101010101" charset="-122"/>
              <a:ea typeface="汉仪中宋简" panose="02010600000101010101" charset="-122"/>
              <a:cs typeface="汉仪中宋简" panose="02010600000101010101" charset="-122"/>
            </a:endParaRPr>
          </a:p>
          <a:p>
            <a:pPr marL="342900" indent="-342900">
              <a:buFont typeface="Wingdings" panose="05000000000000000000" pitchFamily="2" charset="2"/>
              <a:buChar char="l"/>
            </a:pPr>
            <a:r>
              <a:rPr lang="zh-CN" altLang="en-US" dirty="0">
                <a:solidFill>
                  <a:schemeClr val="tx1"/>
                </a:solidFill>
                <a:latin typeface="汉仪中宋简" panose="02010600000101010101" charset="-122"/>
                <a:ea typeface="汉仪中宋简" panose="02010600000101010101" charset="-122"/>
                <a:cs typeface="汉仪中宋简" panose="02010600000101010101" charset="-122"/>
                <a:sym typeface="+mn-ea"/>
              </a:rPr>
              <a:t>展望：</a:t>
            </a:r>
            <a:endParaRPr lang="en-US" altLang="zh-CN" dirty="0">
              <a:solidFill>
                <a:schemeClr val="tx1"/>
              </a:solidFill>
              <a:latin typeface="汉仪中宋简" panose="02010600000101010101" charset="-122"/>
              <a:ea typeface="汉仪中宋简" panose="02010600000101010101" charset="-122"/>
              <a:cs typeface="汉仪中宋简" panose="02010600000101010101" charset="-122"/>
            </a:endParaRPr>
          </a:p>
          <a:p>
            <a:pPr marL="1257300" lvl="2" indent="-342900">
              <a:buFont typeface="Wingdings" panose="05000000000000000000" pitchFamily="2" charset="2"/>
              <a:buChar char="Ø"/>
            </a:pPr>
            <a:r>
              <a:rPr lang="zh-CN" altLang="en-US" dirty="0">
                <a:solidFill>
                  <a:schemeClr val="tx1"/>
                </a:solidFill>
                <a:latin typeface="汉仪中宋简" panose="02010600000101010101" charset="-122"/>
                <a:ea typeface="汉仪中宋简" panose="02010600000101010101" charset="-122"/>
                <a:cs typeface="汉仪中宋简" panose="02010600000101010101" charset="-122"/>
                <a:sym typeface="+mn-ea"/>
              </a:rPr>
              <a:t>通过有监督模型预测无标签数据集，之后进行伪标签学习</a:t>
            </a:r>
            <a:endParaRPr lang="zh-CN" altLang="en-US" dirty="0">
              <a:solidFill>
                <a:schemeClr val="tx1"/>
              </a:solidFill>
              <a:latin typeface="汉仪中宋简" panose="02010600000101010101" charset="-122"/>
              <a:ea typeface="汉仪中宋简" panose="02010600000101010101" charset="-122"/>
              <a:cs typeface="汉仪中宋简" panose="02010600000101010101" charset="-122"/>
            </a:endParaRPr>
          </a:p>
          <a:p>
            <a:pPr marL="1257300" lvl="2" indent="-342900">
              <a:buFont typeface="Wingdings" panose="05000000000000000000" pitchFamily="2" charset="2"/>
              <a:buChar char="Ø"/>
            </a:pPr>
            <a:r>
              <a:rPr lang="zh-CN" altLang="en-US" dirty="0">
                <a:solidFill>
                  <a:schemeClr val="tx1"/>
                </a:solidFill>
                <a:latin typeface="汉仪中宋简" panose="02010600000101010101" charset="-122"/>
                <a:ea typeface="汉仪中宋简" panose="02010600000101010101" charset="-122"/>
                <a:cs typeface="汉仪中宋简" panose="02010600000101010101" charset="-122"/>
                <a:sym typeface="+mn-ea"/>
              </a:rPr>
              <a:t>尝试神经网络模型或者图神经网络的实验效果</a:t>
            </a:r>
            <a:endParaRPr lang="zh-CN" altLang="en-US" dirty="0">
              <a:solidFill>
                <a:schemeClr val="tx1"/>
              </a:solidFill>
              <a:latin typeface="汉仪中宋简" panose="02010600000101010101" charset="-122"/>
              <a:ea typeface="汉仪中宋简" panose="02010600000101010101" charset="-122"/>
              <a:cs typeface="汉仪中宋简" panose="02010600000101010101" charset="-122"/>
              <a:sym typeface="+mn-ea"/>
            </a:endParaRPr>
          </a:p>
          <a:p>
            <a:pPr marL="1257300" lvl="2" indent="-342900">
              <a:buFont typeface="Wingdings" panose="05000000000000000000" pitchFamily="2" charset="2"/>
              <a:buChar char="Ø"/>
            </a:pPr>
            <a:r>
              <a:rPr lang="zh-CN" altLang="en-US" dirty="0">
                <a:solidFill>
                  <a:schemeClr val="tx1"/>
                </a:solidFill>
                <a:latin typeface="汉仪中宋简" panose="02010600000101010101" charset="-122"/>
                <a:ea typeface="汉仪中宋简" panose="02010600000101010101" charset="-122"/>
                <a:cs typeface="汉仪中宋简" panose="02010600000101010101" charset="-122"/>
                <a:sym typeface="+mn-ea"/>
              </a:rPr>
              <a:t>可以结合树模型以及给出的重要特征部署成</a:t>
            </a:r>
            <a:r>
              <a:rPr lang="en-US" altLang="zh-CN" dirty="0">
                <a:solidFill>
                  <a:schemeClr val="tx1"/>
                </a:solidFill>
                <a:latin typeface="汉仪中宋简" panose="02010600000101010101" charset="-122"/>
                <a:ea typeface="汉仪中宋简" panose="02010600000101010101" charset="-122"/>
                <a:cs typeface="汉仪中宋简" panose="02010600000101010101" charset="-122"/>
                <a:sym typeface="+mn-ea"/>
              </a:rPr>
              <a:t>VTE</a:t>
            </a:r>
            <a:r>
              <a:rPr lang="zh-CN" altLang="en-US" dirty="0">
                <a:solidFill>
                  <a:schemeClr val="tx1"/>
                </a:solidFill>
                <a:latin typeface="汉仪中宋简" panose="02010600000101010101" charset="-122"/>
                <a:ea typeface="汉仪中宋简" panose="02010600000101010101" charset="-122"/>
                <a:cs typeface="汉仪中宋简" panose="02010600000101010101" charset="-122"/>
                <a:sym typeface="+mn-ea"/>
              </a:rPr>
              <a:t>风险预测微服务，有相关患者就诊记录时可以实时处理进行预测</a:t>
            </a:r>
            <a:endParaRPr lang="zh-CN" altLang="en-US" dirty="0">
              <a:solidFill>
                <a:schemeClr val="tx1"/>
              </a:solidFill>
              <a:latin typeface="汉仪中宋简" panose="02010600000101010101" charset="-122"/>
              <a:ea typeface="汉仪中宋简" panose="02010600000101010101" charset="-122"/>
              <a:cs typeface="汉仪中宋简" panose="02010600000101010101" charset="-122"/>
              <a:sym typeface="+mn-ea"/>
            </a:endParaRPr>
          </a:p>
        </p:txBody>
      </p:sp>
    </p:spTree>
  </p:cSld>
  <p:clrMapOvr>
    <a:masterClrMapping/>
  </p:clrMapOvr>
  <mc:AlternateContent xmlns:mc="http://schemas.openxmlformats.org/markup-compatibility/2006">
    <mc:Choice xmlns:p14="http://schemas.microsoft.com/office/powerpoint/2010/main" Requires="p14">
      <p:transition spd="slow" p14:dur="1600" advTm="5000">
        <p14:prism isInverted="1"/>
      </p:transition>
    </mc:Choice>
    <mc:Fallback>
      <p:transition spd="slow" advTm="5000">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8" name="组合 7"/>
          <p:cNvGrpSpPr/>
          <p:nvPr/>
        </p:nvGrpSpPr>
        <p:grpSpPr>
          <a:xfrm>
            <a:off x="-698500" y="-582990"/>
            <a:ext cx="13589000" cy="8023980"/>
            <a:chOff x="-863600" y="-584200"/>
            <a:chExt cx="13335000" cy="7874000"/>
          </a:xfrm>
          <a:solidFill>
            <a:srgbClr val="E6E6E6"/>
          </a:solidFill>
        </p:grpSpPr>
        <p:grpSp>
          <p:nvGrpSpPr>
            <p:cNvPr id="4" name="组合 3"/>
            <p:cNvGrpSpPr/>
            <p:nvPr/>
          </p:nvGrpSpPr>
          <p:grpSpPr>
            <a:xfrm>
              <a:off x="-863600" y="-584200"/>
              <a:ext cx="165100" cy="7874000"/>
              <a:chOff x="-863600" y="-584200"/>
              <a:chExt cx="165100" cy="7874000"/>
            </a:xfrm>
            <a:grpFill/>
          </p:grpSpPr>
          <p:sp>
            <p:nvSpPr>
              <p:cNvPr id="2" name="椭圆 1"/>
              <p:cNvSpPr/>
              <p:nvPr/>
            </p:nvSpPr>
            <p:spPr>
              <a:xfrm>
                <a:off x="-863600" y="-584200"/>
                <a:ext cx="165100" cy="165100"/>
              </a:xfrm>
              <a:prstGeom prst="ellipse">
                <a:avLst/>
              </a:prstGeom>
              <a:grp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椭圆 2"/>
              <p:cNvSpPr/>
              <p:nvPr/>
            </p:nvSpPr>
            <p:spPr>
              <a:xfrm>
                <a:off x="-863600" y="7124700"/>
                <a:ext cx="165100" cy="165100"/>
              </a:xfrm>
              <a:prstGeom prst="ellipse">
                <a:avLst/>
              </a:prstGeom>
              <a:grp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5" name="组合 4"/>
            <p:cNvGrpSpPr/>
            <p:nvPr/>
          </p:nvGrpSpPr>
          <p:grpSpPr>
            <a:xfrm>
              <a:off x="12306300" y="-584200"/>
              <a:ext cx="165100" cy="7874000"/>
              <a:chOff x="-863600" y="-584200"/>
              <a:chExt cx="165100" cy="7874000"/>
            </a:xfrm>
            <a:grpFill/>
          </p:grpSpPr>
          <p:sp>
            <p:nvSpPr>
              <p:cNvPr id="6" name="椭圆 5"/>
              <p:cNvSpPr/>
              <p:nvPr/>
            </p:nvSpPr>
            <p:spPr>
              <a:xfrm>
                <a:off x="-863600" y="-584200"/>
                <a:ext cx="165100" cy="165100"/>
              </a:xfrm>
              <a:prstGeom prst="ellipse">
                <a:avLst/>
              </a:prstGeom>
              <a:grp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椭圆 6"/>
              <p:cNvSpPr/>
              <p:nvPr/>
            </p:nvSpPr>
            <p:spPr>
              <a:xfrm>
                <a:off x="-863600" y="7124700"/>
                <a:ext cx="165100" cy="165100"/>
              </a:xfrm>
              <a:prstGeom prst="ellipse">
                <a:avLst/>
              </a:prstGeom>
              <a:grp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sp>
        <p:nvSpPr>
          <p:cNvPr id="25" name="任意多边形: 形状 24"/>
          <p:cNvSpPr/>
          <p:nvPr/>
        </p:nvSpPr>
        <p:spPr>
          <a:xfrm>
            <a:off x="11328401" y="4965700"/>
            <a:ext cx="396593" cy="816428"/>
          </a:xfrm>
          <a:custGeom>
            <a:avLst/>
            <a:gdLst>
              <a:gd name="connsiteX0" fmla="*/ 452944 w 477264"/>
              <a:gd name="connsiteY0" fmla="*/ 933858 h 982498"/>
              <a:gd name="connsiteX1" fmla="*/ 477264 w 477264"/>
              <a:gd name="connsiteY1" fmla="*/ 958178 h 982498"/>
              <a:gd name="connsiteX2" fmla="*/ 452944 w 477264"/>
              <a:gd name="connsiteY2" fmla="*/ 982498 h 982498"/>
              <a:gd name="connsiteX3" fmla="*/ 428624 w 477264"/>
              <a:gd name="connsiteY3" fmla="*/ 958178 h 982498"/>
              <a:gd name="connsiteX4" fmla="*/ 452944 w 477264"/>
              <a:gd name="connsiteY4" fmla="*/ 933858 h 982498"/>
              <a:gd name="connsiteX5" fmla="*/ 345788 w 477264"/>
              <a:gd name="connsiteY5" fmla="*/ 933858 h 982498"/>
              <a:gd name="connsiteX6" fmla="*/ 370108 w 477264"/>
              <a:gd name="connsiteY6" fmla="*/ 958178 h 982498"/>
              <a:gd name="connsiteX7" fmla="*/ 345788 w 477264"/>
              <a:gd name="connsiteY7" fmla="*/ 982498 h 982498"/>
              <a:gd name="connsiteX8" fmla="*/ 321468 w 477264"/>
              <a:gd name="connsiteY8" fmla="*/ 958178 h 982498"/>
              <a:gd name="connsiteX9" fmla="*/ 345788 w 477264"/>
              <a:gd name="connsiteY9" fmla="*/ 933858 h 982498"/>
              <a:gd name="connsiteX10" fmla="*/ 238632 w 477264"/>
              <a:gd name="connsiteY10" fmla="*/ 933858 h 982498"/>
              <a:gd name="connsiteX11" fmla="*/ 262952 w 477264"/>
              <a:gd name="connsiteY11" fmla="*/ 958178 h 982498"/>
              <a:gd name="connsiteX12" fmla="*/ 238632 w 477264"/>
              <a:gd name="connsiteY12" fmla="*/ 982498 h 982498"/>
              <a:gd name="connsiteX13" fmla="*/ 214312 w 477264"/>
              <a:gd name="connsiteY13" fmla="*/ 958178 h 982498"/>
              <a:gd name="connsiteX14" fmla="*/ 238632 w 477264"/>
              <a:gd name="connsiteY14" fmla="*/ 933858 h 982498"/>
              <a:gd name="connsiteX15" fmla="*/ 131476 w 477264"/>
              <a:gd name="connsiteY15" fmla="*/ 933858 h 982498"/>
              <a:gd name="connsiteX16" fmla="*/ 155796 w 477264"/>
              <a:gd name="connsiteY16" fmla="*/ 958178 h 982498"/>
              <a:gd name="connsiteX17" fmla="*/ 131476 w 477264"/>
              <a:gd name="connsiteY17" fmla="*/ 982498 h 982498"/>
              <a:gd name="connsiteX18" fmla="*/ 107156 w 477264"/>
              <a:gd name="connsiteY18" fmla="*/ 958178 h 982498"/>
              <a:gd name="connsiteX19" fmla="*/ 131476 w 477264"/>
              <a:gd name="connsiteY19" fmla="*/ 933858 h 982498"/>
              <a:gd name="connsiteX20" fmla="*/ 24320 w 477264"/>
              <a:gd name="connsiteY20" fmla="*/ 933858 h 982498"/>
              <a:gd name="connsiteX21" fmla="*/ 48640 w 477264"/>
              <a:gd name="connsiteY21" fmla="*/ 958178 h 982498"/>
              <a:gd name="connsiteX22" fmla="*/ 24320 w 477264"/>
              <a:gd name="connsiteY22" fmla="*/ 982498 h 982498"/>
              <a:gd name="connsiteX23" fmla="*/ 0 w 477264"/>
              <a:gd name="connsiteY23" fmla="*/ 958178 h 982498"/>
              <a:gd name="connsiteX24" fmla="*/ 24320 w 477264"/>
              <a:gd name="connsiteY24" fmla="*/ 933858 h 982498"/>
              <a:gd name="connsiteX25" fmla="*/ 452944 w 477264"/>
              <a:gd name="connsiteY25" fmla="*/ 778215 h 982498"/>
              <a:gd name="connsiteX26" fmla="*/ 477264 w 477264"/>
              <a:gd name="connsiteY26" fmla="*/ 802535 h 982498"/>
              <a:gd name="connsiteX27" fmla="*/ 452944 w 477264"/>
              <a:gd name="connsiteY27" fmla="*/ 826855 h 982498"/>
              <a:gd name="connsiteX28" fmla="*/ 428624 w 477264"/>
              <a:gd name="connsiteY28" fmla="*/ 802535 h 982498"/>
              <a:gd name="connsiteX29" fmla="*/ 452944 w 477264"/>
              <a:gd name="connsiteY29" fmla="*/ 778215 h 982498"/>
              <a:gd name="connsiteX30" fmla="*/ 345788 w 477264"/>
              <a:gd name="connsiteY30" fmla="*/ 778215 h 982498"/>
              <a:gd name="connsiteX31" fmla="*/ 370108 w 477264"/>
              <a:gd name="connsiteY31" fmla="*/ 802535 h 982498"/>
              <a:gd name="connsiteX32" fmla="*/ 345788 w 477264"/>
              <a:gd name="connsiteY32" fmla="*/ 826855 h 982498"/>
              <a:gd name="connsiteX33" fmla="*/ 321468 w 477264"/>
              <a:gd name="connsiteY33" fmla="*/ 802535 h 982498"/>
              <a:gd name="connsiteX34" fmla="*/ 345788 w 477264"/>
              <a:gd name="connsiteY34" fmla="*/ 778215 h 982498"/>
              <a:gd name="connsiteX35" fmla="*/ 238632 w 477264"/>
              <a:gd name="connsiteY35" fmla="*/ 778215 h 982498"/>
              <a:gd name="connsiteX36" fmla="*/ 262952 w 477264"/>
              <a:gd name="connsiteY36" fmla="*/ 802535 h 982498"/>
              <a:gd name="connsiteX37" fmla="*/ 238632 w 477264"/>
              <a:gd name="connsiteY37" fmla="*/ 826855 h 982498"/>
              <a:gd name="connsiteX38" fmla="*/ 214312 w 477264"/>
              <a:gd name="connsiteY38" fmla="*/ 802535 h 982498"/>
              <a:gd name="connsiteX39" fmla="*/ 238632 w 477264"/>
              <a:gd name="connsiteY39" fmla="*/ 778215 h 982498"/>
              <a:gd name="connsiteX40" fmla="*/ 131476 w 477264"/>
              <a:gd name="connsiteY40" fmla="*/ 778215 h 982498"/>
              <a:gd name="connsiteX41" fmla="*/ 155796 w 477264"/>
              <a:gd name="connsiteY41" fmla="*/ 802535 h 982498"/>
              <a:gd name="connsiteX42" fmla="*/ 131476 w 477264"/>
              <a:gd name="connsiteY42" fmla="*/ 826855 h 982498"/>
              <a:gd name="connsiteX43" fmla="*/ 107156 w 477264"/>
              <a:gd name="connsiteY43" fmla="*/ 802535 h 982498"/>
              <a:gd name="connsiteX44" fmla="*/ 131476 w 477264"/>
              <a:gd name="connsiteY44" fmla="*/ 778215 h 982498"/>
              <a:gd name="connsiteX45" fmla="*/ 24320 w 477264"/>
              <a:gd name="connsiteY45" fmla="*/ 778215 h 982498"/>
              <a:gd name="connsiteX46" fmla="*/ 48640 w 477264"/>
              <a:gd name="connsiteY46" fmla="*/ 802535 h 982498"/>
              <a:gd name="connsiteX47" fmla="*/ 24320 w 477264"/>
              <a:gd name="connsiteY47" fmla="*/ 826855 h 982498"/>
              <a:gd name="connsiteX48" fmla="*/ 0 w 477264"/>
              <a:gd name="connsiteY48" fmla="*/ 802535 h 982498"/>
              <a:gd name="connsiteX49" fmla="*/ 24320 w 477264"/>
              <a:gd name="connsiteY49" fmla="*/ 778215 h 982498"/>
              <a:gd name="connsiteX50" fmla="*/ 452944 w 477264"/>
              <a:gd name="connsiteY50" fmla="*/ 622572 h 982498"/>
              <a:gd name="connsiteX51" fmla="*/ 477264 w 477264"/>
              <a:gd name="connsiteY51" fmla="*/ 646892 h 982498"/>
              <a:gd name="connsiteX52" fmla="*/ 452944 w 477264"/>
              <a:gd name="connsiteY52" fmla="*/ 671212 h 982498"/>
              <a:gd name="connsiteX53" fmla="*/ 428624 w 477264"/>
              <a:gd name="connsiteY53" fmla="*/ 646892 h 982498"/>
              <a:gd name="connsiteX54" fmla="*/ 452944 w 477264"/>
              <a:gd name="connsiteY54" fmla="*/ 622572 h 982498"/>
              <a:gd name="connsiteX55" fmla="*/ 345788 w 477264"/>
              <a:gd name="connsiteY55" fmla="*/ 622572 h 982498"/>
              <a:gd name="connsiteX56" fmla="*/ 370108 w 477264"/>
              <a:gd name="connsiteY56" fmla="*/ 646892 h 982498"/>
              <a:gd name="connsiteX57" fmla="*/ 345788 w 477264"/>
              <a:gd name="connsiteY57" fmla="*/ 671212 h 982498"/>
              <a:gd name="connsiteX58" fmla="*/ 321468 w 477264"/>
              <a:gd name="connsiteY58" fmla="*/ 646892 h 982498"/>
              <a:gd name="connsiteX59" fmla="*/ 345788 w 477264"/>
              <a:gd name="connsiteY59" fmla="*/ 622572 h 982498"/>
              <a:gd name="connsiteX60" fmla="*/ 238632 w 477264"/>
              <a:gd name="connsiteY60" fmla="*/ 622572 h 982498"/>
              <a:gd name="connsiteX61" fmla="*/ 262952 w 477264"/>
              <a:gd name="connsiteY61" fmla="*/ 646892 h 982498"/>
              <a:gd name="connsiteX62" fmla="*/ 238632 w 477264"/>
              <a:gd name="connsiteY62" fmla="*/ 671212 h 982498"/>
              <a:gd name="connsiteX63" fmla="*/ 214312 w 477264"/>
              <a:gd name="connsiteY63" fmla="*/ 646892 h 982498"/>
              <a:gd name="connsiteX64" fmla="*/ 238632 w 477264"/>
              <a:gd name="connsiteY64" fmla="*/ 622572 h 982498"/>
              <a:gd name="connsiteX65" fmla="*/ 131476 w 477264"/>
              <a:gd name="connsiteY65" fmla="*/ 622572 h 982498"/>
              <a:gd name="connsiteX66" fmla="*/ 155796 w 477264"/>
              <a:gd name="connsiteY66" fmla="*/ 646892 h 982498"/>
              <a:gd name="connsiteX67" fmla="*/ 131476 w 477264"/>
              <a:gd name="connsiteY67" fmla="*/ 671212 h 982498"/>
              <a:gd name="connsiteX68" fmla="*/ 107156 w 477264"/>
              <a:gd name="connsiteY68" fmla="*/ 646892 h 982498"/>
              <a:gd name="connsiteX69" fmla="*/ 131476 w 477264"/>
              <a:gd name="connsiteY69" fmla="*/ 622572 h 982498"/>
              <a:gd name="connsiteX70" fmla="*/ 24320 w 477264"/>
              <a:gd name="connsiteY70" fmla="*/ 622572 h 982498"/>
              <a:gd name="connsiteX71" fmla="*/ 48640 w 477264"/>
              <a:gd name="connsiteY71" fmla="*/ 646892 h 982498"/>
              <a:gd name="connsiteX72" fmla="*/ 24320 w 477264"/>
              <a:gd name="connsiteY72" fmla="*/ 671212 h 982498"/>
              <a:gd name="connsiteX73" fmla="*/ 0 w 477264"/>
              <a:gd name="connsiteY73" fmla="*/ 646892 h 982498"/>
              <a:gd name="connsiteX74" fmla="*/ 24320 w 477264"/>
              <a:gd name="connsiteY74" fmla="*/ 622572 h 982498"/>
              <a:gd name="connsiteX75" fmla="*/ 24320 w 477264"/>
              <a:gd name="connsiteY75" fmla="*/ 466929 h 982498"/>
              <a:gd name="connsiteX76" fmla="*/ 48640 w 477264"/>
              <a:gd name="connsiteY76" fmla="*/ 491249 h 982498"/>
              <a:gd name="connsiteX77" fmla="*/ 24320 w 477264"/>
              <a:gd name="connsiteY77" fmla="*/ 515569 h 982498"/>
              <a:gd name="connsiteX78" fmla="*/ 0 w 477264"/>
              <a:gd name="connsiteY78" fmla="*/ 491249 h 982498"/>
              <a:gd name="connsiteX79" fmla="*/ 24320 w 477264"/>
              <a:gd name="connsiteY79" fmla="*/ 466929 h 982498"/>
              <a:gd name="connsiteX80" fmla="*/ 131476 w 477264"/>
              <a:gd name="connsiteY80" fmla="*/ 466929 h 982498"/>
              <a:gd name="connsiteX81" fmla="*/ 155796 w 477264"/>
              <a:gd name="connsiteY81" fmla="*/ 491249 h 982498"/>
              <a:gd name="connsiteX82" fmla="*/ 131476 w 477264"/>
              <a:gd name="connsiteY82" fmla="*/ 515569 h 982498"/>
              <a:gd name="connsiteX83" fmla="*/ 107156 w 477264"/>
              <a:gd name="connsiteY83" fmla="*/ 491249 h 982498"/>
              <a:gd name="connsiteX84" fmla="*/ 131476 w 477264"/>
              <a:gd name="connsiteY84" fmla="*/ 466929 h 982498"/>
              <a:gd name="connsiteX85" fmla="*/ 238632 w 477264"/>
              <a:gd name="connsiteY85" fmla="*/ 466929 h 982498"/>
              <a:gd name="connsiteX86" fmla="*/ 262952 w 477264"/>
              <a:gd name="connsiteY86" fmla="*/ 491249 h 982498"/>
              <a:gd name="connsiteX87" fmla="*/ 238632 w 477264"/>
              <a:gd name="connsiteY87" fmla="*/ 515569 h 982498"/>
              <a:gd name="connsiteX88" fmla="*/ 214312 w 477264"/>
              <a:gd name="connsiteY88" fmla="*/ 491249 h 982498"/>
              <a:gd name="connsiteX89" fmla="*/ 238632 w 477264"/>
              <a:gd name="connsiteY89" fmla="*/ 466929 h 982498"/>
              <a:gd name="connsiteX90" fmla="*/ 345788 w 477264"/>
              <a:gd name="connsiteY90" fmla="*/ 466929 h 982498"/>
              <a:gd name="connsiteX91" fmla="*/ 370108 w 477264"/>
              <a:gd name="connsiteY91" fmla="*/ 491249 h 982498"/>
              <a:gd name="connsiteX92" fmla="*/ 345788 w 477264"/>
              <a:gd name="connsiteY92" fmla="*/ 515569 h 982498"/>
              <a:gd name="connsiteX93" fmla="*/ 321468 w 477264"/>
              <a:gd name="connsiteY93" fmla="*/ 491249 h 982498"/>
              <a:gd name="connsiteX94" fmla="*/ 345788 w 477264"/>
              <a:gd name="connsiteY94" fmla="*/ 466929 h 982498"/>
              <a:gd name="connsiteX95" fmla="*/ 452944 w 477264"/>
              <a:gd name="connsiteY95" fmla="*/ 466929 h 982498"/>
              <a:gd name="connsiteX96" fmla="*/ 477264 w 477264"/>
              <a:gd name="connsiteY96" fmla="*/ 491249 h 982498"/>
              <a:gd name="connsiteX97" fmla="*/ 452944 w 477264"/>
              <a:gd name="connsiteY97" fmla="*/ 515569 h 982498"/>
              <a:gd name="connsiteX98" fmla="*/ 428624 w 477264"/>
              <a:gd name="connsiteY98" fmla="*/ 491249 h 982498"/>
              <a:gd name="connsiteX99" fmla="*/ 452944 w 477264"/>
              <a:gd name="connsiteY99" fmla="*/ 466929 h 982498"/>
              <a:gd name="connsiteX100" fmla="*/ 24320 w 477264"/>
              <a:gd name="connsiteY100" fmla="*/ 311287 h 982498"/>
              <a:gd name="connsiteX101" fmla="*/ 48640 w 477264"/>
              <a:gd name="connsiteY101" fmla="*/ 335607 h 982498"/>
              <a:gd name="connsiteX102" fmla="*/ 24320 w 477264"/>
              <a:gd name="connsiteY102" fmla="*/ 359926 h 982498"/>
              <a:gd name="connsiteX103" fmla="*/ 0 w 477264"/>
              <a:gd name="connsiteY103" fmla="*/ 335607 h 982498"/>
              <a:gd name="connsiteX104" fmla="*/ 24320 w 477264"/>
              <a:gd name="connsiteY104" fmla="*/ 311287 h 982498"/>
              <a:gd name="connsiteX105" fmla="*/ 131476 w 477264"/>
              <a:gd name="connsiteY105" fmla="*/ 311286 h 982498"/>
              <a:gd name="connsiteX106" fmla="*/ 155796 w 477264"/>
              <a:gd name="connsiteY106" fmla="*/ 335606 h 982498"/>
              <a:gd name="connsiteX107" fmla="*/ 131476 w 477264"/>
              <a:gd name="connsiteY107" fmla="*/ 359926 h 982498"/>
              <a:gd name="connsiteX108" fmla="*/ 107156 w 477264"/>
              <a:gd name="connsiteY108" fmla="*/ 335606 h 982498"/>
              <a:gd name="connsiteX109" fmla="*/ 131476 w 477264"/>
              <a:gd name="connsiteY109" fmla="*/ 311286 h 982498"/>
              <a:gd name="connsiteX110" fmla="*/ 238632 w 477264"/>
              <a:gd name="connsiteY110" fmla="*/ 311286 h 982498"/>
              <a:gd name="connsiteX111" fmla="*/ 262952 w 477264"/>
              <a:gd name="connsiteY111" fmla="*/ 335606 h 982498"/>
              <a:gd name="connsiteX112" fmla="*/ 238632 w 477264"/>
              <a:gd name="connsiteY112" fmla="*/ 359926 h 982498"/>
              <a:gd name="connsiteX113" fmla="*/ 214312 w 477264"/>
              <a:gd name="connsiteY113" fmla="*/ 335606 h 982498"/>
              <a:gd name="connsiteX114" fmla="*/ 238632 w 477264"/>
              <a:gd name="connsiteY114" fmla="*/ 311286 h 982498"/>
              <a:gd name="connsiteX115" fmla="*/ 345788 w 477264"/>
              <a:gd name="connsiteY115" fmla="*/ 311286 h 982498"/>
              <a:gd name="connsiteX116" fmla="*/ 370108 w 477264"/>
              <a:gd name="connsiteY116" fmla="*/ 335606 h 982498"/>
              <a:gd name="connsiteX117" fmla="*/ 345788 w 477264"/>
              <a:gd name="connsiteY117" fmla="*/ 359926 h 982498"/>
              <a:gd name="connsiteX118" fmla="*/ 321468 w 477264"/>
              <a:gd name="connsiteY118" fmla="*/ 335606 h 982498"/>
              <a:gd name="connsiteX119" fmla="*/ 345788 w 477264"/>
              <a:gd name="connsiteY119" fmla="*/ 311286 h 982498"/>
              <a:gd name="connsiteX120" fmla="*/ 452944 w 477264"/>
              <a:gd name="connsiteY120" fmla="*/ 311286 h 982498"/>
              <a:gd name="connsiteX121" fmla="*/ 477264 w 477264"/>
              <a:gd name="connsiteY121" fmla="*/ 335606 h 982498"/>
              <a:gd name="connsiteX122" fmla="*/ 452944 w 477264"/>
              <a:gd name="connsiteY122" fmla="*/ 359926 h 982498"/>
              <a:gd name="connsiteX123" fmla="*/ 428624 w 477264"/>
              <a:gd name="connsiteY123" fmla="*/ 335606 h 982498"/>
              <a:gd name="connsiteX124" fmla="*/ 452944 w 477264"/>
              <a:gd name="connsiteY124" fmla="*/ 311286 h 982498"/>
              <a:gd name="connsiteX125" fmla="*/ 24320 w 477264"/>
              <a:gd name="connsiteY125" fmla="*/ 155643 h 982498"/>
              <a:gd name="connsiteX126" fmla="*/ 48640 w 477264"/>
              <a:gd name="connsiteY126" fmla="*/ 179963 h 982498"/>
              <a:gd name="connsiteX127" fmla="*/ 24320 w 477264"/>
              <a:gd name="connsiteY127" fmla="*/ 204283 h 982498"/>
              <a:gd name="connsiteX128" fmla="*/ 0 w 477264"/>
              <a:gd name="connsiteY128" fmla="*/ 179963 h 982498"/>
              <a:gd name="connsiteX129" fmla="*/ 24320 w 477264"/>
              <a:gd name="connsiteY129" fmla="*/ 155643 h 982498"/>
              <a:gd name="connsiteX130" fmla="*/ 131476 w 477264"/>
              <a:gd name="connsiteY130" fmla="*/ 155643 h 982498"/>
              <a:gd name="connsiteX131" fmla="*/ 155796 w 477264"/>
              <a:gd name="connsiteY131" fmla="*/ 179963 h 982498"/>
              <a:gd name="connsiteX132" fmla="*/ 131476 w 477264"/>
              <a:gd name="connsiteY132" fmla="*/ 204283 h 982498"/>
              <a:gd name="connsiteX133" fmla="*/ 107156 w 477264"/>
              <a:gd name="connsiteY133" fmla="*/ 179963 h 982498"/>
              <a:gd name="connsiteX134" fmla="*/ 131476 w 477264"/>
              <a:gd name="connsiteY134" fmla="*/ 155643 h 982498"/>
              <a:gd name="connsiteX135" fmla="*/ 238632 w 477264"/>
              <a:gd name="connsiteY135" fmla="*/ 155643 h 982498"/>
              <a:gd name="connsiteX136" fmla="*/ 262952 w 477264"/>
              <a:gd name="connsiteY136" fmla="*/ 179963 h 982498"/>
              <a:gd name="connsiteX137" fmla="*/ 238632 w 477264"/>
              <a:gd name="connsiteY137" fmla="*/ 204283 h 982498"/>
              <a:gd name="connsiteX138" fmla="*/ 214312 w 477264"/>
              <a:gd name="connsiteY138" fmla="*/ 179963 h 982498"/>
              <a:gd name="connsiteX139" fmla="*/ 238632 w 477264"/>
              <a:gd name="connsiteY139" fmla="*/ 155643 h 982498"/>
              <a:gd name="connsiteX140" fmla="*/ 345788 w 477264"/>
              <a:gd name="connsiteY140" fmla="*/ 155643 h 982498"/>
              <a:gd name="connsiteX141" fmla="*/ 370108 w 477264"/>
              <a:gd name="connsiteY141" fmla="*/ 179963 h 982498"/>
              <a:gd name="connsiteX142" fmla="*/ 345788 w 477264"/>
              <a:gd name="connsiteY142" fmla="*/ 204283 h 982498"/>
              <a:gd name="connsiteX143" fmla="*/ 321468 w 477264"/>
              <a:gd name="connsiteY143" fmla="*/ 179963 h 982498"/>
              <a:gd name="connsiteX144" fmla="*/ 345788 w 477264"/>
              <a:gd name="connsiteY144" fmla="*/ 155643 h 982498"/>
              <a:gd name="connsiteX145" fmla="*/ 452944 w 477264"/>
              <a:gd name="connsiteY145" fmla="*/ 155643 h 982498"/>
              <a:gd name="connsiteX146" fmla="*/ 477264 w 477264"/>
              <a:gd name="connsiteY146" fmla="*/ 179963 h 982498"/>
              <a:gd name="connsiteX147" fmla="*/ 452944 w 477264"/>
              <a:gd name="connsiteY147" fmla="*/ 204283 h 982498"/>
              <a:gd name="connsiteX148" fmla="*/ 428624 w 477264"/>
              <a:gd name="connsiteY148" fmla="*/ 179963 h 982498"/>
              <a:gd name="connsiteX149" fmla="*/ 452944 w 477264"/>
              <a:gd name="connsiteY149" fmla="*/ 155643 h 982498"/>
              <a:gd name="connsiteX150" fmla="*/ 452944 w 477264"/>
              <a:gd name="connsiteY150" fmla="*/ 0 h 982498"/>
              <a:gd name="connsiteX151" fmla="*/ 477264 w 477264"/>
              <a:gd name="connsiteY151" fmla="*/ 24320 h 982498"/>
              <a:gd name="connsiteX152" fmla="*/ 452944 w 477264"/>
              <a:gd name="connsiteY152" fmla="*/ 48640 h 982498"/>
              <a:gd name="connsiteX153" fmla="*/ 428624 w 477264"/>
              <a:gd name="connsiteY153" fmla="*/ 24320 h 982498"/>
              <a:gd name="connsiteX154" fmla="*/ 452944 w 477264"/>
              <a:gd name="connsiteY154" fmla="*/ 0 h 982498"/>
              <a:gd name="connsiteX155" fmla="*/ 345788 w 477264"/>
              <a:gd name="connsiteY155" fmla="*/ 0 h 982498"/>
              <a:gd name="connsiteX156" fmla="*/ 370108 w 477264"/>
              <a:gd name="connsiteY156" fmla="*/ 24320 h 982498"/>
              <a:gd name="connsiteX157" fmla="*/ 345788 w 477264"/>
              <a:gd name="connsiteY157" fmla="*/ 48640 h 982498"/>
              <a:gd name="connsiteX158" fmla="*/ 321468 w 477264"/>
              <a:gd name="connsiteY158" fmla="*/ 24320 h 982498"/>
              <a:gd name="connsiteX159" fmla="*/ 345788 w 477264"/>
              <a:gd name="connsiteY159" fmla="*/ 0 h 982498"/>
              <a:gd name="connsiteX160" fmla="*/ 238632 w 477264"/>
              <a:gd name="connsiteY160" fmla="*/ 0 h 982498"/>
              <a:gd name="connsiteX161" fmla="*/ 262952 w 477264"/>
              <a:gd name="connsiteY161" fmla="*/ 24320 h 982498"/>
              <a:gd name="connsiteX162" fmla="*/ 238632 w 477264"/>
              <a:gd name="connsiteY162" fmla="*/ 48640 h 982498"/>
              <a:gd name="connsiteX163" fmla="*/ 214312 w 477264"/>
              <a:gd name="connsiteY163" fmla="*/ 24320 h 982498"/>
              <a:gd name="connsiteX164" fmla="*/ 238632 w 477264"/>
              <a:gd name="connsiteY164" fmla="*/ 0 h 982498"/>
              <a:gd name="connsiteX165" fmla="*/ 131476 w 477264"/>
              <a:gd name="connsiteY165" fmla="*/ 0 h 982498"/>
              <a:gd name="connsiteX166" fmla="*/ 155796 w 477264"/>
              <a:gd name="connsiteY166" fmla="*/ 24320 h 982498"/>
              <a:gd name="connsiteX167" fmla="*/ 131476 w 477264"/>
              <a:gd name="connsiteY167" fmla="*/ 48640 h 982498"/>
              <a:gd name="connsiteX168" fmla="*/ 107156 w 477264"/>
              <a:gd name="connsiteY168" fmla="*/ 24320 h 982498"/>
              <a:gd name="connsiteX169" fmla="*/ 131476 w 477264"/>
              <a:gd name="connsiteY169" fmla="*/ 0 h 982498"/>
              <a:gd name="connsiteX170" fmla="*/ 24320 w 477264"/>
              <a:gd name="connsiteY170" fmla="*/ 0 h 982498"/>
              <a:gd name="connsiteX171" fmla="*/ 48640 w 477264"/>
              <a:gd name="connsiteY171" fmla="*/ 24320 h 982498"/>
              <a:gd name="connsiteX172" fmla="*/ 24320 w 477264"/>
              <a:gd name="connsiteY172" fmla="*/ 48640 h 982498"/>
              <a:gd name="connsiteX173" fmla="*/ 0 w 477264"/>
              <a:gd name="connsiteY173" fmla="*/ 24320 h 982498"/>
              <a:gd name="connsiteX174" fmla="*/ 24320 w 477264"/>
              <a:gd name="connsiteY174" fmla="*/ 0 h 9824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Lst>
            <a:rect l="l" t="t" r="r" b="b"/>
            <a:pathLst>
              <a:path w="477264" h="982498">
                <a:moveTo>
                  <a:pt x="452944" y="933858"/>
                </a:moveTo>
                <a:cubicBezTo>
                  <a:pt x="466376" y="933858"/>
                  <a:pt x="477264" y="944746"/>
                  <a:pt x="477264" y="958178"/>
                </a:cubicBezTo>
                <a:cubicBezTo>
                  <a:pt x="477264" y="971610"/>
                  <a:pt x="466376" y="982498"/>
                  <a:pt x="452944" y="982498"/>
                </a:cubicBezTo>
                <a:cubicBezTo>
                  <a:pt x="439512" y="982498"/>
                  <a:pt x="428624" y="971610"/>
                  <a:pt x="428624" y="958178"/>
                </a:cubicBezTo>
                <a:cubicBezTo>
                  <a:pt x="428624" y="944746"/>
                  <a:pt x="439512" y="933858"/>
                  <a:pt x="452944" y="933858"/>
                </a:cubicBezTo>
                <a:close/>
                <a:moveTo>
                  <a:pt x="345788" y="933858"/>
                </a:moveTo>
                <a:cubicBezTo>
                  <a:pt x="359220" y="933858"/>
                  <a:pt x="370108" y="944746"/>
                  <a:pt x="370108" y="958178"/>
                </a:cubicBezTo>
                <a:cubicBezTo>
                  <a:pt x="370108" y="971610"/>
                  <a:pt x="359220" y="982498"/>
                  <a:pt x="345788" y="982498"/>
                </a:cubicBezTo>
                <a:cubicBezTo>
                  <a:pt x="332356" y="982498"/>
                  <a:pt x="321468" y="971610"/>
                  <a:pt x="321468" y="958178"/>
                </a:cubicBezTo>
                <a:cubicBezTo>
                  <a:pt x="321468" y="944746"/>
                  <a:pt x="332356" y="933858"/>
                  <a:pt x="345788" y="933858"/>
                </a:cubicBezTo>
                <a:close/>
                <a:moveTo>
                  <a:pt x="238632" y="933858"/>
                </a:moveTo>
                <a:cubicBezTo>
                  <a:pt x="252064" y="933858"/>
                  <a:pt x="262952" y="944746"/>
                  <a:pt x="262952" y="958178"/>
                </a:cubicBezTo>
                <a:cubicBezTo>
                  <a:pt x="262952" y="971610"/>
                  <a:pt x="252064" y="982498"/>
                  <a:pt x="238632" y="982498"/>
                </a:cubicBezTo>
                <a:cubicBezTo>
                  <a:pt x="225200" y="982498"/>
                  <a:pt x="214312" y="971610"/>
                  <a:pt x="214312" y="958178"/>
                </a:cubicBezTo>
                <a:cubicBezTo>
                  <a:pt x="214312" y="944746"/>
                  <a:pt x="225200" y="933858"/>
                  <a:pt x="238632" y="933858"/>
                </a:cubicBezTo>
                <a:close/>
                <a:moveTo>
                  <a:pt x="131476" y="933858"/>
                </a:moveTo>
                <a:cubicBezTo>
                  <a:pt x="144908" y="933858"/>
                  <a:pt x="155796" y="944746"/>
                  <a:pt x="155796" y="958178"/>
                </a:cubicBezTo>
                <a:cubicBezTo>
                  <a:pt x="155796" y="971610"/>
                  <a:pt x="144908" y="982498"/>
                  <a:pt x="131476" y="982498"/>
                </a:cubicBezTo>
                <a:cubicBezTo>
                  <a:pt x="118044" y="982498"/>
                  <a:pt x="107156" y="971610"/>
                  <a:pt x="107156" y="958178"/>
                </a:cubicBezTo>
                <a:cubicBezTo>
                  <a:pt x="107156" y="944746"/>
                  <a:pt x="118044" y="933858"/>
                  <a:pt x="131476" y="933858"/>
                </a:cubicBezTo>
                <a:close/>
                <a:moveTo>
                  <a:pt x="24320" y="933858"/>
                </a:moveTo>
                <a:cubicBezTo>
                  <a:pt x="37752" y="933858"/>
                  <a:pt x="48640" y="944746"/>
                  <a:pt x="48640" y="958178"/>
                </a:cubicBezTo>
                <a:cubicBezTo>
                  <a:pt x="48640" y="971610"/>
                  <a:pt x="37752" y="982498"/>
                  <a:pt x="24320" y="982498"/>
                </a:cubicBezTo>
                <a:cubicBezTo>
                  <a:pt x="10888" y="982498"/>
                  <a:pt x="0" y="971610"/>
                  <a:pt x="0" y="958178"/>
                </a:cubicBezTo>
                <a:cubicBezTo>
                  <a:pt x="0" y="944746"/>
                  <a:pt x="10888" y="933858"/>
                  <a:pt x="24320" y="933858"/>
                </a:cubicBezTo>
                <a:close/>
                <a:moveTo>
                  <a:pt x="452944" y="778215"/>
                </a:moveTo>
                <a:cubicBezTo>
                  <a:pt x="466376" y="778215"/>
                  <a:pt x="477264" y="789103"/>
                  <a:pt x="477264" y="802535"/>
                </a:cubicBezTo>
                <a:cubicBezTo>
                  <a:pt x="477264" y="815967"/>
                  <a:pt x="466376" y="826855"/>
                  <a:pt x="452944" y="826855"/>
                </a:cubicBezTo>
                <a:cubicBezTo>
                  <a:pt x="439512" y="826855"/>
                  <a:pt x="428624" y="815967"/>
                  <a:pt x="428624" y="802535"/>
                </a:cubicBezTo>
                <a:cubicBezTo>
                  <a:pt x="428624" y="789103"/>
                  <a:pt x="439512" y="778215"/>
                  <a:pt x="452944" y="778215"/>
                </a:cubicBezTo>
                <a:close/>
                <a:moveTo>
                  <a:pt x="345788" y="778215"/>
                </a:moveTo>
                <a:cubicBezTo>
                  <a:pt x="359220" y="778215"/>
                  <a:pt x="370108" y="789103"/>
                  <a:pt x="370108" y="802535"/>
                </a:cubicBezTo>
                <a:cubicBezTo>
                  <a:pt x="370108" y="815967"/>
                  <a:pt x="359220" y="826855"/>
                  <a:pt x="345788" y="826855"/>
                </a:cubicBezTo>
                <a:cubicBezTo>
                  <a:pt x="332356" y="826855"/>
                  <a:pt x="321468" y="815967"/>
                  <a:pt x="321468" y="802535"/>
                </a:cubicBezTo>
                <a:cubicBezTo>
                  <a:pt x="321468" y="789103"/>
                  <a:pt x="332356" y="778215"/>
                  <a:pt x="345788" y="778215"/>
                </a:cubicBezTo>
                <a:close/>
                <a:moveTo>
                  <a:pt x="238632" y="778215"/>
                </a:moveTo>
                <a:cubicBezTo>
                  <a:pt x="252064" y="778215"/>
                  <a:pt x="262952" y="789103"/>
                  <a:pt x="262952" y="802535"/>
                </a:cubicBezTo>
                <a:cubicBezTo>
                  <a:pt x="262952" y="815967"/>
                  <a:pt x="252064" y="826855"/>
                  <a:pt x="238632" y="826855"/>
                </a:cubicBezTo>
                <a:cubicBezTo>
                  <a:pt x="225200" y="826855"/>
                  <a:pt x="214312" y="815967"/>
                  <a:pt x="214312" y="802535"/>
                </a:cubicBezTo>
                <a:cubicBezTo>
                  <a:pt x="214312" y="789103"/>
                  <a:pt x="225200" y="778215"/>
                  <a:pt x="238632" y="778215"/>
                </a:cubicBezTo>
                <a:close/>
                <a:moveTo>
                  <a:pt x="131476" y="778215"/>
                </a:moveTo>
                <a:cubicBezTo>
                  <a:pt x="144908" y="778215"/>
                  <a:pt x="155796" y="789103"/>
                  <a:pt x="155796" y="802535"/>
                </a:cubicBezTo>
                <a:cubicBezTo>
                  <a:pt x="155796" y="815967"/>
                  <a:pt x="144908" y="826855"/>
                  <a:pt x="131476" y="826855"/>
                </a:cubicBezTo>
                <a:cubicBezTo>
                  <a:pt x="118044" y="826855"/>
                  <a:pt x="107156" y="815967"/>
                  <a:pt x="107156" y="802535"/>
                </a:cubicBezTo>
                <a:cubicBezTo>
                  <a:pt x="107156" y="789103"/>
                  <a:pt x="118044" y="778215"/>
                  <a:pt x="131476" y="778215"/>
                </a:cubicBezTo>
                <a:close/>
                <a:moveTo>
                  <a:pt x="24320" y="778215"/>
                </a:moveTo>
                <a:cubicBezTo>
                  <a:pt x="37752" y="778215"/>
                  <a:pt x="48640" y="789103"/>
                  <a:pt x="48640" y="802535"/>
                </a:cubicBezTo>
                <a:cubicBezTo>
                  <a:pt x="48640" y="815967"/>
                  <a:pt x="37752" y="826855"/>
                  <a:pt x="24320" y="826855"/>
                </a:cubicBezTo>
                <a:cubicBezTo>
                  <a:pt x="10888" y="826855"/>
                  <a:pt x="0" y="815967"/>
                  <a:pt x="0" y="802535"/>
                </a:cubicBezTo>
                <a:cubicBezTo>
                  <a:pt x="0" y="789103"/>
                  <a:pt x="10888" y="778215"/>
                  <a:pt x="24320" y="778215"/>
                </a:cubicBezTo>
                <a:close/>
                <a:moveTo>
                  <a:pt x="452944" y="622572"/>
                </a:moveTo>
                <a:cubicBezTo>
                  <a:pt x="466376" y="622572"/>
                  <a:pt x="477264" y="633460"/>
                  <a:pt x="477264" y="646892"/>
                </a:cubicBezTo>
                <a:cubicBezTo>
                  <a:pt x="477264" y="660324"/>
                  <a:pt x="466376" y="671212"/>
                  <a:pt x="452944" y="671212"/>
                </a:cubicBezTo>
                <a:cubicBezTo>
                  <a:pt x="439512" y="671212"/>
                  <a:pt x="428624" y="660324"/>
                  <a:pt x="428624" y="646892"/>
                </a:cubicBezTo>
                <a:cubicBezTo>
                  <a:pt x="428624" y="633460"/>
                  <a:pt x="439512" y="622572"/>
                  <a:pt x="452944" y="622572"/>
                </a:cubicBezTo>
                <a:close/>
                <a:moveTo>
                  <a:pt x="345788" y="622572"/>
                </a:moveTo>
                <a:cubicBezTo>
                  <a:pt x="359220" y="622572"/>
                  <a:pt x="370108" y="633460"/>
                  <a:pt x="370108" y="646892"/>
                </a:cubicBezTo>
                <a:cubicBezTo>
                  <a:pt x="370108" y="660324"/>
                  <a:pt x="359220" y="671212"/>
                  <a:pt x="345788" y="671212"/>
                </a:cubicBezTo>
                <a:cubicBezTo>
                  <a:pt x="332356" y="671212"/>
                  <a:pt x="321468" y="660324"/>
                  <a:pt x="321468" y="646892"/>
                </a:cubicBezTo>
                <a:cubicBezTo>
                  <a:pt x="321468" y="633460"/>
                  <a:pt x="332356" y="622572"/>
                  <a:pt x="345788" y="622572"/>
                </a:cubicBezTo>
                <a:close/>
                <a:moveTo>
                  <a:pt x="238632" y="622572"/>
                </a:moveTo>
                <a:cubicBezTo>
                  <a:pt x="252064" y="622572"/>
                  <a:pt x="262952" y="633460"/>
                  <a:pt x="262952" y="646892"/>
                </a:cubicBezTo>
                <a:cubicBezTo>
                  <a:pt x="262952" y="660324"/>
                  <a:pt x="252064" y="671212"/>
                  <a:pt x="238632" y="671212"/>
                </a:cubicBezTo>
                <a:cubicBezTo>
                  <a:pt x="225200" y="671212"/>
                  <a:pt x="214312" y="660324"/>
                  <a:pt x="214312" y="646892"/>
                </a:cubicBezTo>
                <a:cubicBezTo>
                  <a:pt x="214312" y="633460"/>
                  <a:pt x="225200" y="622572"/>
                  <a:pt x="238632" y="622572"/>
                </a:cubicBezTo>
                <a:close/>
                <a:moveTo>
                  <a:pt x="131476" y="622572"/>
                </a:moveTo>
                <a:cubicBezTo>
                  <a:pt x="144908" y="622572"/>
                  <a:pt x="155796" y="633460"/>
                  <a:pt x="155796" y="646892"/>
                </a:cubicBezTo>
                <a:cubicBezTo>
                  <a:pt x="155796" y="660324"/>
                  <a:pt x="144908" y="671212"/>
                  <a:pt x="131476" y="671212"/>
                </a:cubicBezTo>
                <a:cubicBezTo>
                  <a:pt x="118044" y="671212"/>
                  <a:pt x="107156" y="660324"/>
                  <a:pt x="107156" y="646892"/>
                </a:cubicBezTo>
                <a:cubicBezTo>
                  <a:pt x="107156" y="633460"/>
                  <a:pt x="118044" y="622572"/>
                  <a:pt x="131476" y="622572"/>
                </a:cubicBezTo>
                <a:close/>
                <a:moveTo>
                  <a:pt x="24320" y="622572"/>
                </a:moveTo>
                <a:cubicBezTo>
                  <a:pt x="37752" y="622572"/>
                  <a:pt x="48640" y="633460"/>
                  <a:pt x="48640" y="646892"/>
                </a:cubicBezTo>
                <a:cubicBezTo>
                  <a:pt x="48640" y="660324"/>
                  <a:pt x="37752" y="671212"/>
                  <a:pt x="24320" y="671212"/>
                </a:cubicBezTo>
                <a:cubicBezTo>
                  <a:pt x="10888" y="671212"/>
                  <a:pt x="0" y="660324"/>
                  <a:pt x="0" y="646892"/>
                </a:cubicBezTo>
                <a:cubicBezTo>
                  <a:pt x="0" y="633460"/>
                  <a:pt x="10888" y="622572"/>
                  <a:pt x="24320" y="622572"/>
                </a:cubicBezTo>
                <a:close/>
                <a:moveTo>
                  <a:pt x="24320" y="466929"/>
                </a:moveTo>
                <a:cubicBezTo>
                  <a:pt x="37752" y="466929"/>
                  <a:pt x="48640" y="477817"/>
                  <a:pt x="48640" y="491249"/>
                </a:cubicBezTo>
                <a:cubicBezTo>
                  <a:pt x="48640" y="504681"/>
                  <a:pt x="37752" y="515569"/>
                  <a:pt x="24320" y="515569"/>
                </a:cubicBezTo>
                <a:cubicBezTo>
                  <a:pt x="10888" y="515569"/>
                  <a:pt x="0" y="504681"/>
                  <a:pt x="0" y="491249"/>
                </a:cubicBezTo>
                <a:cubicBezTo>
                  <a:pt x="0" y="477817"/>
                  <a:pt x="10888" y="466929"/>
                  <a:pt x="24320" y="466929"/>
                </a:cubicBezTo>
                <a:close/>
                <a:moveTo>
                  <a:pt x="131476" y="466929"/>
                </a:moveTo>
                <a:cubicBezTo>
                  <a:pt x="144908" y="466929"/>
                  <a:pt x="155796" y="477817"/>
                  <a:pt x="155796" y="491249"/>
                </a:cubicBezTo>
                <a:cubicBezTo>
                  <a:pt x="155796" y="504681"/>
                  <a:pt x="144908" y="515569"/>
                  <a:pt x="131476" y="515569"/>
                </a:cubicBezTo>
                <a:cubicBezTo>
                  <a:pt x="118044" y="515569"/>
                  <a:pt x="107156" y="504681"/>
                  <a:pt x="107156" y="491249"/>
                </a:cubicBezTo>
                <a:cubicBezTo>
                  <a:pt x="107156" y="477817"/>
                  <a:pt x="118044" y="466929"/>
                  <a:pt x="131476" y="466929"/>
                </a:cubicBezTo>
                <a:close/>
                <a:moveTo>
                  <a:pt x="238632" y="466929"/>
                </a:moveTo>
                <a:cubicBezTo>
                  <a:pt x="252064" y="466929"/>
                  <a:pt x="262952" y="477817"/>
                  <a:pt x="262952" y="491249"/>
                </a:cubicBezTo>
                <a:cubicBezTo>
                  <a:pt x="262952" y="504681"/>
                  <a:pt x="252064" y="515569"/>
                  <a:pt x="238632" y="515569"/>
                </a:cubicBezTo>
                <a:cubicBezTo>
                  <a:pt x="225200" y="515569"/>
                  <a:pt x="214312" y="504681"/>
                  <a:pt x="214312" y="491249"/>
                </a:cubicBezTo>
                <a:cubicBezTo>
                  <a:pt x="214312" y="477817"/>
                  <a:pt x="225200" y="466929"/>
                  <a:pt x="238632" y="466929"/>
                </a:cubicBezTo>
                <a:close/>
                <a:moveTo>
                  <a:pt x="345788" y="466929"/>
                </a:moveTo>
                <a:cubicBezTo>
                  <a:pt x="359220" y="466929"/>
                  <a:pt x="370108" y="477817"/>
                  <a:pt x="370108" y="491249"/>
                </a:cubicBezTo>
                <a:cubicBezTo>
                  <a:pt x="370108" y="504681"/>
                  <a:pt x="359220" y="515569"/>
                  <a:pt x="345788" y="515569"/>
                </a:cubicBezTo>
                <a:cubicBezTo>
                  <a:pt x="332356" y="515569"/>
                  <a:pt x="321468" y="504681"/>
                  <a:pt x="321468" y="491249"/>
                </a:cubicBezTo>
                <a:cubicBezTo>
                  <a:pt x="321468" y="477817"/>
                  <a:pt x="332356" y="466929"/>
                  <a:pt x="345788" y="466929"/>
                </a:cubicBezTo>
                <a:close/>
                <a:moveTo>
                  <a:pt x="452944" y="466929"/>
                </a:moveTo>
                <a:cubicBezTo>
                  <a:pt x="466376" y="466929"/>
                  <a:pt x="477264" y="477817"/>
                  <a:pt x="477264" y="491249"/>
                </a:cubicBezTo>
                <a:cubicBezTo>
                  <a:pt x="477264" y="504681"/>
                  <a:pt x="466376" y="515569"/>
                  <a:pt x="452944" y="515569"/>
                </a:cubicBezTo>
                <a:cubicBezTo>
                  <a:pt x="439512" y="515569"/>
                  <a:pt x="428624" y="504681"/>
                  <a:pt x="428624" y="491249"/>
                </a:cubicBezTo>
                <a:cubicBezTo>
                  <a:pt x="428624" y="477817"/>
                  <a:pt x="439512" y="466929"/>
                  <a:pt x="452944" y="466929"/>
                </a:cubicBezTo>
                <a:close/>
                <a:moveTo>
                  <a:pt x="24320" y="311287"/>
                </a:moveTo>
                <a:cubicBezTo>
                  <a:pt x="37752" y="311287"/>
                  <a:pt x="48640" y="322175"/>
                  <a:pt x="48640" y="335607"/>
                </a:cubicBezTo>
                <a:cubicBezTo>
                  <a:pt x="48640" y="349038"/>
                  <a:pt x="37752" y="359926"/>
                  <a:pt x="24320" y="359926"/>
                </a:cubicBezTo>
                <a:cubicBezTo>
                  <a:pt x="10888" y="359926"/>
                  <a:pt x="0" y="349038"/>
                  <a:pt x="0" y="335607"/>
                </a:cubicBezTo>
                <a:cubicBezTo>
                  <a:pt x="0" y="322175"/>
                  <a:pt x="10888" y="311287"/>
                  <a:pt x="24320" y="311287"/>
                </a:cubicBezTo>
                <a:close/>
                <a:moveTo>
                  <a:pt x="131476" y="311286"/>
                </a:moveTo>
                <a:cubicBezTo>
                  <a:pt x="144908" y="311286"/>
                  <a:pt x="155796" y="322174"/>
                  <a:pt x="155796" y="335606"/>
                </a:cubicBezTo>
                <a:cubicBezTo>
                  <a:pt x="155796" y="349038"/>
                  <a:pt x="144908" y="359926"/>
                  <a:pt x="131476" y="359926"/>
                </a:cubicBezTo>
                <a:cubicBezTo>
                  <a:pt x="118044" y="359926"/>
                  <a:pt x="107156" y="349038"/>
                  <a:pt x="107156" y="335606"/>
                </a:cubicBezTo>
                <a:cubicBezTo>
                  <a:pt x="107156" y="322174"/>
                  <a:pt x="118044" y="311286"/>
                  <a:pt x="131476" y="311286"/>
                </a:cubicBezTo>
                <a:close/>
                <a:moveTo>
                  <a:pt x="238632" y="311286"/>
                </a:moveTo>
                <a:cubicBezTo>
                  <a:pt x="252064" y="311286"/>
                  <a:pt x="262952" y="322174"/>
                  <a:pt x="262952" y="335606"/>
                </a:cubicBezTo>
                <a:cubicBezTo>
                  <a:pt x="262952" y="349038"/>
                  <a:pt x="252064" y="359926"/>
                  <a:pt x="238632" y="359926"/>
                </a:cubicBezTo>
                <a:cubicBezTo>
                  <a:pt x="225200" y="359926"/>
                  <a:pt x="214312" y="349038"/>
                  <a:pt x="214312" y="335606"/>
                </a:cubicBezTo>
                <a:cubicBezTo>
                  <a:pt x="214312" y="322174"/>
                  <a:pt x="225200" y="311286"/>
                  <a:pt x="238632" y="311286"/>
                </a:cubicBezTo>
                <a:close/>
                <a:moveTo>
                  <a:pt x="345788" y="311286"/>
                </a:moveTo>
                <a:cubicBezTo>
                  <a:pt x="359220" y="311286"/>
                  <a:pt x="370108" y="322174"/>
                  <a:pt x="370108" y="335606"/>
                </a:cubicBezTo>
                <a:cubicBezTo>
                  <a:pt x="370108" y="349038"/>
                  <a:pt x="359220" y="359926"/>
                  <a:pt x="345788" y="359926"/>
                </a:cubicBezTo>
                <a:cubicBezTo>
                  <a:pt x="332356" y="359926"/>
                  <a:pt x="321468" y="349038"/>
                  <a:pt x="321468" y="335606"/>
                </a:cubicBezTo>
                <a:cubicBezTo>
                  <a:pt x="321468" y="322174"/>
                  <a:pt x="332356" y="311286"/>
                  <a:pt x="345788" y="311286"/>
                </a:cubicBezTo>
                <a:close/>
                <a:moveTo>
                  <a:pt x="452944" y="311286"/>
                </a:moveTo>
                <a:cubicBezTo>
                  <a:pt x="466376" y="311286"/>
                  <a:pt x="477264" y="322174"/>
                  <a:pt x="477264" y="335606"/>
                </a:cubicBezTo>
                <a:cubicBezTo>
                  <a:pt x="477264" y="349038"/>
                  <a:pt x="466376" y="359926"/>
                  <a:pt x="452944" y="359926"/>
                </a:cubicBezTo>
                <a:cubicBezTo>
                  <a:pt x="439512" y="359926"/>
                  <a:pt x="428624" y="349038"/>
                  <a:pt x="428624" y="335606"/>
                </a:cubicBezTo>
                <a:cubicBezTo>
                  <a:pt x="428624" y="322174"/>
                  <a:pt x="439512" y="311286"/>
                  <a:pt x="452944" y="311286"/>
                </a:cubicBezTo>
                <a:close/>
                <a:moveTo>
                  <a:pt x="24320" y="155643"/>
                </a:moveTo>
                <a:cubicBezTo>
                  <a:pt x="37752" y="155643"/>
                  <a:pt x="48640" y="166531"/>
                  <a:pt x="48640" y="179963"/>
                </a:cubicBezTo>
                <a:cubicBezTo>
                  <a:pt x="48640" y="193395"/>
                  <a:pt x="37752" y="204283"/>
                  <a:pt x="24320" y="204283"/>
                </a:cubicBezTo>
                <a:cubicBezTo>
                  <a:pt x="10888" y="204283"/>
                  <a:pt x="0" y="193395"/>
                  <a:pt x="0" y="179963"/>
                </a:cubicBezTo>
                <a:cubicBezTo>
                  <a:pt x="0" y="166531"/>
                  <a:pt x="10888" y="155643"/>
                  <a:pt x="24320" y="155643"/>
                </a:cubicBezTo>
                <a:close/>
                <a:moveTo>
                  <a:pt x="131476" y="155643"/>
                </a:moveTo>
                <a:cubicBezTo>
                  <a:pt x="144908" y="155643"/>
                  <a:pt x="155796" y="166531"/>
                  <a:pt x="155796" y="179963"/>
                </a:cubicBezTo>
                <a:cubicBezTo>
                  <a:pt x="155796" y="193395"/>
                  <a:pt x="144908" y="204283"/>
                  <a:pt x="131476" y="204283"/>
                </a:cubicBezTo>
                <a:cubicBezTo>
                  <a:pt x="118044" y="204283"/>
                  <a:pt x="107156" y="193395"/>
                  <a:pt x="107156" y="179963"/>
                </a:cubicBezTo>
                <a:cubicBezTo>
                  <a:pt x="107156" y="166531"/>
                  <a:pt x="118044" y="155643"/>
                  <a:pt x="131476" y="155643"/>
                </a:cubicBezTo>
                <a:close/>
                <a:moveTo>
                  <a:pt x="238632" y="155643"/>
                </a:moveTo>
                <a:cubicBezTo>
                  <a:pt x="252064" y="155643"/>
                  <a:pt x="262952" y="166531"/>
                  <a:pt x="262952" y="179963"/>
                </a:cubicBezTo>
                <a:cubicBezTo>
                  <a:pt x="262952" y="193395"/>
                  <a:pt x="252064" y="204283"/>
                  <a:pt x="238632" y="204283"/>
                </a:cubicBezTo>
                <a:cubicBezTo>
                  <a:pt x="225200" y="204283"/>
                  <a:pt x="214312" y="193395"/>
                  <a:pt x="214312" y="179963"/>
                </a:cubicBezTo>
                <a:cubicBezTo>
                  <a:pt x="214312" y="166531"/>
                  <a:pt x="225200" y="155643"/>
                  <a:pt x="238632" y="155643"/>
                </a:cubicBezTo>
                <a:close/>
                <a:moveTo>
                  <a:pt x="345788" y="155643"/>
                </a:moveTo>
                <a:cubicBezTo>
                  <a:pt x="359220" y="155643"/>
                  <a:pt x="370108" y="166531"/>
                  <a:pt x="370108" y="179963"/>
                </a:cubicBezTo>
                <a:cubicBezTo>
                  <a:pt x="370108" y="193395"/>
                  <a:pt x="359220" y="204283"/>
                  <a:pt x="345788" y="204283"/>
                </a:cubicBezTo>
                <a:cubicBezTo>
                  <a:pt x="332356" y="204283"/>
                  <a:pt x="321468" y="193395"/>
                  <a:pt x="321468" y="179963"/>
                </a:cubicBezTo>
                <a:cubicBezTo>
                  <a:pt x="321468" y="166531"/>
                  <a:pt x="332356" y="155643"/>
                  <a:pt x="345788" y="155643"/>
                </a:cubicBezTo>
                <a:close/>
                <a:moveTo>
                  <a:pt x="452944" y="155643"/>
                </a:moveTo>
                <a:cubicBezTo>
                  <a:pt x="466376" y="155643"/>
                  <a:pt x="477264" y="166531"/>
                  <a:pt x="477264" y="179963"/>
                </a:cubicBezTo>
                <a:cubicBezTo>
                  <a:pt x="477264" y="193395"/>
                  <a:pt x="466376" y="204283"/>
                  <a:pt x="452944" y="204283"/>
                </a:cubicBezTo>
                <a:cubicBezTo>
                  <a:pt x="439512" y="204283"/>
                  <a:pt x="428624" y="193395"/>
                  <a:pt x="428624" y="179963"/>
                </a:cubicBezTo>
                <a:cubicBezTo>
                  <a:pt x="428624" y="166531"/>
                  <a:pt x="439512" y="155643"/>
                  <a:pt x="452944" y="155643"/>
                </a:cubicBezTo>
                <a:close/>
                <a:moveTo>
                  <a:pt x="452944" y="0"/>
                </a:moveTo>
                <a:cubicBezTo>
                  <a:pt x="466376" y="0"/>
                  <a:pt x="477264" y="10888"/>
                  <a:pt x="477264" y="24320"/>
                </a:cubicBezTo>
                <a:cubicBezTo>
                  <a:pt x="477264" y="37752"/>
                  <a:pt x="466376" y="48640"/>
                  <a:pt x="452944" y="48640"/>
                </a:cubicBezTo>
                <a:cubicBezTo>
                  <a:pt x="439512" y="48640"/>
                  <a:pt x="428624" y="37752"/>
                  <a:pt x="428624" y="24320"/>
                </a:cubicBezTo>
                <a:cubicBezTo>
                  <a:pt x="428624" y="10888"/>
                  <a:pt x="439512" y="0"/>
                  <a:pt x="452944" y="0"/>
                </a:cubicBezTo>
                <a:close/>
                <a:moveTo>
                  <a:pt x="345788" y="0"/>
                </a:moveTo>
                <a:cubicBezTo>
                  <a:pt x="359220" y="0"/>
                  <a:pt x="370108" y="10888"/>
                  <a:pt x="370108" y="24320"/>
                </a:cubicBezTo>
                <a:cubicBezTo>
                  <a:pt x="370108" y="37752"/>
                  <a:pt x="359220" y="48640"/>
                  <a:pt x="345788" y="48640"/>
                </a:cubicBezTo>
                <a:cubicBezTo>
                  <a:pt x="332356" y="48640"/>
                  <a:pt x="321468" y="37752"/>
                  <a:pt x="321468" y="24320"/>
                </a:cubicBezTo>
                <a:cubicBezTo>
                  <a:pt x="321468" y="10888"/>
                  <a:pt x="332356" y="0"/>
                  <a:pt x="345788" y="0"/>
                </a:cubicBezTo>
                <a:close/>
                <a:moveTo>
                  <a:pt x="238632" y="0"/>
                </a:moveTo>
                <a:cubicBezTo>
                  <a:pt x="252064" y="0"/>
                  <a:pt x="262952" y="10888"/>
                  <a:pt x="262952" y="24320"/>
                </a:cubicBezTo>
                <a:cubicBezTo>
                  <a:pt x="262952" y="37752"/>
                  <a:pt x="252064" y="48640"/>
                  <a:pt x="238632" y="48640"/>
                </a:cubicBezTo>
                <a:cubicBezTo>
                  <a:pt x="225200" y="48640"/>
                  <a:pt x="214312" y="37752"/>
                  <a:pt x="214312" y="24320"/>
                </a:cubicBezTo>
                <a:cubicBezTo>
                  <a:pt x="214312" y="10888"/>
                  <a:pt x="225200" y="0"/>
                  <a:pt x="238632" y="0"/>
                </a:cubicBezTo>
                <a:close/>
                <a:moveTo>
                  <a:pt x="131476" y="0"/>
                </a:moveTo>
                <a:cubicBezTo>
                  <a:pt x="144908" y="0"/>
                  <a:pt x="155796" y="10888"/>
                  <a:pt x="155796" y="24320"/>
                </a:cubicBezTo>
                <a:cubicBezTo>
                  <a:pt x="155796" y="37752"/>
                  <a:pt x="144908" y="48640"/>
                  <a:pt x="131476" y="48640"/>
                </a:cubicBezTo>
                <a:cubicBezTo>
                  <a:pt x="118044" y="48640"/>
                  <a:pt x="107156" y="37752"/>
                  <a:pt x="107156" y="24320"/>
                </a:cubicBezTo>
                <a:cubicBezTo>
                  <a:pt x="107156" y="10888"/>
                  <a:pt x="118044" y="0"/>
                  <a:pt x="131476" y="0"/>
                </a:cubicBezTo>
                <a:close/>
                <a:moveTo>
                  <a:pt x="24320" y="0"/>
                </a:moveTo>
                <a:cubicBezTo>
                  <a:pt x="37752" y="0"/>
                  <a:pt x="48640" y="10888"/>
                  <a:pt x="48640" y="24320"/>
                </a:cubicBezTo>
                <a:cubicBezTo>
                  <a:pt x="48640" y="37752"/>
                  <a:pt x="37752" y="48640"/>
                  <a:pt x="24320" y="48640"/>
                </a:cubicBezTo>
                <a:cubicBezTo>
                  <a:pt x="10888" y="48640"/>
                  <a:pt x="0" y="37752"/>
                  <a:pt x="0" y="24320"/>
                </a:cubicBezTo>
                <a:cubicBezTo>
                  <a:pt x="0" y="10888"/>
                  <a:pt x="10888" y="0"/>
                  <a:pt x="24320" y="0"/>
                </a:cubicBezTo>
                <a:close/>
              </a:path>
            </a:pathLst>
          </a:cu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sp>
        <p:nvSpPr>
          <p:cNvPr id="27" name="矩形 26"/>
          <p:cNvSpPr/>
          <p:nvPr/>
        </p:nvSpPr>
        <p:spPr>
          <a:xfrm>
            <a:off x="11933555" y="543560"/>
            <a:ext cx="258445" cy="111760"/>
          </a:xfrm>
          <a:prstGeom prst="rect">
            <a:avLst/>
          </a:prstGeom>
          <a:solidFill>
            <a:srgbClr val="62EFF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lumMod val="85000"/>
                  <a:lumOff val="15000"/>
                </a:schemeClr>
              </a:solidFill>
            </a:endParaRPr>
          </a:p>
        </p:txBody>
      </p:sp>
      <p:grpSp>
        <p:nvGrpSpPr>
          <p:cNvPr id="10" name="组合 9"/>
          <p:cNvGrpSpPr/>
          <p:nvPr/>
        </p:nvGrpSpPr>
        <p:grpSpPr>
          <a:xfrm>
            <a:off x="284882" y="241573"/>
            <a:ext cx="6998335" cy="626543"/>
            <a:chOff x="284882" y="285115"/>
            <a:chExt cx="6998335" cy="626543"/>
          </a:xfrm>
        </p:grpSpPr>
        <p:sp>
          <p:nvSpPr>
            <p:cNvPr id="21" name="文本框 20"/>
            <p:cNvSpPr txBox="1"/>
            <p:nvPr/>
          </p:nvSpPr>
          <p:spPr>
            <a:xfrm>
              <a:off x="831617" y="285115"/>
              <a:ext cx="6451600" cy="583565"/>
            </a:xfrm>
            <a:prstGeom prst="rect">
              <a:avLst/>
            </a:prstGeom>
            <a:noFill/>
          </p:spPr>
          <p:txBody>
            <a:bodyPr wrap="square" rtlCol="0">
              <a:spAutoFit/>
            </a:bodyPr>
            <a:lstStyle/>
            <a:p>
              <a:r>
                <a:rPr lang="zh-CN" altLang="en-US" sz="3200" dirty="0">
                  <a:solidFill>
                    <a:schemeClr val="tx1">
                      <a:lumMod val="85000"/>
                      <a:lumOff val="15000"/>
                    </a:schemeClr>
                  </a:solidFill>
                  <a:latin typeface="报隶-简" panose="02010600040101010101" charset="-122"/>
                  <a:ea typeface="报隶-简" panose="02010600040101010101" charset="-122"/>
                  <a:cs typeface="+mn-ea"/>
                  <a:sym typeface="+mn-lt"/>
                </a:rPr>
                <a:t>未来</a:t>
              </a:r>
              <a:r>
                <a:rPr lang="zh-CN" altLang="en-US" sz="3200" dirty="0">
                  <a:solidFill>
                    <a:schemeClr val="tx1">
                      <a:lumMod val="85000"/>
                      <a:lumOff val="15000"/>
                    </a:schemeClr>
                  </a:solidFill>
                  <a:latin typeface="报隶-简" panose="02010600040101010101" charset="-122"/>
                  <a:ea typeface="报隶-简" panose="02010600040101010101" charset="-122"/>
                  <a:cs typeface="+mn-ea"/>
                  <a:sym typeface="+mn-lt"/>
                </a:rPr>
                <a:t>展望</a:t>
              </a:r>
              <a:endParaRPr lang="zh-CN" altLang="en-US" sz="3200" dirty="0">
                <a:solidFill>
                  <a:schemeClr val="tx1">
                    <a:lumMod val="85000"/>
                    <a:lumOff val="15000"/>
                  </a:schemeClr>
                </a:solidFill>
                <a:latin typeface="报隶-简" panose="02010600040101010101" charset="-122"/>
                <a:ea typeface="报隶-简" panose="02010600040101010101" charset="-122"/>
                <a:cs typeface="+mn-ea"/>
                <a:sym typeface="+mn-lt"/>
              </a:endParaRPr>
            </a:p>
          </p:txBody>
        </p:sp>
        <p:grpSp>
          <p:nvGrpSpPr>
            <p:cNvPr id="13" name="组合 12"/>
            <p:cNvGrpSpPr/>
            <p:nvPr/>
          </p:nvGrpSpPr>
          <p:grpSpPr>
            <a:xfrm>
              <a:off x="284882" y="369226"/>
              <a:ext cx="542432" cy="542432"/>
              <a:chOff x="4058577" y="4375150"/>
              <a:chExt cx="1384300" cy="1384300"/>
            </a:xfrm>
          </p:grpSpPr>
          <p:sp>
            <p:nvSpPr>
              <p:cNvPr id="9" name="椭圆 8"/>
              <p:cNvSpPr/>
              <p:nvPr/>
            </p:nvSpPr>
            <p:spPr>
              <a:xfrm>
                <a:off x="4058577" y="4375150"/>
                <a:ext cx="1384300" cy="1384300"/>
              </a:xfrm>
              <a:prstGeom prst="ellipse">
                <a:avLst/>
              </a:prstGeom>
              <a:gradFill flip="none" rotWithShape="1">
                <a:gsLst>
                  <a:gs pos="38000">
                    <a:srgbClr val="62EFFE"/>
                  </a:gs>
                  <a:gs pos="90000">
                    <a:srgbClr val="02ECFE"/>
                  </a:gs>
                </a:gsLst>
                <a:lin ang="54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a:solidFill>
                    <a:schemeClr val="tx1">
                      <a:lumMod val="85000"/>
                      <a:lumOff val="15000"/>
                    </a:schemeClr>
                  </a:solidFill>
                  <a:latin typeface="思源黑体 CN Bold" panose="020B0800000000000000" pitchFamily="34" charset="-122"/>
                  <a:ea typeface="思源黑体 CN Bold" panose="020B0800000000000000" pitchFamily="34" charset="-122"/>
                  <a:cs typeface="+mn-ea"/>
                </a:endParaRPr>
              </a:p>
            </p:txBody>
          </p:sp>
          <p:pic>
            <p:nvPicPr>
              <p:cNvPr id="11" name="图片 10"/>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4311650" y="4619625"/>
                <a:ext cx="889000" cy="889000"/>
              </a:xfrm>
              <a:prstGeom prst="rect">
                <a:avLst/>
              </a:prstGeom>
            </p:spPr>
          </p:pic>
        </p:grpSp>
      </p:grpSp>
      <p:sp>
        <p:nvSpPr>
          <p:cNvPr id="12" name="文本框 11"/>
          <p:cNvSpPr txBox="1"/>
          <p:nvPr/>
        </p:nvSpPr>
        <p:spPr>
          <a:xfrm>
            <a:off x="9031605" y="569557"/>
            <a:ext cx="2705562" cy="337185"/>
          </a:xfrm>
          <a:prstGeom prst="rect">
            <a:avLst/>
          </a:prstGeom>
          <a:noFill/>
        </p:spPr>
        <p:txBody>
          <a:bodyPr wrap="square" rtlCol="0">
            <a:spAutoFit/>
          </a:bodyPr>
          <a:p>
            <a:pPr algn="dist"/>
            <a:r>
              <a:rPr lang="zh-CN" altLang="en-US" sz="1600" b="1" dirty="0">
                <a:solidFill>
                  <a:schemeClr val="tx1"/>
                </a:solidFill>
                <a:latin typeface="思源黑体 CN Normal" panose="020B0400000000000000" pitchFamily="34" charset="-122"/>
                <a:ea typeface="思源黑体 CN Normal" panose="020B0400000000000000" pitchFamily="34" charset="-122"/>
                <a:cs typeface="+mn-ea"/>
                <a:sym typeface="+mn-lt"/>
              </a:rPr>
              <a:t>20</a:t>
            </a:r>
            <a:r>
              <a:rPr lang="en-US" altLang="zh-CN" sz="1600" b="1" dirty="0">
                <a:solidFill>
                  <a:schemeClr val="tx1"/>
                </a:solidFill>
                <a:latin typeface="思源黑体 CN Normal" panose="020B0400000000000000" pitchFamily="34" charset="-122"/>
                <a:ea typeface="思源黑体 CN Normal" panose="020B0400000000000000" pitchFamily="34" charset="-122"/>
                <a:cs typeface="+mn-ea"/>
                <a:sym typeface="+mn-lt"/>
              </a:rPr>
              <a:t>23Google</a:t>
            </a:r>
            <a:r>
              <a:rPr lang="zh-CN" altLang="en-US" sz="1600" b="1" dirty="0">
                <a:solidFill>
                  <a:schemeClr val="tx1"/>
                </a:solidFill>
                <a:latin typeface="思源黑体 CN Normal" panose="020B0400000000000000" pitchFamily="34" charset="-122"/>
                <a:ea typeface="思源黑体 CN Normal" panose="020B0400000000000000" pitchFamily="34" charset="-122"/>
                <a:cs typeface="+mn-ea"/>
                <a:sym typeface="+mn-lt"/>
              </a:rPr>
              <a:t>开发者大会</a:t>
            </a:r>
            <a:endParaRPr lang="zh-CN" altLang="en-US" sz="1600" b="1" dirty="0">
              <a:solidFill>
                <a:schemeClr val="tx1"/>
              </a:solidFill>
              <a:latin typeface="思源黑体 CN Normal" panose="020B0400000000000000" pitchFamily="34" charset="-122"/>
              <a:ea typeface="思源黑体 CN Normal" panose="020B0400000000000000" pitchFamily="34" charset="-122"/>
              <a:cs typeface="+mn-ea"/>
              <a:sym typeface="+mn-lt"/>
            </a:endParaRPr>
          </a:p>
        </p:txBody>
      </p:sp>
      <p:sp>
        <p:nvSpPr>
          <p:cNvPr id="15" name="文本框 14"/>
          <p:cNvSpPr txBox="1"/>
          <p:nvPr/>
        </p:nvSpPr>
        <p:spPr>
          <a:xfrm>
            <a:off x="962660" y="1849120"/>
            <a:ext cx="3230880" cy="3415030"/>
          </a:xfrm>
          <a:prstGeom prst="rect">
            <a:avLst/>
          </a:prstGeom>
          <a:noFill/>
        </p:spPr>
        <p:txBody>
          <a:bodyPr wrap="square" rtlCol="0" anchor="t">
            <a:spAutoFit/>
          </a:bodyPr>
          <a:p>
            <a:r>
              <a:rPr lang="en-US" altLang="zh-CN" dirty="0">
                <a:solidFill>
                  <a:srgbClr val="FF0000"/>
                </a:solidFill>
                <a:latin typeface="汉仪中宋简" panose="02010600000101010101" charset="-122"/>
                <a:ea typeface="汉仪中宋简" panose="02010600000101010101" charset="-122"/>
                <a:cs typeface="汉仪中宋简" panose="02010600000101010101" charset="-122"/>
                <a:sym typeface="+mn-ea"/>
              </a:rPr>
              <a:t>VTE</a:t>
            </a:r>
            <a:r>
              <a:rPr lang="zh-CN" altLang="en-US" dirty="0">
                <a:solidFill>
                  <a:srgbClr val="FF0000"/>
                </a:solidFill>
                <a:latin typeface="汉仪中宋简" panose="02010600000101010101" charset="-122"/>
                <a:ea typeface="汉仪中宋简" panose="02010600000101010101" charset="-122"/>
                <a:cs typeface="汉仪中宋简" panose="02010600000101010101" charset="-122"/>
                <a:sym typeface="+mn-ea"/>
              </a:rPr>
              <a:t>风险预测应用原型设计</a:t>
            </a:r>
            <a:endParaRPr lang="zh-CN" altLang="en-US" dirty="0">
              <a:solidFill>
                <a:srgbClr val="FF0000"/>
              </a:solidFill>
              <a:latin typeface="汉仪中宋简" panose="02010600000101010101" charset="-122"/>
              <a:ea typeface="汉仪中宋简" panose="02010600000101010101" charset="-122"/>
              <a:cs typeface="汉仪中宋简" panose="02010600000101010101" charset="-122"/>
              <a:sym typeface="+mn-ea"/>
            </a:endParaRPr>
          </a:p>
          <a:p>
            <a:endParaRPr lang="zh-CN" altLang="en-US">
              <a:latin typeface="汉仪中宋简" panose="02010600000101010101" charset="-122"/>
              <a:ea typeface="汉仪中宋简" panose="02010600000101010101" charset="-122"/>
              <a:cs typeface="汉仪中宋简" panose="02010600000101010101" charset="-122"/>
            </a:endParaRPr>
          </a:p>
          <a:p>
            <a:r>
              <a:rPr lang="zh-CN" altLang="en-US">
                <a:latin typeface="汉仪中宋简" panose="02010600000101010101" charset="-122"/>
                <a:ea typeface="汉仪中宋简" panose="02010600000101010101" charset="-122"/>
                <a:cs typeface="汉仪中宋简" panose="02010600000101010101" charset="-122"/>
              </a:rPr>
              <a:t>通过收集患者历史就诊数据进行数据挖掘与建模，在取得一定效果之后，进行模型部署与微服务上线，为患者提供便捷就诊服务，</a:t>
            </a:r>
            <a:r>
              <a:rPr lang="en-US" altLang="zh-CN">
                <a:latin typeface="汉仪中宋简" panose="02010600000101010101" charset="-122"/>
                <a:ea typeface="汉仪中宋简" panose="02010600000101010101" charset="-122"/>
                <a:cs typeface="汉仪中宋简" panose="02010600000101010101" charset="-122"/>
              </a:rPr>
              <a:t>VTE</a:t>
            </a:r>
            <a:r>
              <a:rPr lang="zh-CN" altLang="en-US">
                <a:latin typeface="汉仪中宋简" panose="02010600000101010101" charset="-122"/>
                <a:ea typeface="汉仪中宋简" panose="02010600000101010101" charset="-122"/>
                <a:cs typeface="汉仪中宋简" panose="02010600000101010101" charset="-122"/>
              </a:rPr>
              <a:t>风险预警，及时将风险指标推送给患者，同时将重要指标特征为医生提供参考建议，为患者提供科学问诊，智能问诊，便捷就诊全方位服务。</a:t>
            </a:r>
            <a:endParaRPr lang="zh-CN" altLang="en-US">
              <a:latin typeface="汉仪中宋简" panose="02010600000101010101" charset="-122"/>
              <a:ea typeface="汉仪中宋简" panose="02010600000101010101" charset="-122"/>
              <a:cs typeface="汉仪中宋简" panose="02010600000101010101" charset="-122"/>
            </a:endParaRPr>
          </a:p>
        </p:txBody>
      </p:sp>
      <p:pic>
        <p:nvPicPr>
          <p:cNvPr id="16" name="图片 15" descr="APP设计"/>
          <p:cNvPicPr>
            <a:picLocks noChangeAspect="1"/>
          </p:cNvPicPr>
          <p:nvPr>
            <p:custDataLst>
              <p:tags r:id="rId2"/>
            </p:custDataLst>
          </p:nvPr>
        </p:nvPicPr>
        <p:blipFill>
          <a:blip r:embed="rId3"/>
          <a:stretch>
            <a:fillRect/>
          </a:stretch>
        </p:blipFill>
        <p:spPr>
          <a:xfrm>
            <a:off x="4761865" y="1422400"/>
            <a:ext cx="6566535" cy="490855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1600" advTm="5000">
        <p14:prism isInverted="1"/>
      </p:transition>
    </mc:Choice>
    <mc:Fallback>
      <p:transition spd="slow" advTm="5000">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8" name="组合 7"/>
          <p:cNvGrpSpPr/>
          <p:nvPr/>
        </p:nvGrpSpPr>
        <p:grpSpPr>
          <a:xfrm>
            <a:off x="-698500" y="-582990"/>
            <a:ext cx="13589000" cy="8023980"/>
            <a:chOff x="-863600" y="-584200"/>
            <a:chExt cx="13335000" cy="7874000"/>
          </a:xfrm>
          <a:solidFill>
            <a:srgbClr val="E6E6E6"/>
          </a:solidFill>
        </p:grpSpPr>
        <p:grpSp>
          <p:nvGrpSpPr>
            <p:cNvPr id="4" name="组合 3"/>
            <p:cNvGrpSpPr/>
            <p:nvPr/>
          </p:nvGrpSpPr>
          <p:grpSpPr>
            <a:xfrm>
              <a:off x="-863600" y="-584200"/>
              <a:ext cx="165100" cy="7874000"/>
              <a:chOff x="-863600" y="-584200"/>
              <a:chExt cx="165100" cy="7874000"/>
            </a:xfrm>
            <a:grpFill/>
          </p:grpSpPr>
          <p:sp>
            <p:nvSpPr>
              <p:cNvPr id="2" name="椭圆 1"/>
              <p:cNvSpPr/>
              <p:nvPr/>
            </p:nvSpPr>
            <p:spPr>
              <a:xfrm>
                <a:off x="-863600" y="-584200"/>
                <a:ext cx="165100" cy="165100"/>
              </a:xfrm>
              <a:prstGeom prst="ellipse">
                <a:avLst/>
              </a:prstGeom>
              <a:grp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椭圆 2"/>
              <p:cNvSpPr/>
              <p:nvPr/>
            </p:nvSpPr>
            <p:spPr>
              <a:xfrm>
                <a:off x="-863600" y="7124700"/>
                <a:ext cx="165100" cy="165100"/>
              </a:xfrm>
              <a:prstGeom prst="ellipse">
                <a:avLst/>
              </a:prstGeom>
              <a:grp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5" name="组合 4"/>
            <p:cNvGrpSpPr/>
            <p:nvPr/>
          </p:nvGrpSpPr>
          <p:grpSpPr>
            <a:xfrm>
              <a:off x="12306300" y="-584200"/>
              <a:ext cx="165100" cy="7874000"/>
              <a:chOff x="-863600" y="-584200"/>
              <a:chExt cx="165100" cy="7874000"/>
            </a:xfrm>
            <a:grpFill/>
          </p:grpSpPr>
          <p:sp>
            <p:nvSpPr>
              <p:cNvPr id="6" name="椭圆 5"/>
              <p:cNvSpPr/>
              <p:nvPr/>
            </p:nvSpPr>
            <p:spPr>
              <a:xfrm>
                <a:off x="-863600" y="-584200"/>
                <a:ext cx="165100" cy="165100"/>
              </a:xfrm>
              <a:prstGeom prst="ellipse">
                <a:avLst/>
              </a:prstGeom>
              <a:grp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椭圆 6"/>
              <p:cNvSpPr/>
              <p:nvPr/>
            </p:nvSpPr>
            <p:spPr>
              <a:xfrm>
                <a:off x="-863600" y="7124700"/>
                <a:ext cx="165100" cy="165100"/>
              </a:xfrm>
              <a:prstGeom prst="ellipse">
                <a:avLst/>
              </a:prstGeom>
              <a:grp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sp>
        <p:nvSpPr>
          <p:cNvPr id="25" name="任意多边形: 形状 24"/>
          <p:cNvSpPr/>
          <p:nvPr/>
        </p:nvSpPr>
        <p:spPr>
          <a:xfrm>
            <a:off x="11328401" y="4965700"/>
            <a:ext cx="396593" cy="816428"/>
          </a:xfrm>
          <a:custGeom>
            <a:avLst/>
            <a:gdLst>
              <a:gd name="connsiteX0" fmla="*/ 452944 w 477264"/>
              <a:gd name="connsiteY0" fmla="*/ 933858 h 982498"/>
              <a:gd name="connsiteX1" fmla="*/ 477264 w 477264"/>
              <a:gd name="connsiteY1" fmla="*/ 958178 h 982498"/>
              <a:gd name="connsiteX2" fmla="*/ 452944 w 477264"/>
              <a:gd name="connsiteY2" fmla="*/ 982498 h 982498"/>
              <a:gd name="connsiteX3" fmla="*/ 428624 w 477264"/>
              <a:gd name="connsiteY3" fmla="*/ 958178 h 982498"/>
              <a:gd name="connsiteX4" fmla="*/ 452944 w 477264"/>
              <a:gd name="connsiteY4" fmla="*/ 933858 h 982498"/>
              <a:gd name="connsiteX5" fmla="*/ 345788 w 477264"/>
              <a:gd name="connsiteY5" fmla="*/ 933858 h 982498"/>
              <a:gd name="connsiteX6" fmla="*/ 370108 w 477264"/>
              <a:gd name="connsiteY6" fmla="*/ 958178 h 982498"/>
              <a:gd name="connsiteX7" fmla="*/ 345788 w 477264"/>
              <a:gd name="connsiteY7" fmla="*/ 982498 h 982498"/>
              <a:gd name="connsiteX8" fmla="*/ 321468 w 477264"/>
              <a:gd name="connsiteY8" fmla="*/ 958178 h 982498"/>
              <a:gd name="connsiteX9" fmla="*/ 345788 w 477264"/>
              <a:gd name="connsiteY9" fmla="*/ 933858 h 982498"/>
              <a:gd name="connsiteX10" fmla="*/ 238632 w 477264"/>
              <a:gd name="connsiteY10" fmla="*/ 933858 h 982498"/>
              <a:gd name="connsiteX11" fmla="*/ 262952 w 477264"/>
              <a:gd name="connsiteY11" fmla="*/ 958178 h 982498"/>
              <a:gd name="connsiteX12" fmla="*/ 238632 w 477264"/>
              <a:gd name="connsiteY12" fmla="*/ 982498 h 982498"/>
              <a:gd name="connsiteX13" fmla="*/ 214312 w 477264"/>
              <a:gd name="connsiteY13" fmla="*/ 958178 h 982498"/>
              <a:gd name="connsiteX14" fmla="*/ 238632 w 477264"/>
              <a:gd name="connsiteY14" fmla="*/ 933858 h 982498"/>
              <a:gd name="connsiteX15" fmla="*/ 131476 w 477264"/>
              <a:gd name="connsiteY15" fmla="*/ 933858 h 982498"/>
              <a:gd name="connsiteX16" fmla="*/ 155796 w 477264"/>
              <a:gd name="connsiteY16" fmla="*/ 958178 h 982498"/>
              <a:gd name="connsiteX17" fmla="*/ 131476 w 477264"/>
              <a:gd name="connsiteY17" fmla="*/ 982498 h 982498"/>
              <a:gd name="connsiteX18" fmla="*/ 107156 w 477264"/>
              <a:gd name="connsiteY18" fmla="*/ 958178 h 982498"/>
              <a:gd name="connsiteX19" fmla="*/ 131476 w 477264"/>
              <a:gd name="connsiteY19" fmla="*/ 933858 h 982498"/>
              <a:gd name="connsiteX20" fmla="*/ 24320 w 477264"/>
              <a:gd name="connsiteY20" fmla="*/ 933858 h 982498"/>
              <a:gd name="connsiteX21" fmla="*/ 48640 w 477264"/>
              <a:gd name="connsiteY21" fmla="*/ 958178 h 982498"/>
              <a:gd name="connsiteX22" fmla="*/ 24320 w 477264"/>
              <a:gd name="connsiteY22" fmla="*/ 982498 h 982498"/>
              <a:gd name="connsiteX23" fmla="*/ 0 w 477264"/>
              <a:gd name="connsiteY23" fmla="*/ 958178 h 982498"/>
              <a:gd name="connsiteX24" fmla="*/ 24320 w 477264"/>
              <a:gd name="connsiteY24" fmla="*/ 933858 h 982498"/>
              <a:gd name="connsiteX25" fmla="*/ 452944 w 477264"/>
              <a:gd name="connsiteY25" fmla="*/ 778215 h 982498"/>
              <a:gd name="connsiteX26" fmla="*/ 477264 w 477264"/>
              <a:gd name="connsiteY26" fmla="*/ 802535 h 982498"/>
              <a:gd name="connsiteX27" fmla="*/ 452944 w 477264"/>
              <a:gd name="connsiteY27" fmla="*/ 826855 h 982498"/>
              <a:gd name="connsiteX28" fmla="*/ 428624 w 477264"/>
              <a:gd name="connsiteY28" fmla="*/ 802535 h 982498"/>
              <a:gd name="connsiteX29" fmla="*/ 452944 w 477264"/>
              <a:gd name="connsiteY29" fmla="*/ 778215 h 982498"/>
              <a:gd name="connsiteX30" fmla="*/ 345788 w 477264"/>
              <a:gd name="connsiteY30" fmla="*/ 778215 h 982498"/>
              <a:gd name="connsiteX31" fmla="*/ 370108 w 477264"/>
              <a:gd name="connsiteY31" fmla="*/ 802535 h 982498"/>
              <a:gd name="connsiteX32" fmla="*/ 345788 w 477264"/>
              <a:gd name="connsiteY32" fmla="*/ 826855 h 982498"/>
              <a:gd name="connsiteX33" fmla="*/ 321468 w 477264"/>
              <a:gd name="connsiteY33" fmla="*/ 802535 h 982498"/>
              <a:gd name="connsiteX34" fmla="*/ 345788 w 477264"/>
              <a:gd name="connsiteY34" fmla="*/ 778215 h 982498"/>
              <a:gd name="connsiteX35" fmla="*/ 238632 w 477264"/>
              <a:gd name="connsiteY35" fmla="*/ 778215 h 982498"/>
              <a:gd name="connsiteX36" fmla="*/ 262952 w 477264"/>
              <a:gd name="connsiteY36" fmla="*/ 802535 h 982498"/>
              <a:gd name="connsiteX37" fmla="*/ 238632 w 477264"/>
              <a:gd name="connsiteY37" fmla="*/ 826855 h 982498"/>
              <a:gd name="connsiteX38" fmla="*/ 214312 w 477264"/>
              <a:gd name="connsiteY38" fmla="*/ 802535 h 982498"/>
              <a:gd name="connsiteX39" fmla="*/ 238632 w 477264"/>
              <a:gd name="connsiteY39" fmla="*/ 778215 h 982498"/>
              <a:gd name="connsiteX40" fmla="*/ 131476 w 477264"/>
              <a:gd name="connsiteY40" fmla="*/ 778215 h 982498"/>
              <a:gd name="connsiteX41" fmla="*/ 155796 w 477264"/>
              <a:gd name="connsiteY41" fmla="*/ 802535 h 982498"/>
              <a:gd name="connsiteX42" fmla="*/ 131476 w 477264"/>
              <a:gd name="connsiteY42" fmla="*/ 826855 h 982498"/>
              <a:gd name="connsiteX43" fmla="*/ 107156 w 477264"/>
              <a:gd name="connsiteY43" fmla="*/ 802535 h 982498"/>
              <a:gd name="connsiteX44" fmla="*/ 131476 w 477264"/>
              <a:gd name="connsiteY44" fmla="*/ 778215 h 982498"/>
              <a:gd name="connsiteX45" fmla="*/ 24320 w 477264"/>
              <a:gd name="connsiteY45" fmla="*/ 778215 h 982498"/>
              <a:gd name="connsiteX46" fmla="*/ 48640 w 477264"/>
              <a:gd name="connsiteY46" fmla="*/ 802535 h 982498"/>
              <a:gd name="connsiteX47" fmla="*/ 24320 w 477264"/>
              <a:gd name="connsiteY47" fmla="*/ 826855 h 982498"/>
              <a:gd name="connsiteX48" fmla="*/ 0 w 477264"/>
              <a:gd name="connsiteY48" fmla="*/ 802535 h 982498"/>
              <a:gd name="connsiteX49" fmla="*/ 24320 w 477264"/>
              <a:gd name="connsiteY49" fmla="*/ 778215 h 982498"/>
              <a:gd name="connsiteX50" fmla="*/ 452944 w 477264"/>
              <a:gd name="connsiteY50" fmla="*/ 622572 h 982498"/>
              <a:gd name="connsiteX51" fmla="*/ 477264 w 477264"/>
              <a:gd name="connsiteY51" fmla="*/ 646892 h 982498"/>
              <a:gd name="connsiteX52" fmla="*/ 452944 w 477264"/>
              <a:gd name="connsiteY52" fmla="*/ 671212 h 982498"/>
              <a:gd name="connsiteX53" fmla="*/ 428624 w 477264"/>
              <a:gd name="connsiteY53" fmla="*/ 646892 h 982498"/>
              <a:gd name="connsiteX54" fmla="*/ 452944 w 477264"/>
              <a:gd name="connsiteY54" fmla="*/ 622572 h 982498"/>
              <a:gd name="connsiteX55" fmla="*/ 345788 w 477264"/>
              <a:gd name="connsiteY55" fmla="*/ 622572 h 982498"/>
              <a:gd name="connsiteX56" fmla="*/ 370108 w 477264"/>
              <a:gd name="connsiteY56" fmla="*/ 646892 h 982498"/>
              <a:gd name="connsiteX57" fmla="*/ 345788 w 477264"/>
              <a:gd name="connsiteY57" fmla="*/ 671212 h 982498"/>
              <a:gd name="connsiteX58" fmla="*/ 321468 w 477264"/>
              <a:gd name="connsiteY58" fmla="*/ 646892 h 982498"/>
              <a:gd name="connsiteX59" fmla="*/ 345788 w 477264"/>
              <a:gd name="connsiteY59" fmla="*/ 622572 h 982498"/>
              <a:gd name="connsiteX60" fmla="*/ 238632 w 477264"/>
              <a:gd name="connsiteY60" fmla="*/ 622572 h 982498"/>
              <a:gd name="connsiteX61" fmla="*/ 262952 w 477264"/>
              <a:gd name="connsiteY61" fmla="*/ 646892 h 982498"/>
              <a:gd name="connsiteX62" fmla="*/ 238632 w 477264"/>
              <a:gd name="connsiteY62" fmla="*/ 671212 h 982498"/>
              <a:gd name="connsiteX63" fmla="*/ 214312 w 477264"/>
              <a:gd name="connsiteY63" fmla="*/ 646892 h 982498"/>
              <a:gd name="connsiteX64" fmla="*/ 238632 w 477264"/>
              <a:gd name="connsiteY64" fmla="*/ 622572 h 982498"/>
              <a:gd name="connsiteX65" fmla="*/ 131476 w 477264"/>
              <a:gd name="connsiteY65" fmla="*/ 622572 h 982498"/>
              <a:gd name="connsiteX66" fmla="*/ 155796 w 477264"/>
              <a:gd name="connsiteY66" fmla="*/ 646892 h 982498"/>
              <a:gd name="connsiteX67" fmla="*/ 131476 w 477264"/>
              <a:gd name="connsiteY67" fmla="*/ 671212 h 982498"/>
              <a:gd name="connsiteX68" fmla="*/ 107156 w 477264"/>
              <a:gd name="connsiteY68" fmla="*/ 646892 h 982498"/>
              <a:gd name="connsiteX69" fmla="*/ 131476 w 477264"/>
              <a:gd name="connsiteY69" fmla="*/ 622572 h 982498"/>
              <a:gd name="connsiteX70" fmla="*/ 24320 w 477264"/>
              <a:gd name="connsiteY70" fmla="*/ 622572 h 982498"/>
              <a:gd name="connsiteX71" fmla="*/ 48640 w 477264"/>
              <a:gd name="connsiteY71" fmla="*/ 646892 h 982498"/>
              <a:gd name="connsiteX72" fmla="*/ 24320 w 477264"/>
              <a:gd name="connsiteY72" fmla="*/ 671212 h 982498"/>
              <a:gd name="connsiteX73" fmla="*/ 0 w 477264"/>
              <a:gd name="connsiteY73" fmla="*/ 646892 h 982498"/>
              <a:gd name="connsiteX74" fmla="*/ 24320 w 477264"/>
              <a:gd name="connsiteY74" fmla="*/ 622572 h 982498"/>
              <a:gd name="connsiteX75" fmla="*/ 24320 w 477264"/>
              <a:gd name="connsiteY75" fmla="*/ 466929 h 982498"/>
              <a:gd name="connsiteX76" fmla="*/ 48640 w 477264"/>
              <a:gd name="connsiteY76" fmla="*/ 491249 h 982498"/>
              <a:gd name="connsiteX77" fmla="*/ 24320 w 477264"/>
              <a:gd name="connsiteY77" fmla="*/ 515569 h 982498"/>
              <a:gd name="connsiteX78" fmla="*/ 0 w 477264"/>
              <a:gd name="connsiteY78" fmla="*/ 491249 h 982498"/>
              <a:gd name="connsiteX79" fmla="*/ 24320 w 477264"/>
              <a:gd name="connsiteY79" fmla="*/ 466929 h 982498"/>
              <a:gd name="connsiteX80" fmla="*/ 131476 w 477264"/>
              <a:gd name="connsiteY80" fmla="*/ 466929 h 982498"/>
              <a:gd name="connsiteX81" fmla="*/ 155796 w 477264"/>
              <a:gd name="connsiteY81" fmla="*/ 491249 h 982498"/>
              <a:gd name="connsiteX82" fmla="*/ 131476 w 477264"/>
              <a:gd name="connsiteY82" fmla="*/ 515569 h 982498"/>
              <a:gd name="connsiteX83" fmla="*/ 107156 w 477264"/>
              <a:gd name="connsiteY83" fmla="*/ 491249 h 982498"/>
              <a:gd name="connsiteX84" fmla="*/ 131476 w 477264"/>
              <a:gd name="connsiteY84" fmla="*/ 466929 h 982498"/>
              <a:gd name="connsiteX85" fmla="*/ 238632 w 477264"/>
              <a:gd name="connsiteY85" fmla="*/ 466929 h 982498"/>
              <a:gd name="connsiteX86" fmla="*/ 262952 w 477264"/>
              <a:gd name="connsiteY86" fmla="*/ 491249 h 982498"/>
              <a:gd name="connsiteX87" fmla="*/ 238632 w 477264"/>
              <a:gd name="connsiteY87" fmla="*/ 515569 h 982498"/>
              <a:gd name="connsiteX88" fmla="*/ 214312 w 477264"/>
              <a:gd name="connsiteY88" fmla="*/ 491249 h 982498"/>
              <a:gd name="connsiteX89" fmla="*/ 238632 w 477264"/>
              <a:gd name="connsiteY89" fmla="*/ 466929 h 982498"/>
              <a:gd name="connsiteX90" fmla="*/ 345788 w 477264"/>
              <a:gd name="connsiteY90" fmla="*/ 466929 h 982498"/>
              <a:gd name="connsiteX91" fmla="*/ 370108 w 477264"/>
              <a:gd name="connsiteY91" fmla="*/ 491249 h 982498"/>
              <a:gd name="connsiteX92" fmla="*/ 345788 w 477264"/>
              <a:gd name="connsiteY92" fmla="*/ 515569 h 982498"/>
              <a:gd name="connsiteX93" fmla="*/ 321468 w 477264"/>
              <a:gd name="connsiteY93" fmla="*/ 491249 h 982498"/>
              <a:gd name="connsiteX94" fmla="*/ 345788 w 477264"/>
              <a:gd name="connsiteY94" fmla="*/ 466929 h 982498"/>
              <a:gd name="connsiteX95" fmla="*/ 452944 w 477264"/>
              <a:gd name="connsiteY95" fmla="*/ 466929 h 982498"/>
              <a:gd name="connsiteX96" fmla="*/ 477264 w 477264"/>
              <a:gd name="connsiteY96" fmla="*/ 491249 h 982498"/>
              <a:gd name="connsiteX97" fmla="*/ 452944 w 477264"/>
              <a:gd name="connsiteY97" fmla="*/ 515569 h 982498"/>
              <a:gd name="connsiteX98" fmla="*/ 428624 w 477264"/>
              <a:gd name="connsiteY98" fmla="*/ 491249 h 982498"/>
              <a:gd name="connsiteX99" fmla="*/ 452944 w 477264"/>
              <a:gd name="connsiteY99" fmla="*/ 466929 h 982498"/>
              <a:gd name="connsiteX100" fmla="*/ 24320 w 477264"/>
              <a:gd name="connsiteY100" fmla="*/ 311287 h 982498"/>
              <a:gd name="connsiteX101" fmla="*/ 48640 w 477264"/>
              <a:gd name="connsiteY101" fmla="*/ 335607 h 982498"/>
              <a:gd name="connsiteX102" fmla="*/ 24320 w 477264"/>
              <a:gd name="connsiteY102" fmla="*/ 359926 h 982498"/>
              <a:gd name="connsiteX103" fmla="*/ 0 w 477264"/>
              <a:gd name="connsiteY103" fmla="*/ 335607 h 982498"/>
              <a:gd name="connsiteX104" fmla="*/ 24320 w 477264"/>
              <a:gd name="connsiteY104" fmla="*/ 311287 h 982498"/>
              <a:gd name="connsiteX105" fmla="*/ 131476 w 477264"/>
              <a:gd name="connsiteY105" fmla="*/ 311286 h 982498"/>
              <a:gd name="connsiteX106" fmla="*/ 155796 w 477264"/>
              <a:gd name="connsiteY106" fmla="*/ 335606 h 982498"/>
              <a:gd name="connsiteX107" fmla="*/ 131476 w 477264"/>
              <a:gd name="connsiteY107" fmla="*/ 359926 h 982498"/>
              <a:gd name="connsiteX108" fmla="*/ 107156 w 477264"/>
              <a:gd name="connsiteY108" fmla="*/ 335606 h 982498"/>
              <a:gd name="connsiteX109" fmla="*/ 131476 w 477264"/>
              <a:gd name="connsiteY109" fmla="*/ 311286 h 982498"/>
              <a:gd name="connsiteX110" fmla="*/ 238632 w 477264"/>
              <a:gd name="connsiteY110" fmla="*/ 311286 h 982498"/>
              <a:gd name="connsiteX111" fmla="*/ 262952 w 477264"/>
              <a:gd name="connsiteY111" fmla="*/ 335606 h 982498"/>
              <a:gd name="connsiteX112" fmla="*/ 238632 w 477264"/>
              <a:gd name="connsiteY112" fmla="*/ 359926 h 982498"/>
              <a:gd name="connsiteX113" fmla="*/ 214312 w 477264"/>
              <a:gd name="connsiteY113" fmla="*/ 335606 h 982498"/>
              <a:gd name="connsiteX114" fmla="*/ 238632 w 477264"/>
              <a:gd name="connsiteY114" fmla="*/ 311286 h 982498"/>
              <a:gd name="connsiteX115" fmla="*/ 345788 w 477264"/>
              <a:gd name="connsiteY115" fmla="*/ 311286 h 982498"/>
              <a:gd name="connsiteX116" fmla="*/ 370108 w 477264"/>
              <a:gd name="connsiteY116" fmla="*/ 335606 h 982498"/>
              <a:gd name="connsiteX117" fmla="*/ 345788 w 477264"/>
              <a:gd name="connsiteY117" fmla="*/ 359926 h 982498"/>
              <a:gd name="connsiteX118" fmla="*/ 321468 w 477264"/>
              <a:gd name="connsiteY118" fmla="*/ 335606 h 982498"/>
              <a:gd name="connsiteX119" fmla="*/ 345788 w 477264"/>
              <a:gd name="connsiteY119" fmla="*/ 311286 h 982498"/>
              <a:gd name="connsiteX120" fmla="*/ 452944 w 477264"/>
              <a:gd name="connsiteY120" fmla="*/ 311286 h 982498"/>
              <a:gd name="connsiteX121" fmla="*/ 477264 w 477264"/>
              <a:gd name="connsiteY121" fmla="*/ 335606 h 982498"/>
              <a:gd name="connsiteX122" fmla="*/ 452944 w 477264"/>
              <a:gd name="connsiteY122" fmla="*/ 359926 h 982498"/>
              <a:gd name="connsiteX123" fmla="*/ 428624 w 477264"/>
              <a:gd name="connsiteY123" fmla="*/ 335606 h 982498"/>
              <a:gd name="connsiteX124" fmla="*/ 452944 w 477264"/>
              <a:gd name="connsiteY124" fmla="*/ 311286 h 982498"/>
              <a:gd name="connsiteX125" fmla="*/ 24320 w 477264"/>
              <a:gd name="connsiteY125" fmla="*/ 155643 h 982498"/>
              <a:gd name="connsiteX126" fmla="*/ 48640 w 477264"/>
              <a:gd name="connsiteY126" fmla="*/ 179963 h 982498"/>
              <a:gd name="connsiteX127" fmla="*/ 24320 w 477264"/>
              <a:gd name="connsiteY127" fmla="*/ 204283 h 982498"/>
              <a:gd name="connsiteX128" fmla="*/ 0 w 477264"/>
              <a:gd name="connsiteY128" fmla="*/ 179963 h 982498"/>
              <a:gd name="connsiteX129" fmla="*/ 24320 w 477264"/>
              <a:gd name="connsiteY129" fmla="*/ 155643 h 982498"/>
              <a:gd name="connsiteX130" fmla="*/ 131476 w 477264"/>
              <a:gd name="connsiteY130" fmla="*/ 155643 h 982498"/>
              <a:gd name="connsiteX131" fmla="*/ 155796 w 477264"/>
              <a:gd name="connsiteY131" fmla="*/ 179963 h 982498"/>
              <a:gd name="connsiteX132" fmla="*/ 131476 w 477264"/>
              <a:gd name="connsiteY132" fmla="*/ 204283 h 982498"/>
              <a:gd name="connsiteX133" fmla="*/ 107156 w 477264"/>
              <a:gd name="connsiteY133" fmla="*/ 179963 h 982498"/>
              <a:gd name="connsiteX134" fmla="*/ 131476 w 477264"/>
              <a:gd name="connsiteY134" fmla="*/ 155643 h 982498"/>
              <a:gd name="connsiteX135" fmla="*/ 238632 w 477264"/>
              <a:gd name="connsiteY135" fmla="*/ 155643 h 982498"/>
              <a:gd name="connsiteX136" fmla="*/ 262952 w 477264"/>
              <a:gd name="connsiteY136" fmla="*/ 179963 h 982498"/>
              <a:gd name="connsiteX137" fmla="*/ 238632 w 477264"/>
              <a:gd name="connsiteY137" fmla="*/ 204283 h 982498"/>
              <a:gd name="connsiteX138" fmla="*/ 214312 w 477264"/>
              <a:gd name="connsiteY138" fmla="*/ 179963 h 982498"/>
              <a:gd name="connsiteX139" fmla="*/ 238632 w 477264"/>
              <a:gd name="connsiteY139" fmla="*/ 155643 h 982498"/>
              <a:gd name="connsiteX140" fmla="*/ 345788 w 477264"/>
              <a:gd name="connsiteY140" fmla="*/ 155643 h 982498"/>
              <a:gd name="connsiteX141" fmla="*/ 370108 w 477264"/>
              <a:gd name="connsiteY141" fmla="*/ 179963 h 982498"/>
              <a:gd name="connsiteX142" fmla="*/ 345788 w 477264"/>
              <a:gd name="connsiteY142" fmla="*/ 204283 h 982498"/>
              <a:gd name="connsiteX143" fmla="*/ 321468 w 477264"/>
              <a:gd name="connsiteY143" fmla="*/ 179963 h 982498"/>
              <a:gd name="connsiteX144" fmla="*/ 345788 w 477264"/>
              <a:gd name="connsiteY144" fmla="*/ 155643 h 982498"/>
              <a:gd name="connsiteX145" fmla="*/ 452944 w 477264"/>
              <a:gd name="connsiteY145" fmla="*/ 155643 h 982498"/>
              <a:gd name="connsiteX146" fmla="*/ 477264 w 477264"/>
              <a:gd name="connsiteY146" fmla="*/ 179963 h 982498"/>
              <a:gd name="connsiteX147" fmla="*/ 452944 w 477264"/>
              <a:gd name="connsiteY147" fmla="*/ 204283 h 982498"/>
              <a:gd name="connsiteX148" fmla="*/ 428624 w 477264"/>
              <a:gd name="connsiteY148" fmla="*/ 179963 h 982498"/>
              <a:gd name="connsiteX149" fmla="*/ 452944 w 477264"/>
              <a:gd name="connsiteY149" fmla="*/ 155643 h 982498"/>
              <a:gd name="connsiteX150" fmla="*/ 452944 w 477264"/>
              <a:gd name="connsiteY150" fmla="*/ 0 h 982498"/>
              <a:gd name="connsiteX151" fmla="*/ 477264 w 477264"/>
              <a:gd name="connsiteY151" fmla="*/ 24320 h 982498"/>
              <a:gd name="connsiteX152" fmla="*/ 452944 w 477264"/>
              <a:gd name="connsiteY152" fmla="*/ 48640 h 982498"/>
              <a:gd name="connsiteX153" fmla="*/ 428624 w 477264"/>
              <a:gd name="connsiteY153" fmla="*/ 24320 h 982498"/>
              <a:gd name="connsiteX154" fmla="*/ 452944 w 477264"/>
              <a:gd name="connsiteY154" fmla="*/ 0 h 982498"/>
              <a:gd name="connsiteX155" fmla="*/ 345788 w 477264"/>
              <a:gd name="connsiteY155" fmla="*/ 0 h 982498"/>
              <a:gd name="connsiteX156" fmla="*/ 370108 w 477264"/>
              <a:gd name="connsiteY156" fmla="*/ 24320 h 982498"/>
              <a:gd name="connsiteX157" fmla="*/ 345788 w 477264"/>
              <a:gd name="connsiteY157" fmla="*/ 48640 h 982498"/>
              <a:gd name="connsiteX158" fmla="*/ 321468 w 477264"/>
              <a:gd name="connsiteY158" fmla="*/ 24320 h 982498"/>
              <a:gd name="connsiteX159" fmla="*/ 345788 w 477264"/>
              <a:gd name="connsiteY159" fmla="*/ 0 h 982498"/>
              <a:gd name="connsiteX160" fmla="*/ 238632 w 477264"/>
              <a:gd name="connsiteY160" fmla="*/ 0 h 982498"/>
              <a:gd name="connsiteX161" fmla="*/ 262952 w 477264"/>
              <a:gd name="connsiteY161" fmla="*/ 24320 h 982498"/>
              <a:gd name="connsiteX162" fmla="*/ 238632 w 477264"/>
              <a:gd name="connsiteY162" fmla="*/ 48640 h 982498"/>
              <a:gd name="connsiteX163" fmla="*/ 214312 w 477264"/>
              <a:gd name="connsiteY163" fmla="*/ 24320 h 982498"/>
              <a:gd name="connsiteX164" fmla="*/ 238632 w 477264"/>
              <a:gd name="connsiteY164" fmla="*/ 0 h 982498"/>
              <a:gd name="connsiteX165" fmla="*/ 131476 w 477264"/>
              <a:gd name="connsiteY165" fmla="*/ 0 h 982498"/>
              <a:gd name="connsiteX166" fmla="*/ 155796 w 477264"/>
              <a:gd name="connsiteY166" fmla="*/ 24320 h 982498"/>
              <a:gd name="connsiteX167" fmla="*/ 131476 w 477264"/>
              <a:gd name="connsiteY167" fmla="*/ 48640 h 982498"/>
              <a:gd name="connsiteX168" fmla="*/ 107156 w 477264"/>
              <a:gd name="connsiteY168" fmla="*/ 24320 h 982498"/>
              <a:gd name="connsiteX169" fmla="*/ 131476 w 477264"/>
              <a:gd name="connsiteY169" fmla="*/ 0 h 982498"/>
              <a:gd name="connsiteX170" fmla="*/ 24320 w 477264"/>
              <a:gd name="connsiteY170" fmla="*/ 0 h 982498"/>
              <a:gd name="connsiteX171" fmla="*/ 48640 w 477264"/>
              <a:gd name="connsiteY171" fmla="*/ 24320 h 982498"/>
              <a:gd name="connsiteX172" fmla="*/ 24320 w 477264"/>
              <a:gd name="connsiteY172" fmla="*/ 48640 h 982498"/>
              <a:gd name="connsiteX173" fmla="*/ 0 w 477264"/>
              <a:gd name="connsiteY173" fmla="*/ 24320 h 982498"/>
              <a:gd name="connsiteX174" fmla="*/ 24320 w 477264"/>
              <a:gd name="connsiteY174" fmla="*/ 0 h 9824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Lst>
            <a:rect l="l" t="t" r="r" b="b"/>
            <a:pathLst>
              <a:path w="477264" h="982498">
                <a:moveTo>
                  <a:pt x="452944" y="933858"/>
                </a:moveTo>
                <a:cubicBezTo>
                  <a:pt x="466376" y="933858"/>
                  <a:pt x="477264" y="944746"/>
                  <a:pt x="477264" y="958178"/>
                </a:cubicBezTo>
                <a:cubicBezTo>
                  <a:pt x="477264" y="971610"/>
                  <a:pt x="466376" y="982498"/>
                  <a:pt x="452944" y="982498"/>
                </a:cubicBezTo>
                <a:cubicBezTo>
                  <a:pt x="439512" y="982498"/>
                  <a:pt x="428624" y="971610"/>
                  <a:pt x="428624" y="958178"/>
                </a:cubicBezTo>
                <a:cubicBezTo>
                  <a:pt x="428624" y="944746"/>
                  <a:pt x="439512" y="933858"/>
                  <a:pt x="452944" y="933858"/>
                </a:cubicBezTo>
                <a:close/>
                <a:moveTo>
                  <a:pt x="345788" y="933858"/>
                </a:moveTo>
                <a:cubicBezTo>
                  <a:pt x="359220" y="933858"/>
                  <a:pt x="370108" y="944746"/>
                  <a:pt x="370108" y="958178"/>
                </a:cubicBezTo>
                <a:cubicBezTo>
                  <a:pt x="370108" y="971610"/>
                  <a:pt x="359220" y="982498"/>
                  <a:pt x="345788" y="982498"/>
                </a:cubicBezTo>
                <a:cubicBezTo>
                  <a:pt x="332356" y="982498"/>
                  <a:pt x="321468" y="971610"/>
                  <a:pt x="321468" y="958178"/>
                </a:cubicBezTo>
                <a:cubicBezTo>
                  <a:pt x="321468" y="944746"/>
                  <a:pt x="332356" y="933858"/>
                  <a:pt x="345788" y="933858"/>
                </a:cubicBezTo>
                <a:close/>
                <a:moveTo>
                  <a:pt x="238632" y="933858"/>
                </a:moveTo>
                <a:cubicBezTo>
                  <a:pt x="252064" y="933858"/>
                  <a:pt x="262952" y="944746"/>
                  <a:pt x="262952" y="958178"/>
                </a:cubicBezTo>
                <a:cubicBezTo>
                  <a:pt x="262952" y="971610"/>
                  <a:pt x="252064" y="982498"/>
                  <a:pt x="238632" y="982498"/>
                </a:cubicBezTo>
                <a:cubicBezTo>
                  <a:pt x="225200" y="982498"/>
                  <a:pt x="214312" y="971610"/>
                  <a:pt x="214312" y="958178"/>
                </a:cubicBezTo>
                <a:cubicBezTo>
                  <a:pt x="214312" y="944746"/>
                  <a:pt x="225200" y="933858"/>
                  <a:pt x="238632" y="933858"/>
                </a:cubicBezTo>
                <a:close/>
                <a:moveTo>
                  <a:pt x="131476" y="933858"/>
                </a:moveTo>
                <a:cubicBezTo>
                  <a:pt x="144908" y="933858"/>
                  <a:pt x="155796" y="944746"/>
                  <a:pt x="155796" y="958178"/>
                </a:cubicBezTo>
                <a:cubicBezTo>
                  <a:pt x="155796" y="971610"/>
                  <a:pt x="144908" y="982498"/>
                  <a:pt x="131476" y="982498"/>
                </a:cubicBezTo>
                <a:cubicBezTo>
                  <a:pt x="118044" y="982498"/>
                  <a:pt x="107156" y="971610"/>
                  <a:pt x="107156" y="958178"/>
                </a:cubicBezTo>
                <a:cubicBezTo>
                  <a:pt x="107156" y="944746"/>
                  <a:pt x="118044" y="933858"/>
                  <a:pt x="131476" y="933858"/>
                </a:cubicBezTo>
                <a:close/>
                <a:moveTo>
                  <a:pt x="24320" y="933858"/>
                </a:moveTo>
                <a:cubicBezTo>
                  <a:pt x="37752" y="933858"/>
                  <a:pt x="48640" y="944746"/>
                  <a:pt x="48640" y="958178"/>
                </a:cubicBezTo>
                <a:cubicBezTo>
                  <a:pt x="48640" y="971610"/>
                  <a:pt x="37752" y="982498"/>
                  <a:pt x="24320" y="982498"/>
                </a:cubicBezTo>
                <a:cubicBezTo>
                  <a:pt x="10888" y="982498"/>
                  <a:pt x="0" y="971610"/>
                  <a:pt x="0" y="958178"/>
                </a:cubicBezTo>
                <a:cubicBezTo>
                  <a:pt x="0" y="944746"/>
                  <a:pt x="10888" y="933858"/>
                  <a:pt x="24320" y="933858"/>
                </a:cubicBezTo>
                <a:close/>
                <a:moveTo>
                  <a:pt x="452944" y="778215"/>
                </a:moveTo>
                <a:cubicBezTo>
                  <a:pt x="466376" y="778215"/>
                  <a:pt x="477264" y="789103"/>
                  <a:pt x="477264" y="802535"/>
                </a:cubicBezTo>
                <a:cubicBezTo>
                  <a:pt x="477264" y="815967"/>
                  <a:pt x="466376" y="826855"/>
                  <a:pt x="452944" y="826855"/>
                </a:cubicBezTo>
                <a:cubicBezTo>
                  <a:pt x="439512" y="826855"/>
                  <a:pt x="428624" y="815967"/>
                  <a:pt x="428624" y="802535"/>
                </a:cubicBezTo>
                <a:cubicBezTo>
                  <a:pt x="428624" y="789103"/>
                  <a:pt x="439512" y="778215"/>
                  <a:pt x="452944" y="778215"/>
                </a:cubicBezTo>
                <a:close/>
                <a:moveTo>
                  <a:pt x="345788" y="778215"/>
                </a:moveTo>
                <a:cubicBezTo>
                  <a:pt x="359220" y="778215"/>
                  <a:pt x="370108" y="789103"/>
                  <a:pt x="370108" y="802535"/>
                </a:cubicBezTo>
                <a:cubicBezTo>
                  <a:pt x="370108" y="815967"/>
                  <a:pt x="359220" y="826855"/>
                  <a:pt x="345788" y="826855"/>
                </a:cubicBezTo>
                <a:cubicBezTo>
                  <a:pt x="332356" y="826855"/>
                  <a:pt x="321468" y="815967"/>
                  <a:pt x="321468" y="802535"/>
                </a:cubicBezTo>
                <a:cubicBezTo>
                  <a:pt x="321468" y="789103"/>
                  <a:pt x="332356" y="778215"/>
                  <a:pt x="345788" y="778215"/>
                </a:cubicBezTo>
                <a:close/>
                <a:moveTo>
                  <a:pt x="238632" y="778215"/>
                </a:moveTo>
                <a:cubicBezTo>
                  <a:pt x="252064" y="778215"/>
                  <a:pt x="262952" y="789103"/>
                  <a:pt x="262952" y="802535"/>
                </a:cubicBezTo>
                <a:cubicBezTo>
                  <a:pt x="262952" y="815967"/>
                  <a:pt x="252064" y="826855"/>
                  <a:pt x="238632" y="826855"/>
                </a:cubicBezTo>
                <a:cubicBezTo>
                  <a:pt x="225200" y="826855"/>
                  <a:pt x="214312" y="815967"/>
                  <a:pt x="214312" y="802535"/>
                </a:cubicBezTo>
                <a:cubicBezTo>
                  <a:pt x="214312" y="789103"/>
                  <a:pt x="225200" y="778215"/>
                  <a:pt x="238632" y="778215"/>
                </a:cubicBezTo>
                <a:close/>
                <a:moveTo>
                  <a:pt x="131476" y="778215"/>
                </a:moveTo>
                <a:cubicBezTo>
                  <a:pt x="144908" y="778215"/>
                  <a:pt x="155796" y="789103"/>
                  <a:pt x="155796" y="802535"/>
                </a:cubicBezTo>
                <a:cubicBezTo>
                  <a:pt x="155796" y="815967"/>
                  <a:pt x="144908" y="826855"/>
                  <a:pt x="131476" y="826855"/>
                </a:cubicBezTo>
                <a:cubicBezTo>
                  <a:pt x="118044" y="826855"/>
                  <a:pt x="107156" y="815967"/>
                  <a:pt x="107156" y="802535"/>
                </a:cubicBezTo>
                <a:cubicBezTo>
                  <a:pt x="107156" y="789103"/>
                  <a:pt x="118044" y="778215"/>
                  <a:pt x="131476" y="778215"/>
                </a:cubicBezTo>
                <a:close/>
                <a:moveTo>
                  <a:pt x="24320" y="778215"/>
                </a:moveTo>
                <a:cubicBezTo>
                  <a:pt x="37752" y="778215"/>
                  <a:pt x="48640" y="789103"/>
                  <a:pt x="48640" y="802535"/>
                </a:cubicBezTo>
                <a:cubicBezTo>
                  <a:pt x="48640" y="815967"/>
                  <a:pt x="37752" y="826855"/>
                  <a:pt x="24320" y="826855"/>
                </a:cubicBezTo>
                <a:cubicBezTo>
                  <a:pt x="10888" y="826855"/>
                  <a:pt x="0" y="815967"/>
                  <a:pt x="0" y="802535"/>
                </a:cubicBezTo>
                <a:cubicBezTo>
                  <a:pt x="0" y="789103"/>
                  <a:pt x="10888" y="778215"/>
                  <a:pt x="24320" y="778215"/>
                </a:cubicBezTo>
                <a:close/>
                <a:moveTo>
                  <a:pt x="452944" y="622572"/>
                </a:moveTo>
                <a:cubicBezTo>
                  <a:pt x="466376" y="622572"/>
                  <a:pt x="477264" y="633460"/>
                  <a:pt x="477264" y="646892"/>
                </a:cubicBezTo>
                <a:cubicBezTo>
                  <a:pt x="477264" y="660324"/>
                  <a:pt x="466376" y="671212"/>
                  <a:pt x="452944" y="671212"/>
                </a:cubicBezTo>
                <a:cubicBezTo>
                  <a:pt x="439512" y="671212"/>
                  <a:pt x="428624" y="660324"/>
                  <a:pt x="428624" y="646892"/>
                </a:cubicBezTo>
                <a:cubicBezTo>
                  <a:pt x="428624" y="633460"/>
                  <a:pt x="439512" y="622572"/>
                  <a:pt x="452944" y="622572"/>
                </a:cubicBezTo>
                <a:close/>
                <a:moveTo>
                  <a:pt x="345788" y="622572"/>
                </a:moveTo>
                <a:cubicBezTo>
                  <a:pt x="359220" y="622572"/>
                  <a:pt x="370108" y="633460"/>
                  <a:pt x="370108" y="646892"/>
                </a:cubicBezTo>
                <a:cubicBezTo>
                  <a:pt x="370108" y="660324"/>
                  <a:pt x="359220" y="671212"/>
                  <a:pt x="345788" y="671212"/>
                </a:cubicBezTo>
                <a:cubicBezTo>
                  <a:pt x="332356" y="671212"/>
                  <a:pt x="321468" y="660324"/>
                  <a:pt x="321468" y="646892"/>
                </a:cubicBezTo>
                <a:cubicBezTo>
                  <a:pt x="321468" y="633460"/>
                  <a:pt x="332356" y="622572"/>
                  <a:pt x="345788" y="622572"/>
                </a:cubicBezTo>
                <a:close/>
                <a:moveTo>
                  <a:pt x="238632" y="622572"/>
                </a:moveTo>
                <a:cubicBezTo>
                  <a:pt x="252064" y="622572"/>
                  <a:pt x="262952" y="633460"/>
                  <a:pt x="262952" y="646892"/>
                </a:cubicBezTo>
                <a:cubicBezTo>
                  <a:pt x="262952" y="660324"/>
                  <a:pt x="252064" y="671212"/>
                  <a:pt x="238632" y="671212"/>
                </a:cubicBezTo>
                <a:cubicBezTo>
                  <a:pt x="225200" y="671212"/>
                  <a:pt x="214312" y="660324"/>
                  <a:pt x="214312" y="646892"/>
                </a:cubicBezTo>
                <a:cubicBezTo>
                  <a:pt x="214312" y="633460"/>
                  <a:pt x="225200" y="622572"/>
                  <a:pt x="238632" y="622572"/>
                </a:cubicBezTo>
                <a:close/>
                <a:moveTo>
                  <a:pt x="131476" y="622572"/>
                </a:moveTo>
                <a:cubicBezTo>
                  <a:pt x="144908" y="622572"/>
                  <a:pt x="155796" y="633460"/>
                  <a:pt x="155796" y="646892"/>
                </a:cubicBezTo>
                <a:cubicBezTo>
                  <a:pt x="155796" y="660324"/>
                  <a:pt x="144908" y="671212"/>
                  <a:pt x="131476" y="671212"/>
                </a:cubicBezTo>
                <a:cubicBezTo>
                  <a:pt x="118044" y="671212"/>
                  <a:pt x="107156" y="660324"/>
                  <a:pt x="107156" y="646892"/>
                </a:cubicBezTo>
                <a:cubicBezTo>
                  <a:pt x="107156" y="633460"/>
                  <a:pt x="118044" y="622572"/>
                  <a:pt x="131476" y="622572"/>
                </a:cubicBezTo>
                <a:close/>
                <a:moveTo>
                  <a:pt x="24320" y="622572"/>
                </a:moveTo>
                <a:cubicBezTo>
                  <a:pt x="37752" y="622572"/>
                  <a:pt x="48640" y="633460"/>
                  <a:pt x="48640" y="646892"/>
                </a:cubicBezTo>
                <a:cubicBezTo>
                  <a:pt x="48640" y="660324"/>
                  <a:pt x="37752" y="671212"/>
                  <a:pt x="24320" y="671212"/>
                </a:cubicBezTo>
                <a:cubicBezTo>
                  <a:pt x="10888" y="671212"/>
                  <a:pt x="0" y="660324"/>
                  <a:pt x="0" y="646892"/>
                </a:cubicBezTo>
                <a:cubicBezTo>
                  <a:pt x="0" y="633460"/>
                  <a:pt x="10888" y="622572"/>
                  <a:pt x="24320" y="622572"/>
                </a:cubicBezTo>
                <a:close/>
                <a:moveTo>
                  <a:pt x="24320" y="466929"/>
                </a:moveTo>
                <a:cubicBezTo>
                  <a:pt x="37752" y="466929"/>
                  <a:pt x="48640" y="477817"/>
                  <a:pt x="48640" y="491249"/>
                </a:cubicBezTo>
                <a:cubicBezTo>
                  <a:pt x="48640" y="504681"/>
                  <a:pt x="37752" y="515569"/>
                  <a:pt x="24320" y="515569"/>
                </a:cubicBezTo>
                <a:cubicBezTo>
                  <a:pt x="10888" y="515569"/>
                  <a:pt x="0" y="504681"/>
                  <a:pt x="0" y="491249"/>
                </a:cubicBezTo>
                <a:cubicBezTo>
                  <a:pt x="0" y="477817"/>
                  <a:pt x="10888" y="466929"/>
                  <a:pt x="24320" y="466929"/>
                </a:cubicBezTo>
                <a:close/>
                <a:moveTo>
                  <a:pt x="131476" y="466929"/>
                </a:moveTo>
                <a:cubicBezTo>
                  <a:pt x="144908" y="466929"/>
                  <a:pt x="155796" y="477817"/>
                  <a:pt x="155796" y="491249"/>
                </a:cubicBezTo>
                <a:cubicBezTo>
                  <a:pt x="155796" y="504681"/>
                  <a:pt x="144908" y="515569"/>
                  <a:pt x="131476" y="515569"/>
                </a:cubicBezTo>
                <a:cubicBezTo>
                  <a:pt x="118044" y="515569"/>
                  <a:pt x="107156" y="504681"/>
                  <a:pt x="107156" y="491249"/>
                </a:cubicBezTo>
                <a:cubicBezTo>
                  <a:pt x="107156" y="477817"/>
                  <a:pt x="118044" y="466929"/>
                  <a:pt x="131476" y="466929"/>
                </a:cubicBezTo>
                <a:close/>
                <a:moveTo>
                  <a:pt x="238632" y="466929"/>
                </a:moveTo>
                <a:cubicBezTo>
                  <a:pt x="252064" y="466929"/>
                  <a:pt x="262952" y="477817"/>
                  <a:pt x="262952" y="491249"/>
                </a:cubicBezTo>
                <a:cubicBezTo>
                  <a:pt x="262952" y="504681"/>
                  <a:pt x="252064" y="515569"/>
                  <a:pt x="238632" y="515569"/>
                </a:cubicBezTo>
                <a:cubicBezTo>
                  <a:pt x="225200" y="515569"/>
                  <a:pt x="214312" y="504681"/>
                  <a:pt x="214312" y="491249"/>
                </a:cubicBezTo>
                <a:cubicBezTo>
                  <a:pt x="214312" y="477817"/>
                  <a:pt x="225200" y="466929"/>
                  <a:pt x="238632" y="466929"/>
                </a:cubicBezTo>
                <a:close/>
                <a:moveTo>
                  <a:pt x="345788" y="466929"/>
                </a:moveTo>
                <a:cubicBezTo>
                  <a:pt x="359220" y="466929"/>
                  <a:pt x="370108" y="477817"/>
                  <a:pt x="370108" y="491249"/>
                </a:cubicBezTo>
                <a:cubicBezTo>
                  <a:pt x="370108" y="504681"/>
                  <a:pt x="359220" y="515569"/>
                  <a:pt x="345788" y="515569"/>
                </a:cubicBezTo>
                <a:cubicBezTo>
                  <a:pt x="332356" y="515569"/>
                  <a:pt x="321468" y="504681"/>
                  <a:pt x="321468" y="491249"/>
                </a:cubicBezTo>
                <a:cubicBezTo>
                  <a:pt x="321468" y="477817"/>
                  <a:pt x="332356" y="466929"/>
                  <a:pt x="345788" y="466929"/>
                </a:cubicBezTo>
                <a:close/>
                <a:moveTo>
                  <a:pt x="452944" y="466929"/>
                </a:moveTo>
                <a:cubicBezTo>
                  <a:pt x="466376" y="466929"/>
                  <a:pt x="477264" y="477817"/>
                  <a:pt x="477264" y="491249"/>
                </a:cubicBezTo>
                <a:cubicBezTo>
                  <a:pt x="477264" y="504681"/>
                  <a:pt x="466376" y="515569"/>
                  <a:pt x="452944" y="515569"/>
                </a:cubicBezTo>
                <a:cubicBezTo>
                  <a:pt x="439512" y="515569"/>
                  <a:pt x="428624" y="504681"/>
                  <a:pt x="428624" y="491249"/>
                </a:cubicBezTo>
                <a:cubicBezTo>
                  <a:pt x="428624" y="477817"/>
                  <a:pt x="439512" y="466929"/>
                  <a:pt x="452944" y="466929"/>
                </a:cubicBezTo>
                <a:close/>
                <a:moveTo>
                  <a:pt x="24320" y="311287"/>
                </a:moveTo>
                <a:cubicBezTo>
                  <a:pt x="37752" y="311287"/>
                  <a:pt x="48640" y="322175"/>
                  <a:pt x="48640" y="335607"/>
                </a:cubicBezTo>
                <a:cubicBezTo>
                  <a:pt x="48640" y="349038"/>
                  <a:pt x="37752" y="359926"/>
                  <a:pt x="24320" y="359926"/>
                </a:cubicBezTo>
                <a:cubicBezTo>
                  <a:pt x="10888" y="359926"/>
                  <a:pt x="0" y="349038"/>
                  <a:pt x="0" y="335607"/>
                </a:cubicBezTo>
                <a:cubicBezTo>
                  <a:pt x="0" y="322175"/>
                  <a:pt x="10888" y="311287"/>
                  <a:pt x="24320" y="311287"/>
                </a:cubicBezTo>
                <a:close/>
                <a:moveTo>
                  <a:pt x="131476" y="311286"/>
                </a:moveTo>
                <a:cubicBezTo>
                  <a:pt x="144908" y="311286"/>
                  <a:pt x="155796" y="322174"/>
                  <a:pt x="155796" y="335606"/>
                </a:cubicBezTo>
                <a:cubicBezTo>
                  <a:pt x="155796" y="349038"/>
                  <a:pt x="144908" y="359926"/>
                  <a:pt x="131476" y="359926"/>
                </a:cubicBezTo>
                <a:cubicBezTo>
                  <a:pt x="118044" y="359926"/>
                  <a:pt x="107156" y="349038"/>
                  <a:pt x="107156" y="335606"/>
                </a:cubicBezTo>
                <a:cubicBezTo>
                  <a:pt x="107156" y="322174"/>
                  <a:pt x="118044" y="311286"/>
                  <a:pt x="131476" y="311286"/>
                </a:cubicBezTo>
                <a:close/>
                <a:moveTo>
                  <a:pt x="238632" y="311286"/>
                </a:moveTo>
                <a:cubicBezTo>
                  <a:pt x="252064" y="311286"/>
                  <a:pt x="262952" y="322174"/>
                  <a:pt x="262952" y="335606"/>
                </a:cubicBezTo>
                <a:cubicBezTo>
                  <a:pt x="262952" y="349038"/>
                  <a:pt x="252064" y="359926"/>
                  <a:pt x="238632" y="359926"/>
                </a:cubicBezTo>
                <a:cubicBezTo>
                  <a:pt x="225200" y="359926"/>
                  <a:pt x="214312" y="349038"/>
                  <a:pt x="214312" y="335606"/>
                </a:cubicBezTo>
                <a:cubicBezTo>
                  <a:pt x="214312" y="322174"/>
                  <a:pt x="225200" y="311286"/>
                  <a:pt x="238632" y="311286"/>
                </a:cubicBezTo>
                <a:close/>
                <a:moveTo>
                  <a:pt x="345788" y="311286"/>
                </a:moveTo>
                <a:cubicBezTo>
                  <a:pt x="359220" y="311286"/>
                  <a:pt x="370108" y="322174"/>
                  <a:pt x="370108" y="335606"/>
                </a:cubicBezTo>
                <a:cubicBezTo>
                  <a:pt x="370108" y="349038"/>
                  <a:pt x="359220" y="359926"/>
                  <a:pt x="345788" y="359926"/>
                </a:cubicBezTo>
                <a:cubicBezTo>
                  <a:pt x="332356" y="359926"/>
                  <a:pt x="321468" y="349038"/>
                  <a:pt x="321468" y="335606"/>
                </a:cubicBezTo>
                <a:cubicBezTo>
                  <a:pt x="321468" y="322174"/>
                  <a:pt x="332356" y="311286"/>
                  <a:pt x="345788" y="311286"/>
                </a:cubicBezTo>
                <a:close/>
                <a:moveTo>
                  <a:pt x="452944" y="311286"/>
                </a:moveTo>
                <a:cubicBezTo>
                  <a:pt x="466376" y="311286"/>
                  <a:pt x="477264" y="322174"/>
                  <a:pt x="477264" y="335606"/>
                </a:cubicBezTo>
                <a:cubicBezTo>
                  <a:pt x="477264" y="349038"/>
                  <a:pt x="466376" y="359926"/>
                  <a:pt x="452944" y="359926"/>
                </a:cubicBezTo>
                <a:cubicBezTo>
                  <a:pt x="439512" y="359926"/>
                  <a:pt x="428624" y="349038"/>
                  <a:pt x="428624" y="335606"/>
                </a:cubicBezTo>
                <a:cubicBezTo>
                  <a:pt x="428624" y="322174"/>
                  <a:pt x="439512" y="311286"/>
                  <a:pt x="452944" y="311286"/>
                </a:cubicBezTo>
                <a:close/>
                <a:moveTo>
                  <a:pt x="24320" y="155643"/>
                </a:moveTo>
                <a:cubicBezTo>
                  <a:pt x="37752" y="155643"/>
                  <a:pt x="48640" y="166531"/>
                  <a:pt x="48640" y="179963"/>
                </a:cubicBezTo>
                <a:cubicBezTo>
                  <a:pt x="48640" y="193395"/>
                  <a:pt x="37752" y="204283"/>
                  <a:pt x="24320" y="204283"/>
                </a:cubicBezTo>
                <a:cubicBezTo>
                  <a:pt x="10888" y="204283"/>
                  <a:pt x="0" y="193395"/>
                  <a:pt x="0" y="179963"/>
                </a:cubicBezTo>
                <a:cubicBezTo>
                  <a:pt x="0" y="166531"/>
                  <a:pt x="10888" y="155643"/>
                  <a:pt x="24320" y="155643"/>
                </a:cubicBezTo>
                <a:close/>
                <a:moveTo>
                  <a:pt x="131476" y="155643"/>
                </a:moveTo>
                <a:cubicBezTo>
                  <a:pt x="144908" y="155643"/>
                  <a:pt x="155796" y="166531"/>
                  <a:pt x="155796" y="179963"/>
                </a:cubicBezTo>
                <a:cubicBezTo>
                  <a:pt x="155796" y="193395"/>
                  <a:pt x="144908" y="204283"/>
                  <a:pt x="131476" y="204283"/>
                </a:cubicBezTo>
                <a:cubicBezTo>
                  <a:pt x="118044" y="204283"/>
                  <a:pt x="107156" y="193395"/>
                  <a:pt x="107156" y="179963"/>
                </a:cubicBezTo>
                <a:cubicBezTo>
                  <a:pt x="107156" y="166531"/>
                  <a:pt x="118044" y="155643"/>
                  <a:pt x="131476" y="155643"/>
                </a:cubicBezTo>
                <a:close/>
                <a:moveTo>
                  <a:pt x="238632" y="155643"/>
                </a:moveTo>
                <a:cubicBezTo>
                  <a:pt x="252064" y="155643"/>
                  <a:pt x="262952" y="166531"/>
                  <a:pt x="262952" y="179963"/>
                </a:cubicBezTo>
                <a:cubicBezTo>
                  <a:pt x="262952" y="193395"/>
                  <a:pt x="252064" y="204283"/>
                  <a:pt x="238632" y="204283"/>
                </a:cubicBezTo>
                <a:cubicBezTo>
                  <a:pt x="225200" y="204283"/>
                  <a:pt x="214312" y="193395"/>
                  <a:pt x="214312" y="179963"/>
                </a:cubicBezTo>
                <a:cubicBezTo>
                  <a:pt x="214312" y="166531"/>
                  <a:pt x="225200" y="155643"/>
                  <a:pt x="238632" y="155643"/>
                </a:cubicBezTo>
                <a:close/>
                <a:moveTo>
                  <a:pt x="345788" y="155643"/>
                </a:moveTo>
                <a:cubicBezTo>
                  <a:pt x="359220" y="155643"/>
                  <a:pt x="370108" y="166531"/>
                  <a:pt x="370108" y="179963"/>
                </a:cubicBezTo>
                <a:cubicBezTo>
                  <a:pt x="370108" y="193395"/>
                  <a:pt x="359220" y="204283"/>
                  <a:pt x="345788" y="204283"/>
                </a:cubicBezTo>
                <a:cubicBezTo>
                  <a:pt x="332356" y="204283"/>
                  <a:pt x="321468" y="193395"/>
                  <a:pt x="321468" y="179963"/>
                </a:cubicBezTo>
                <a:cubicBezTo>
                  <a:pt x="321468" y="166531"/>
                  <a:pt x="332356" y="155643"/>
                  <a:pt x="345788" y="155643"/>
                </a:cubicBezTo>
                <a:close/>
                <a:moveTo>
                  <a:pt x="452944" y="155643"/>
                </a:moveTo>
                <a:cubicBezTo>
                  <a:pt x="466376" y="155643"/>
                  <a:pt x="477264" y="166531"/>
                  <a:pt x="477264" y="179963"/>
                </a:cubicBezTo>
                <a:cubicBezTo>
                  <a:pt x="477264" y="193395"/>
                  <a:pt x="466376" y="204283"/>
                  <a:pt x="452944" y="204283"/>
                </a:cubicBezTo>
                <a:cubicBezTo>
                  <a:pt x="439512" y="204283"/>
                  <a:pt x="428624" y="193395"/>
                  <a:pt x="428624" y="179963"/>
                </a:cubicBezTo>
                <a:cubicBezTo>
                  <a:pt x="428624" y="166531"/>
                  <a:pt x="439512" y="155643"/>
                  <a:pt x="452944" y="155643"/>
                </a:cubicBezTo>
                <a:close/>
                <a:moveTo>
                  <a:pt x="452944" y="0"/>
                </a:moveTo>
                <a:cubicBezTo>
                  <a:pt x="466376" y="0"/>
                  <a:pt x="477264" y="10888"/>
                  <a:pt x="477264" y="24320"/>
                </a:cubicBezTo>
                <a:cubicBezTo>
                  <a:pt x="477264" y="37752"/>
                  <a:pt x="466376" y="48640"/>
                  <a:pt x="452944" y="48640"/>
                </a:cubicBezTo>
                <a:cubicBezTo>
                  <a:pt x="439512" y="48640"/>
                  <a:pt x="428624" y="37752"/>
                  <a:pt x="428624" y="24320"/>
                </a:cubicBezTo>
                <a:cubicBezTo>
                  <a:pt x="428624" y="10888"/>
                  <a:pt x="439512" y="0"/>
                  <a:pt x="452944" y="0"/>
                </a:cubicBezTo>
                <a:close/>
                <a:moveTo>
                  <a:pt x="345788" y="0"/>
                </a:moveTo>
                <a:cubicBezTo>
                  <a:pt x="359220" y="0"/>
                  <a:pt x="370108" y="10888"/>
                  <a:pt x="370108" y="24320"/>
                </a:cubicBezTo>
                <a:cubicBezTo>
                  <a:pt x="370108" y="37752"/>
                  <a:pt x="359220" y="48640"/>
                  <a:pt x="345788" y="48640"/>
                </a:cubicBezTo>
                <a:cubicBezTo>
                  <a:pt x="332356" y="48640"/>
                  <a:pt x="321468" y="37752"/>
                  <a:pt x="321468" y="24320"/>
                </a:cubicBezTo>
                <a:cubicBezTo>
                  <a:pt x="321468" y="10888"/>
                  <a:pt x="332356" y="0"/>
                  <a:pt x="345788" y="0"/>
                </a:cubicBezTo>
                <a:close/>
                <a:moveTo>
                  <a:pt x="238632" y="0"/>
                </a:moveTo>
                <a:cubicBezTo>
                  <a:pt x="252064" y="0"/>
                  <a:pt x="262952" y="10888"/>
                  <a:pt x="262952" y="24320"/>
                </a:cubicBezTo>
                <a:cubicBezTo>
                  <a:pt x="262952" y="37752"/>
                  <a:pt x="252064" y="48640"/>
                  <a:pt x="238632" y="48640"/>
                </a:cubicBezTo>
                <a:cubicBezTo>
                  <a:pt x="225200" y="48640"/>
                  <a:pt x="214312" y="37752"/>
                  <a:pt x="214312" y="24320"/>
                </a:cubicBezTo>
                <a:cubicBezTo>
                  <a:pt x="214312" y="10888"/>
                  <a:pt x="225200" y="0"/>
                  <a:pt x="238632" y="0"/>
                </a:cubicBezTo>
                <a:close/>
                <a:moveTo>
                  <a:pt x="131476" y="0"/>
                </a:moveTo>
                <a:cubicBezTo>
                  <a:pt x="144908" y="0"/>
                  <a:pt x="155796" y="10888"/>
                  <a:pt x="155796" y="24320"/>
                </a:cubicBezTo>
                <a:cubicBezTo>
                  <a:pt x="155796" y="37752"/>
                  <a:pt x="144908" y="48640"/>
                  <a:pt x="131476" y="48640"/>
                </a:cubicBezTo>
                <a:cubicBezTo>
                  <a:pt x="118044" y="48640"/>
                  <a:pt x="107156" y="37752"/>
                  <a:pt x="107156" y="24320"/>
                </a:cubicBezTo>
                <a:cubicBezTo>
                  <a:pt x="107156" y="10888"/>
                  <a:pt x="118044" y="0"/>
                  <a:pt x="131476" y="0"/>
                </a:cubicBezTo>
                <a:close/>
                <a:moveTo>
                  <a:pt x="24320" y="0"/>
                </a:moveTo>
                <a:cubicBezTo>
                  <a:pt x="37752" y="0"/>
                  <a:pt x="48640" y="10888"/>
                  <a:pt x="48640" y="24320"/>
                </a:cubicBezTo>
                <a:cubicBezTo>
                  <a:pt x="48640" y="37752"/>
                  <a:pt x="37752" y="48640"/>
                  <a:pt x="24320" y="48640"/>
                </a:cubicBezTo>
                <a:cubicBezTo>
                  <a:pt x="10888" y="48640"/>
                  <a:pt x="0" y="37752"/>
                  <a:pt x="0" y="24320"/>
                </a:cubicBezTo>
                <a:cubicBezTo>
                  <a:pt x="0" y="10888"/>
                  <a:pt x="10888" y="0"/>
                  <a:pt x="24320" y="0"/>
                </a:cubicBezTo>
                <a:close/>
              </a:path>
            </a:pathLst>
          </a:cu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sp>
        <p:nvSpPr>
          <p:cNvPr id="27" name="矩形 26"/>
          <p:cNvSpPr/>
          <p:nvPr/>
        </p:nvSpPr>
        <p:spPr>
          <a:xfrm>
            <a:off x="11933555" y="543560"/>
            <a:ext cx="258445" cy="111760"/>
          </a:xfrm>
          <a:prstGeom prst="rect">
            <a:avLst/>
          </a:prstGeom>
          <a:solidFill>
            <a:srgbClr val="62EFF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lumMod val="85000"/>
                  <a:lumOff val="15000"/>
                </a:schemeClr>
              </a:solidFill>
            </a:endParaRPr>
          </a:p>
        </p:txBody>
      </p:sp>
      <p:grpSp>
        <p:nvGrpSpPr>
          <p:cNvPr id="10" name="组合 9"/>
          <p:cNvGrpSpPr/>
          <p:nvPr/>
        </p:nvGrpSpPr>
        <p:grpSpPr>
          <a:xfrm>
            <a:off x="284882" y="241573"/>
            <a:ext cx="6998335" cy="626543"/>
            <a:chOff x="284882" y="285115"/>
            <a:chExt cx="6998335" cy="626543"/>
          </a:xfrm>
        </p:grpSpPr>
        <p:sp>
          <p:nvSpPr>
            <p:cNvPr id="21" name="文本框 20"/>
            <p:cNvSpPr txBox="1"/>
            <p:nvPr/>
          </p:nvSpPr>
          <p:spPr>
            <a:xfrm>
              <a:off x="831617" y="285115"/>
              <a:ext cx="6451600" cy="583565"/>
            </a:xfrm>
            <a:prstGeom prst="rect">
              <a:avLst/>
            </a:prstGeom>
            <a:noFill/>
          </p:spPr>
          <p:txBody>
            <a:bodyPr wrap="square" rtlCol="0">
              <a:spAutoFit/>
            </a:bodyPr>
            <a:lstStyle/>
            <a:p>
              <a:r>
                <a:rPr lang="zh-CN" altLang="en-US" sz="3200" dirty="0">
                  <a:solidFill>
                    <a:schemeClr val="tx1">
                      <a:lumMod val="85000"/>
                      <a:lumOff val="15000"/>
                    </a:schemeClr>
                  </a:solidFill>
                  <a:latin typeface="报隶-简" panose="02010600040101010101" charset="-122"/>
                  <a:ea typeface="报隶-简" panose="02010600040101010101" charset="-122"/>
                  <a:cs typeface="+mn-ea"/>
                  <a:sym typeface="+mn-lt"/>
                </a:rPr>
                <a:t>参考</a:t>
              </a:r>
              <a:r>
                <a:rPr lang="zh-CN" altLang="en-US" sz="3200" dirty="0">
                  <a:solidFill>
                    <a:schemeClr val="tx1">
                      <a:lumMod val="85000"/>
                      <a:lumOff val="15000"/>
                    </a:schemeClr>
                  </a:solidFill>
                  <a:latin typeface="报隶-简" panose="02010600040101010101" charset="-122"/>
                  <a:ea typeface="报隶-简" panose="02010600040101010101" charset="-122"/>
                  <a:cs typeface="+mn-ea"/>
                  <a:sym typeface="+mn-lt"/>
                </a:rPr>
                <a:t>资料</a:t>
              </a:r>
              <a:endParaRPr lang="zh-CN" altLang="en-US" sz="3200" dirty="0">
                <a:solidFill>
                  <a:schemeClr val="tx1">
                    <a:lumMod val="85000"/>
                    <a:lumOff val="15000"/>
                  </a:schemeClr>
                </a:solidFill>
                <a:latin typeface="报隶-简" panose="02010600040101010101" charset="-122"/>
                <a:ea typeface="报隶-简" panose="02010600040101010101" charset="-122"/>
                <a:cs typeface="+mn-ea"/>
                <a:sym typeface="+mn-lt"/>
              </a:endParaRPr>
            </a:p>
          </p:txBody>
        </p:sp>
        <p:grpSp>
          <p:nvGrpSpPr>
            <p:cNvPr id="13" name="组合 12"/>
            <p:cNvGrpSpPr/>
            <p:nvPr/>
          </p:nvGrpSpPr>
          <p:grpSpPr>
            <a:xfrm>
              <a:off x="284882" y="369226"/>
              <a:ext cx="542432" cy="542432"/>
              <a:chOff x="4058577" y="4375150"/>
              <a:chExt cx="1384300" cy="1384300"/>
            </a:xfrm>
          </p:grpSpPr>
          <p:sp>
            <p:nvSpPr>
              <p:cNvPr id="9" name="椭圆 8"/>
              <p:cNvSpPr/>
              <p:nvPr/>
            </p:nvSpPr>
            <p:spPr>
              <a:xfrm>
                <a:off x="4058577" y="4375150"/>
                <a:ext cx="1384300" cy="1384300"/>
              </a:xfrm>
              <a:prstGeom prst="ellipse">
                <a:avLst/>
              </a:prstGeom>
              <a:gradFill flip="none" rotWithShape="1">
                <a:gsLst>
                  <a:gs pos="38000">
                    <a:srgbClr val="62EFFE"/>
                  </a:gs>
                  <a:gs pos="90000">
                    <a:srgbClr val="02ECFE"/>
                  </a:gs>
                </a:gsLst>
                <a:lin ang="54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a:solidFill>
                    <a:schemeClr val="tx1">
                      <a:lumMod val="85000"/>
                      <a:lumOff val="15000"/>
                    </a:schemeClr>
                  </a:solidFill>
                  <a:latin typeface="思源黑体 CN Bold" panose="020B0800000000000000" pitchFamily="34" charset="-122"/>
                  <a:ea typeface="思源黑体 CN Bold" panose="020B0800000000000000" pitchFamily="34" charset="-122"/>
                  <a:cs typeface="+mn-ea"/>
                </a:endParaRPr>
              </a:p>
            </p:txBody>
          </p:sp>
          <p:pic>
            <p:nvPicPr>
              <p:cNvPr id="11" name="图片 10"/>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4311650" y="4619625"/>
                <a:ext cx="889000" cy="889000"/>
              </a:xfrm>
              <a:prstGeom prst="rect">
                <a:avLst/>
              </a:prstGeom>
            </p:spPr>
          </p:pic>
        </p:grpSp>
      </p:grpSp>
      <p:sp>
        <p:nvSpPr>
          <p:cNvPr id="12" name="文本框 11"/>
          <p:cNvSpPr txBox="1"/>
          <p:nvPr/>
        </p:nvSpPr>
        <p:spPr>
          <a:xfrm>
            <a:off x="9031605" y="569557"/>
            <a:ext cx="2705562" cy="337185"/>
          </a:xfrm>
          <a:prstGeom prst="rect">
            <a:avLst/>
          </a:prstGeom>
          <a:noFill/>
        </p:spPr>
        <p:txBody>
          <a:bodyPr wrap="square" rtlCol="0">
            <a:spAutoFit/>
          </a:bodyPr>
          <a:p>
            <a:pPr algn="dist"/>
            <a:r>
              <a:rPr lang="zh-CN" altLang="en-US" sz="1600" b="1" dirty="0">
                <a:solidFill>
                  <a:schemeClr val="tx1"/>
                </a:solidFill>
                <a:latin typeface="思源黑体 CN Normal" panose="020B0400000000000000" pitchFamily="34" charset="-122"/>
                <a:ea typeface="思源黑体 CN Normal" panose="020B0400000000000000" pitchFamily="34" charset="-122"/>
                <a:cs typeface="+mn-ea"/>
                <a:sym typeface="+mn-lt"/>
              </a:rPr>
              <a:t>20</a:t>
            </a:r>
            <a:r>
              <a:rPr lang="en-US" altLang="zh-CN" sz="1600" b="1" dirty="0">
                <a:solidFill>
                  <a:schemeClr val="tx1"/>
                </a:solidFill>
                <a:latin typeface="思源黑体 CN Normal" panose="020B0400000000000000" pitchFamily="34" charset="-122"/>
                <a:ea typeface="思源黑体 CN Normal" panose="020B0400000000000000" pitchFamily="34" charset="-122"/>
                <a:cs typeface="+mn-ea"/>
                <a:sym typeface="+mn-lt"/>
              </a:rPr>
              <a:t>23Google</a:t>
            </a:r>
            <a:r>
              <a:rPr lang="zh-CN" altLang="en-US" sz="1600" b="1" dirty="0">
                <a:solidFill>
                  <a:schemeClr val="tx1"/>
                </a:solidFill>
                <a:latin typeface="思源黑体 CN Normal" panose="020B0400000000000000" pitchFamily="34" charset="-122"/>
                <a:ea typeface="思源黑体 CN Normal" panose="020B0400000000000000" pitchFamily="34" charset="-122"/>
                <a:cs typeface="+mn-ea"/>
                <a:sym typeface="+mn-lt"/>
              </a:rPr>
              <a:t>开发者大会</a:t>
            </a:r>
            <a:endParaRPr lang="zh-CN" altLang="en-US" sz="1600" b="1" dirty="0">
              <a:solidFill>
                <a:schemeClr val="tx1"/>
              </a:solidFill>
              <a:latin typeface="思源黑体 CN Normal" panose="020B0400000000000000" pitchFamily="34" charset="-122"/>
              <a:ea typeface="思源黑体 CN Normal" panose="020B0400000000000000" pitchFamily="34" charset="-122"/>
              <a:cs typeface="+mn-ea"/>
              <a:sym typeface="+mn-lt"/>
            </a:endParaRPr>
          </a:p>
        </p:txBody>
      </p:sp>
      <p:sp>
        <p:nvSpPr>
          <p:cNvPr id="15" name="文本框 14"/>
          <p:cNvSpPr txBox="1"/>
          <p:nvPr/>
        </p:nvSpPr>
        <p:spPr>
          <a:xfrm>
            <a:off x="750570" y="1771015"/>
            <a:ext cx="10860405" cy="3692525"/>
          </a:xfrm>
          <a:prstGeom prst="rect">
            <a:avLst/>
          </a:prstGeom>
          <a:noFill/>
        </p:spPr>
        <p:txBody>
          <a:bodyPr wrap="square" rtlCol="0" anchor="t">
            <a:spAutoFit/>
          </a:bodyPr>
          <a:p>
            <a:pPr indent="0">
              <a:buFont typeface="Wingdings" panose="05000000000000000000" charset="0"/>
              <a:buNone/>
            </a:pPr>
            <a:r>
              <a:rPr lang="en-US" altLang="zh-CN">
                <a:latin typeface="Times New Roman Regular" panose="02020603050405020304" charset="0"/>
                <a:cs typeface="Times New Roman Regular" panose="02020603050405020304" charset="0"/>
                <a:sym typeface="+mn-ea"/>
              </a:rPr>
              <a:t>[1]</a:t>
            </a:r>
            <a:r>
              <a:rPr lang="zh-CN" altLang="en-US">
                <a:latin typeface="Times New Roman Regular" panose="02020603050405020304" charset="0"/>
                <a:cs typeface="Times New Roman Regular" panose="02020603050405020304" charset="0"/>
                <a:sym typeface="+mn-ea"/>
              </a:rPr>
              <a:t>Zhengye Liu, Jiarui Mi</a:t>
            </a:r>
            <a:r>
              <a:rPr lang="zh-CN" altLang="en-US">
                <a:latin typeface="Times New Roman Regular" panose="02020603050405020304" charset="0"/>
                <a:cs typeface="Times New Roman Regular" panose="02020603050405020304" charset="0"/>
              </a:rPr>
              <a:t>血清白蛋白和循环代谢物与静脉血栓栓塞的风险：两个样本的孟德尔随机化研究</a:t>
            </a:r>
            <a:endParaRPr lang="zh-CN" altLang="en-US">
              <a:latin typeface="Times New Roman Regular" panose="02020603050405020304" charset="0"/>
              <a:cs typeface="Times New Roman Regular" panose="02020603050405020304" charset="0"/>
            </a:endParaRPr>
          </a:p>
          <a:p>
            <a:pPr indent="0">
              <a:buFont typeface="Wingdings" panose="05000000000000000000" charset="0"/>
              <a:buNone/>
            </a:pPr>
            <a:endParaRPr lang="zh-CN" altLang="en-US">
              <a:latin typeface="Times New Roman Regular" panose="02020603050405020304" charset="0"/>
              <a:cs typeface="Times New Roman Regular" panose="02020603050405020304" charset="0"/>
            </a:endParaRPr>
          </a:p>
          <a:p>
            <a:pPr indent="0">
              <a:buFont typeface="Wingdings" panose="05000000000000000000" charset="0"/>
              <a:buNone/>
            </a:pPr>
            <a:r>
              <a:rPr lang="en-US" altLang="zh-CN">
                <a:latin typeface="Times New Roman Regular" panose="02020603050405020304" charset="0"/>
                <a:cs typeface="Times New Roman Regular" panose="02020603050405020304" charset="0"/>
              </a:rPr>
              <a:t>[2]</a:t>
            </a:r>
            <a:r>
              <a:rPr lang="zh-CN" altLang="en-US">
                <a:latin typeface="Times New Roman Regular" panose="02020603050405020304" charset="0"/>
                <a:cs typeface="Times New Roman Regular" panose="02020603050405020304" charset="0"/>
              </a:rPr>
              <a:t>朱浩杰, 蒋超, 孔祥怡, 等.  高血压病史及血压水平对非瓣膜性心房颤动患者血栓栓塞事件的影响 [J] . 中华心血管病杂志,2020,48 (09)</a:t>
            </a:r>
            <a:endParaRPr lang="zh-CN" altLang="en-US">
              <a:latin typeface="Times New Roman Regular" panose="02020603050405020304" charset="0"/>
              <a:cs typeface="Times New Roman Regular" panose="02020603050405020304" charset="0"/>
            </a:endParaRPr>
          </a:p>
          <a:p>
            <a:pPr indent="0">
              <a:buFont typeface="Wingdings" panose="05000000000000000000" charset="0"/>
              <a:buNone/>
            </a:pPr>
            <a:endParaRPr lang="zh-CN" altLang="en-US">
              <a:latin typeface="Times New Roman Regular" panose="02020603050405020304" charset="0"/>
              <a:cs typeface="Times New Roman Regular" panose="02020603050405020304" charset="0"/>
            </a:endParaRPr>
          </a:p>
          <a:p>
            <a:pPr indent="0">
              <a:buFont typeface="Wingdings" panose="05000000000000000000" charset="0"/>
              <a:buNone/>
            </a:pPr>
            <a:r>
              <a:rPr lang="en-US" altLang="zh-CN">
                <a:latin typeface="Times New Roman Regular" panose="02020603050405020304" charset="0"/>
                <a:cs typeface="Times New Roman Regular" panose="02020603050405020304" charset="0"/>
              </a:rPr>
              <a:t>[3]</a:t>
            </a:r>
            <a:r>
              <a:rPr lang="zh-CN" altLang="en-US">
                <a:latin typeface="Times New Roman Regular" panose="02020603050405020304" charset="0"/>
                <a:cs typeface="Times New Roman Regular" panose="02020603050405020304" charset="0"/>
              </a:rPr>
              <a:t>《中国血栓性疾病防治指南》专家委员会</a:t>
            </a:r>
            <a:r>
              <a:rPr lang="en-US" altLang="zh-CN">
                <a:latin typeface="Times New Roman Regular" panose="02020603050405020304" charset="0"/>
                <a:cs typeface="Times New Roman Regular" panose="02020603050405020304" charset="0"/>
              </a:rPr>
              <a:t> </a:t>
            </a:r>
            <a:r>
              <a:rPr lang="zh-CN" altLang="en-US">
                <a:latin typeface="Times New Roman Regular" panose="02020603050405020304" charset="0"/>
                <a:cs typeface="Times New Roman Regular" panose="02020603050405020304" charset="0"/>
              </a:rPr>
              <a:t>中国血栓性疾病防治指南</a:t>
            </a:r>
            <a:endParaRPr lang="zh-CN" altLang="en-US">
              <a:latin typeface="Times New Roman Regular" panose="02020603050405020304" charset="0"/>
              <a:cs typeface="Times New Roman Regular" panose="02020603050405020304" charset="0"/>
            </a:endParaRPr>
          </a:p>
          <a:p>
            <a:pPr indent="0">
              <a:buFont typeface="Wingdings" panose="05000000000000000000" charset="0"/>
              <a:buNone/>
            </a:pPr>
            <a:endParaRPr lang="zh-CN" altLang="en-US">
              <a:latin typeface="Times New Roman Regular" panose="02020603050405020304" charset="0"/>
              <a:cs typeface="Times New Roman Regular" panose="02020603050405020304" charset="0"/>
            </a:endParaRPr>
          </a:p>
          <a:p>
            <a:pPr indent="0">
              <a:buFont typeface="Wingdings" panose="05000000000000000000" charset="0"/>
              <a:buNone/>
            </a:pPr>
            <a:r>
              <a:rPr lang="en-US" altLang="zh-CN">
                <a:latin typeface="Times New Roman Regular" panose="02020603050405020304" charset="0"/>
                <a:cs typeface="Times New Roman Regular" panose="02020603050405020304" charset="0"/>
              </a:rPr>
              <a:t>[4]</a:t>
            </a:r>
            <a:r>
              <a:rPr lang="zh-CN" altLang="en-US">
                <a:latin typeface="Times New Roman Regular" panose="02020603050405020304" charset="0"/>
                <a:cs typeface="Times New Roman Regular" panose="02020603050405020304" charset="0"/>
              </a:rPr>
              <a:t>D-二聚体=深静脉血栓</a:t>
            </a:r>
            <a:r>
              <a:rPr lang="en-US" altLang="zh-CN">
                <a:latin typeface="Times New Roman Regular" panose="02020603050405020304" charset="0"/>
                <a:cs typeface="Times New Roman Regular" panose="02020603050405020304" charset="0"/>
              </a:rPr>
              <a:t>?  http://www.tjmuch.com/system/2017/09/19/011265090.shtml</a:t>
            </a:r>
            <a:endParaRPr lang="en-US" altLang="zh-CN">
              <a:latin typeface="Times New Roman Regular" panose="02020603050405020304" charset="0"/>
              <a:cs typeface="Times New Roman Regular" panose="02020603050405020304" charset="0"/>
            </a:endParaRPr>
          </a:p>
          <a:p>
            <a:pPr indent="0">
              <a:buFont typeface="Wingdings" panose="05000000000000000000" charset="0"/>
              <a:buNone/>
            </a:pPr>
            <a:endParaRPr lang="en-US" altLang="zh-CN">
              <a:latin typeface="Times New Roman Regular" panose="02020603050405020304" charset="0"/>
              <a:cs typeface="Times New Roman Regular" panose="02020603050405020304" charset="0"/>
            </a:endParaRPr>
          </a:p>
          <a:p>
            <a:pPr indent="0">
              <a:buFont typeface="Wingdings" panose="05000000000000000000" charset="0"/>
              <a:buNone/>
            </a:pPr>
            <a:r>
              <a:rPr lang="en-US" altLang="zh-CN">
                <a:latin typeface="Times New Roman Regular" panose="02020603050405020304" charset="0"/>
                <a:cs typeface="Times New Roman Regular" panose="02020603050405020304" charset="0"/>
              </a:rPr>
              <a:t>[5]Chen Q, Zhang Z, Dong H, Miao J, Li H. [Perioperative Venous Thromboembolism (VTE) Prophylaxis in Thoracic Cancer Patients</a:t>
            </a:r>
            <a:endParaRPr lang="en-US" altLang="zh-CN">
              <a:latin typeface="Times New Roman Regular" panose="02020603050405020304" charset="0"/>
              <a:cs typeface="Times New Roman Regular" panose="02020603050405020304" charset="0"/>
            </a:endParaRPr>
          </a:p>
          <a:p>
            <a:pPr indent="0">
              <a:buFont typeface="Wingdings" panose="05000000000000000000" charset="0"/>
              <a:buNone/>
            </a:pPr>
            <a:endParaRPr lang="en-US" altLang="zh-CN">
              <a:latin typeface="Times New Roman Regular" panose="02020603050405020304" charset="0"/>
              <a:cs typeface="Times New Roman Regular" panose="02020603050405020304" charset="0"/>
            </a:endParaRPr>
          </a:p>
          <a:p>
            <a:pPr indent="0">
              <a:buFont typeface="Wingdings" panose="05000000000000000000" charset="0"/>
              <a:buNone/>
            </a:pPr>
            <a:r>
              <a:rPr lang="en-US" altLang="zh-CN">
                <a:latin typeface="Times New Roman Regular" panose="02020603050405020304" charset="0"/>
                <a:cs typeface="Times New Roman Regular" panose="02020603050405020304" charset="0"/>
              </a:rPr>
              <a:t>[6]王艳生,姚宏静 铁调素在经典型阵发性睡眠性血红蛋白尿症中的表达及影响因素分析</a:t>
            </a:r>
            <a:endParaRPr lang="en-US" altLang="zh-CN">
              <a:latin typeface="Times New Roman Regular" panose="02020603050405020304" charset="0"/>
              <a:cs typeface="Times New Roman Regular" panose="02020603050405020304" charset="0"/>
            </a:endParaRPr>
          </a:p>
        </p:txBody>
      </p:sp>
    </p:spTree>
  </p:cSld>
  <p:clrMapOvr>
    <a:masterClrMapping/>
  </p:clrMapOvr>
  <mc:AlternateContent xmlns:mc="http://schemas.openxmlformats.org/markup-compatibility/2006">
    <mc:Choice xmlns:p14="http://schemas.microsoft.com/office/powerpoint/2010/main" Requires="p14">
      <p:transition spd="slow" p14:dur="1600" advTm="5000">
        <p14:prism isInverted="1"/>
      </p:transition>
    </mc:Choice>
    <mc:Fallback>
      <p:transition spd="slow" advTm="5000">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8" name="组合 7"/>
          <p:cNvGrpSpPr/>
          <p:nvPr/>
        </p:nvGrpSpPr>
        <p:grpSpPr>
          <a:xfrm>
            <a:off x="-698500" y="-582990"/>
            <a:ext cx="13589000" cy="8023980"/>
            <a:chOff x="-863600" y="-584200"/>
            <a:chExt cx="13335000" cy="7874000"/>
          </a:xfrm>
          <a:solidFill>
            <a:srgbClr val="E6E6E6"/>
          </a:solidFill>
        </p:grpSpPr>
        <p:grpSp>
          <p:nvGrpSpPr>
            <p:cNvPr id="4" name="组合 3"/>
            <p:cNvGrpSpPr/>
            <p:nvPr/>
          </p:nvGrpSpPr>
          <p:grpSpPr>
            <a:xfrm>
              <a:off x="-863600" y="-584200"/>
              <a:ext cx="165100" cy="7874000"/>
              <a:chOff x="-863600" y="-584200"/>
              <a:chExt cx="165100" cy="7874000"/>
            </a:xfrm>
            <a:grpFill/>
          </p:grpSpPr>
          <p:sp>
            <p:nvSpPr>
              <p:cNvPr id="2" name="椭圆 1"/>
              <p:cNvSpPr/>
              <p:nvPr/>
            </p:nvSpPr>
            <p:spPr>
              <a:xfrm>
                <a:off x="-863600" y="-584200"/>
                <a:ext cx="165100" cy="165100"/>
              </a:xfrm>
              <a:prstGeom prst="ellipse">
                <a:avLst/>
              </a:prstGeom>
              <a:grp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椭圆 2"/>
              <p:cNvSpPr/>
              <p:nvPr/>
            </p:nvSpPr>
            <p:spPr>
              <a:xfrm>
                <a:off x="-863600" y="7124700"/>
                <a:ext cx="165100" cy="165100"/>
              </a:xfrm>
              <a:prstGeom prst="ellipse">
                <a:avLst/>
              </a:prstGeom>
              <a:grp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5" name="组合 4"/>
            <p:cNvGrpSpPr/>
            <p:nvPr/>
          </p:nvGrpSpPr>
          <p:grpSpPr>
            <a:xfrm>
              <a:off x="12306300" y="-584200"/>
              <a:ext cx="165100" cy="7874000"/>
              <a:chOff x="-863600" y="-584200"/>
              <a:chExt cx="165100" cy="7874000"/>
            </a:xfrm>
            <a:grpFill/>
          </p:grpSpPr>
          <p:sp>
            <p:nvSpPr>
              <p:cNvPr id="6" name="椭圆 5"/>
              <p:cNvSpPr/>
              <p:nvPr/>
            </p:nvSpPr>
            <p:spPr>
              <a:xfrm>
                <a:off x="-863600" y="-584200"/>
                <a:ext cx="165100" cy="165100"/>
              </a:xfrm>
              <a:prstGeom prst="ellipse">
                <a:avLst/>
              </a:prstGeom>
              <a:grp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椭圆 6"/>
              <p:cNvSpPr/>
              <p:nvPr/>
            </p:nvSpPr>
            <p:spPr>
              <a:xfrm>
                <a:off x="-863600" y="7124700"/>
                <a:ext cx="165100" cy="165100"/>
              </a:xfrm>
              <a:prstGeom prst="ellipse">
                <a:avLst/>
              </a:prstGeom>
              <a:grp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pic>
        <p:nvPicPr>
          <p:cNvPr id="12" name="图片 11"/>
          <p:cNvPicPr>
            <a:picLocks noChangeAspect="1"/>
          </p:cNvPicPr>
          <p:nvPr/>
        </p:nvPicPr>
        <p:blipFill>
          <a:blip r:embed="rId1">
            <a:extLst>
              <a:ext uri="{28A0092B-C50C-407E-A947-70E740481C1C}">
                <a14:useLocalDpi xmlns:a14="http://schemas.microsoft.com/office/drawing/2010/main" val="0"/>
              </a:ext>
            </a:extLst>
          </a:blip>
          <a:srcRect l="5923" t="413" r="5923" b="413"/>
          <a:stretch>
            <a:fillRect/>
          </a:stretch>
        </p:blipFill>
        <p:spPr>
          <a:xfrm>
            <a:off x="0" y="0"/>
            <a:ext cx="12192000" cy="6858000"/>
          </a:xfrm>
          <a:custGeom>
            <a:avLst/>
            <a:gdLst>
              <a:gd name="connsiteX0" fmla="*/ 0 w 12192000"/>
              <a:gd name="connsiteY0" fmla="*/ 0 h 6858000"/>
              <a:gd name="connsiteX1" fmla="*/ 12192000 w 12192000"/>
              <a:gd name="connsiteY1" fmla="*/ 0 h 6858000"/>
              <a:gd name="connsiteX2" fmla="*/ 12192000 w 12192000"/>
              <a:gd name="connsiteY2" fmla="*/ 6858000 h 6858000"/>
              <a:gd name="connsiteX3" fmla="*/ 0 w 12192000"/>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12192000" h="6858000">
                <a:moveTo>
                  <a:pt x="0" y="0"/>
                </a:moveTo>
                <a:lnTo>
                  <a:pt x="12192000" y="0"/>
                </a:lnTo>
                <a:lnTo>
                  <a:pt x="12192000" y="6858000"/>
                </a:lnTo>
                <a:lnTo>
                  <a:pt x="0" y="6858000"/>
                </a:lnTo>
                <a:close/>
              </a:path>
            </a:pathLst>
          </a:custGeom>
        </p:spPr>
      </p:pic>
      <p:pic>
        <p:nvPicPr>
          <p:cNvPr id="14" name="图片 1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64243" y="1001486"/>
            <a:ext cx="5127172" cy="4942114"/>
          </a:xfrm>
          <a:prstGeom prst="rect">
            <a:avLst/>
          </a:prstGeom>
        </p:spPr>
      </p:pic>
      <p:pic>
        <p:nvPicPr>
          <p:cNvPr id="16" name="图片 15"/>
          <p:cNvPicPr>
            <a:picLocks noChangeAspect="1"/>
          </p:cNvPicPr>
          <p:nvPr/>
        </p:nvPicPr>
        <p:blipFill>
          <a:blip r:embed="rId3">
            <a:extLst>
              <a:ext uri="{BEBA8EAE-BF5A-486C-A8C5-ECC9F3942E4B}">
                <a14:imgProps xmlns:a14="http://schemas.microsoft.com/office/drawing/2010/main">
                  <a14:imgLayer r:embed="rId4">
                    <a14:imgEffect>
                      <a14:brightnessContrast bright="20000" contrast="40000"/>
                    </a14:imgEffect>
                  </a14:imgLayer>
                </a14:imgProps>
              </a:ext>
              <a:ext uri="{28A0092B-C50C-407E-A947-70E740481C1C}">
                <a14:useLocalDpi xmlns:a14="http://schemas.microsoft.com/office/drawing/2010/main" val="0"/>
              </a:ext>
            </a:extLst>
          </a:blip>
          <a:stretch>
            <a:fillRect/>
          </a:stretch>
        </p:blipFill>
        <p:spPr>
          <a:xfrm>
            <a:off x="490069" y="1621454"/>
            <a:ext cx="4683508" cy="3647750"/>
          </a:xfrm>
          <a:prstGeom prst="rect">
            <a:avLst/>
          </a:prstGeom>
        </p:spPr>
      </p:pic>
      <p:sp>
        <p:nvSpPr>
          <p:cNvPr id="18" name="矩形: 圆角 17"/>
          <p:cNvSpPr/>
          <p:nvPr/>
        </p:nvSpPr>
        <p:spPr>
          <a:xfrm>
            <a:off x="8050538" y="5058423"/>
            <a:ext cx="1668318" cy="383142"/>
          </a:xfrm>
          <a:prstGeom prst="roundRect">
            <a:avLst>
              <a:gd name="adj" fmla="val 50000"/>
            </a:avLst>
          </a:prstGeom>
          <a:gradFill flip="none" rotWithShape="1">
            <a:gsLst>
              <a:gs pos="0">
                <a:srgbClr val="41EEFE"/>
              </a:gs>
              <a:gs pos="70000">
                <a:srgbClr val="23EFFE"/>
              </a:gs>
            </a:gsLst>
            <a:lin ang="54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200" dirty="0">
                <a:solidFill>
                  <a:schemeClr val="tx1">
                    <a:lumMod val="85000"/>
                    <a:lumOff val="15000"/>
                  </a:schemeClr>
                </a:solidFill>
                <a:latin typeface="思源黑体 CN Bold" panose="020B0800000000000000" pitchFamily="34" charset="-122"/>
                <a:ea typeface="思源黑体 CN Bold" panose="020B0800000000000000" pitchFamily="34" charset="-122"/>
                <a:cs typeface="+mn-ea"/>
                <a:sym typeface="+mn-lt"/>
              </a:rPr>
              <a:t>时间：</a:t>
            </a:r>
            <a:r>
              <a:rPr lang="en-US" altLang="zh-CN" sz="1200" dirty="0">
                <a:solidFill>
                  <a:schemeClr val="tx1">
                    <a:lumMod val="85000"/>
                    <a:lumOff val="15000"/>
                  </a:schemeClr>
                </a:solidFill>
                <a:latin typeface="思源黑体 CN Bold" panose="020B0800000000000000" pitchFamily="34" charset="-122"/>
                <a:ea typeface="思源黑体 CN Bold" panose="020B0800000000000000" pitchFamily="34" charset="-122"/>
                <a:cs typeface="+mn-ea"/>
                <a:sym typeface="+mn-lt"/>
              </a:rPr>
              <a:t>2023.09.06</a:t>
            </a:r>
            <a:endParaRPr lang="zh-CN" altLang="en-US" sz="1200" dirty="0">
              <a:solidFill>
                <a:schemeClr val="tx1">
                  <a:lumMod val="85000"/>
                  <a:lumOff val="15000"/>
                </a:schemeClr>
              </a:solidFill>
              <a:latin typeface="思源黑体 CN Bold" panose="020B0800000000000000" pitchFamily="34" charset="-122"/>
              <a:ea typeface="思源黑体 CN Bold" panose="020B0800000000000000" pitchFamily="34" charset="-122"/>
              <a:cs typeface="+mn-ea"/>
              <a:sym typeface="+mn-lt"/>
            </a:endParaRPr>
          </a:p>
        </p:txBody>
      </p:sp>
      <p:sp>
        <p:nvSpPr>
          <p:cNvPr id="20" name="文本框 19"/>
          <p:cNvSpPr txBox="1"/>
          <p:nvPr/>
        </p:nvSpPr>
        <p:spPr>
          <a:xfrm>
            <a:off x="6140921" y="1949049"/>
            <a:ext cx="5222404" cy="523220"/>
          </a:xfrm>
          <a:prstGeom prst="rect">
            <a:avLst/>
          </a:prstGeom>
          <a:noFill/>
        </p:spPr>
        <p:txBody>
          <a:bodyPr wrap="square" rtlCol="0">
            <a:spAutoFit/>
          </a:bodyPr>
          <a:lstStyle/>
          <a:p>
            <a:r>
              <a:rPr lang="en-US" altLang="zh-CN" sz="2800" dirty="0">
                <a:solidFill>
                  <a:schemeClr val="bg1"/>
                </a:solidFill>
                <a:latin typeface="三极正智黑简体" panose="00000500000000000000" pitchFamily="2" charset="-122"/>
                <a:ea typeface="三极正智黑简体" panose="00000500000000000000" pitchFamily="2" charset="-122"/>
                <a:cs typeface="+mn-ea"/>
                <a:sym typeface="+mn-lt"/>
              </a:rPr>
              <a:t>DATA  ANALYSIS  REPORT </a:t>
            </a:r>
            <a:endParaRPr lang="en-US" altLang="zh-CN" sz="2800" dirty="0">
              <a:solidFill>
                <a:schemeClr val="bg1"/>
              </a:solidFill>
              <a:latin typeface="三极正智黑简体" panose="00000500000000000000" pitchFamily="2" charset="-122"/>
              <a:ea typeface="三极正智黑简体" panose="00000500000000000000" pitchFamily="2" charset="-122"/>
              <a:cs typeface="+mn-ea"/>
              <a:sym typeface="+mn-lt"/>
            </a:endParaRPr>
          </a:p>
        </p:txBody>
      </p:sp>
      <p:sp>
        <p:nvSpPr>
          <p:cNvPr id="21" name="文本框 20"/>
          <p:cNvSpPr txBox="1"/>
          <p:nvPr/>
        </p:nvSpPr>
        <p:spPr>
          <a:xfrm>
            <a:off x="6062313" y="2564727"/>
            <a:ext cx="5644374" cy="1076325"/>
          </a:xfrm>
          <a:prstGeom prst="rect">
            <a:avLst/>
          </a:prstGeom>
          <a:noFill/>
        </p:spPr>
        <p:txBody>
          <a:bodyPr wrap="square" rtlCol="0">
            <a:spAutoFit/>
          </a:bodyPr>
          <a:lstStyle/>
          <a:p>
            <a:pPr algn="dist"/>
            <a:r>
              <a:rPr lang="en-US" altLang="zh-CN" sz="6400" dirty="0">
                <a:solidFill>
                  <a:schemeClr val="bg1"/>
                </a:solidFill>
                <a:latin typeface="三极正智黑简体" panose="00000500000000000000" pitchFamily="2" charset="-122"/>
                <a:ea typeface="三极正智黑简体" panose="00000500000000000000" pitchFamily="2" charset="-122"/>
                <a:cs typeface="+mn-ea"/>
                <a:sym typeface="+mn-lt"/>
              </a:rPr>
              <a:t>THANKS</a:t>
            </a:r>
            <a:endParaRPr lang="en-US" altLang="zh-CN" sz="6400" dirty="0">
              <a:solidFill>
                <a:schemeClr val="bg1"/>
              </a:solidFill>
              <a:latin typeface="三极正智黑简体" panose="00000500000000000000" pitchFamily="2" charset="-122"/>
              <a:ea typeface="三极正智黑简体" panose="00000500000000000000" pitchFamily="2" charset="-122"/>
              <a:cs typeface="+mn-ea"/>
              <a:sym typeface="+mn-lt"/>
            </a:endParaRPr>
          </a:p>
        </p:txBody>
      </p:sp>
      <p:sp>
        <p:nvSpPr>
          <p:cNvPr id="23" name="PA-文本框 88"/>
          <p:cNvSpPr txBox="1"/>
          <p:nvPr>
            <p:custDataLst>
              <p:tags r:id="rId5"/>
            </p:custDataLst>
          </p:nvPr>
        </p:nvSpPr>
        <p:spPr>
          <a:xfrm>
            <a:off x="6219392" y="3845410"/>
            <a:ext cx="4049919" cy="802848"/>
          </a:xfrm>
          <a:prstGeom prst="rect">
            <a:avLst/>
          </a:prstGeom>
          <a:noFill/>
        </p:spPr>
        <p:txBody>
          <a:bodyPr wrap="square" lIns="0" tIns="0" rIns="0" bIns="0" rtlCol="0">
            <a:spAutoFit/>
          </a:bodyPr>
          <a:lstStyle/>
          <a:p>
            <a:pPr hangingPunct="0">
              <a:lnSpc>
                <a:spcPct val="150000"/>
              </a:lnSpc>
            </a:pPr>
            <a:r>
              <a:rPr lang="en-US" altLang="zh-CN" sz="1200" dirty="0">
                <a:solidFill>
                  <a:schemeClr val="bg1">
                    <a:alpha val="80000"/>
                  </a:schemeClr>
                </a:solidFill>
                <a:cs typeface="+mn-ea"/>
                <a:sym typeface="+mn-lt"/>
              </a:rPr>
              <a:t>Click here to enter your text, change the color or size of the text. You can also format the appropriate text and adjust the line spacing of the text. </a:t>
            </a:r>
            <a:endParaRPr lang="en-US" altLang="zh-CN" sz="1200" dirty="0">
              <a:solidFill>
                <a:schemeClr val="bg1">
                  <a:alpha val="80000"/>
                </a:schemeClr>
              </a:solidFill>
              <a:cs typeface="+mn-ea"/>
              <a:sym typeface="+mn-lt"/>
            </a:endParaRPr>
          </a:p>
        </p:txBody>
      </p:sp>
      <p:sp>
        <p:nvSpPr>
          <p:cNvPr id="25" name="任意多边形: 形状 24"/>
          <p:cNvSpPr/>
          <p:nvPr/>
        </p:nvSpPr>
        <p:spPr>
          <a:xfrm>
            <a:off x="11328401" y="5067300"/>
            <a:ext cx="396593" cy="816428"/>
          </a:xfrm>
          <a:custGeom>
            <a:avLst/>
            <a:gdLst>
              <a:gd name="connsiteX0" fmla="*/ 452944 w 477264"/>
              <a:gd name="connsiteY0" fmla="*/ 933858 h 982498"/>
              <a:gd name="connsiteX1" fmla="*/ 477264 w 477264"/>
              <a:gd name="connsiteY1" fmla="*/ 958178 h 982498"/>
              <a:gd name="connsiteX2" fmla="*/ 452944 w 477264"/>
              <a:gd name="connsiteY2" fmla="*/ 982498 h 982498"/>
              <a:gd name="connsiteX3" fmla="*/ 428624 w 477264"/>
              <a:gd name="connsiteY3" fmla="*/ 958178 h 982498"/>
              <a:gd name="connsiteX4" fmla="*/ 452944 w 477264"/>
              <a:gd name="connsiteY4" fmla="*/ 933858 h 982498"/>
              <a:gd name="connsiteX5" fmla="*/ 345788 w 477264"/>
              <a:gd name="connsiteY5" fmla="*/ 933858 h 982498"/>
              <a:gd name="connsiteX6" fmla="*/ 370108 w 477264"/>
              <a:gd name="connsiteY6" fmla="*/ 958178 h 982498"/>
              <a:gd name="connsiteX7" fmla="*/ 345788 w 477264"/>
              <a:gd name="connsiteY7" fmla="*/ 982498 h 982498"/>
              <a:gd name="connsiteX8" fmla="*/ 321468 w 477264"/>
              <a:gd name="connsiteY8" fmla="*/ 958178 h 982498"/>
              <a:gd name="connsiteX9" fmla="*/ 345788 w 477264"/>
              <a:gd name="connsiteY9" fmla="*/ 933858 h 982498"/>
              <a:gd name="connsiteX10" fmla="*/ 238632 w 477264"/>
              <a:gd name="connsiteY10" fmla="*/ 933858 h 982498"/>
              <a:gd name="connsiteX11" fmla="*/ 262952 w 477264"/>
              <a:gd name="connsiteY11" fmla="*/ 958178 h 982498"/>
              <a:gd name="connsiteX12" fmla="*/ 238632 w 477264"/>
              <a:gd name="connsiteY12" fmla="*/ 982498 h 982498"/>
              <a:gd name="connsiteX13" fmla="*/ 214312 w 477264"/>
              <a:gd name="connsiteY13" fmla="*/ 958178 h 982498"/>
              <a:gd name="connsiteX14" fmla="*/ 238632 w 477264"/>
              <a:gd name="connsiteY14" fmla="*/ 933858 h 982498"/>
              <a:gd name="connsiteX15" fmla="*/ 131476 w 477264"/>
              <a:gd name="connsiteY15" fmla="*/ 933858 h 982498"/>
              <a:gd name="connsiteX16" fmla="*/ 155796 w 477264"/>
              <a:gd name="connsiteY16" fmla="*/ 958178 h 982498"/>
              <a:gd name="connsiteX17" fmla="*/ 131476 w 477264"/>
              <a:gd name="connsiteY17" fmla="*/ 982498 h 982498"/>
              <a:gd name="connsiteX18" fmla="*/ 107156 w 477264"/>
              <a:gd name="connsiteY18" fmla="*/ 958178 h 982498"/>
              <a:gd name="connsiteX19" fmla="*/ 131476 w 477264"/>
              <a:gd name="connsiteY19" fmla="*/ 933858 h 982498"/>
              <a:gd name="connsiteX20" fmla="*/ 24320 w 477264"/>
              <a:gd name="connsiteY20" fmla="*/ 933858 h 982498"/>
              <a:gd name="connsiteX21" fmla="*/ 48640 w 477264"/>
              <a:gd name="connsiteY21" fmla="*/ 958178 h 982498"/>
              <a:gd name="connsiteX22" fmla="*/ 24320 w 477264"/>
              <a:gd name="connsiteY22" fmla="*/ 982498 h 982498"/>
              <a:gd name="connsiteX23" fmla="*/ 0 w 477264"/>
              <a:gd name="connsiteY23" fmla="*/ 958178 h 982498"/>
              <a:gd name="connsiteX24" fmla="*/ 24320 w 477264"/>
              <a:gd name="connsiteY24" fmla="*/ 933858 h 982498"/>
              <a:gd name="connsiteX25" fmla="*/ 452944 w 477264"/>
              <a:gd name="connsiteY25" fmla="*/ 778215 h 982498"/>
              <a:gd name="connsiteX26" fmla="*/ 477264 w 477264"/>
              <a:gd name="connsiteY26" fmla="*/ 802535 h 982498"/>
              <a:gd name="connsiteX27" fmla="*/ 452944 w 477264"/>
              <a:gd name="connsiteY27" fmla="*/ 826855 h 982498"/>
              <a:gd name="connsiteX28" fmla="*/ 428624 w 477264"/>
              <a:gd name="connsiteY28" fmla="*/ 802535 h 982498"/>
              <a:gd name="connsiteX29" fmla="*/ 452944 w 477264"/>
              <a:gd name="connsiteY29" fmla="*/ 778215 h 982498"/>
              <a:gd name="connsiteX30" fmla="*/ 345788 w 477264"/>
              <a:gd name="connsiteY30" fmla="*/ 778215 h 982498"/>
              <a:gd name="connsiteX31" fmla="*/ 370108 w 477264"/>
              <a:gd name="connsiteY31" fmla="*/ 802535 h 982498"/>
              <a:gd name="connsiteX32" fmla="*/ 345788 w 477264"/>
              <a:gd name="connsiteY32" fmla="*/ 826855 h 982498"/>
              <a:gd name="connsiteX33" fmla="*/ 321468 w 477264"/>
              <a:gd name="connsiteY33" fmla="*/ 802535 h 982498"/>
              <a:gd name="connsiteX34" fmla="*/ 345788 w 477264"/>
              <a:gd name="connsiteY34" fmla="*/ 778215 h 982498"/>
              <a:gd name="connsiteX35" fmla="*/ 238632 w 477264"/>
              <a:gd name="connsiteY35" fmla="*/ 778215 h 982498"/>
              <a:gd name="connsiteX36" fmla="*/ 262952 w 477264"/>
              <a:gd name="connsiteY36" fmla="*/ 802535 h 982498"/>
              <a:gd name="connsiteX37" fmla="*/ 238632 w 477264"/>
              <a:gd name="connsiteY37" fmla="*/ 826855 h 982498"/>
              <a:gd name="connsiteX38" fmla="*/ 214312 w 477264"/>
              <a:gd name="connsiteY38" fmla="*/ 802535 h 982498"/>
              <a:gd name="connsiteX39" fmla="*/ 238632 w 477264"/>
              <a:gd name="connsiteY39" fmla="*/ 778215 h 982498"/>
              <a:gd name="connsiteX40" fmla="*/ 131476 w 477264"/>
              <a:gd name="connsiteY40" fmla="*/ 778215 h 982498"/>
              <a:gd name="connsiteX41" fmla="*/ 155796 w 477264"/>
              <a:gd name="connsiteY41" fmla="*/ 802535 h 982498"/>
              <a:gd name="connsiteX42" fmla="*/ 131476 w 477264"/>
              <a:gd name="connsiteY42" fmla="*/ 826855 h 982498"/>
              <a:gd name="connsiteX43" fmla="*/ 107156 w 477264"/>
              <a:gd name="connsiteY43" fmla="*/ 802535 h 982498"/>
              <a:gd name="connsiteX44" fmla="*/ 131476 w 477264"/>
              <a:gd name="connsiteY44" fmla="*/ 778215 h 982498"/>
              <a:gd name="connsiteX45" fmla="*/ 24320 w 477264"/>
              <a:gd name="connsiteY45" fmla="*/ 778215 h 982498"/>
              <a:gd name="connsiteX46" fmla="*/ 48640 w 477264"/>
              <a:gd name="connsiteY46" fmla="*/ 802535 h 982498"/>
              <a:gd name="connsiteX47" fmla="*/ 24320 w 477264"/>
              <a:gd name="connsiteY47" fmla="*/ 826855 h 982498"/>
              <a:gd name="connsiteX48" fmla="*/ 0 w 477264"/>
              <a:gd name="connsiteY48" fmla="*/ 802535 h 982498"/>
              <a:gd name="connsiteX49" fmla="*/ 24320 w 477264"/>
              <a:gd name="connsiteY49" fmla="*/ 778215 h 982498"/>
              <a:gd name="connsiteX50" fmla="*/ 452944 w 477264"/>
              <a:gd name="connsiteY50" fmla="*/ 622572 h 982498"/>
              <a:gd name="connsiteX51" fmla="*/ 477264 w 477264"/>
              <a:gd name="connsiteY51" fmla="*/ 646892 h 982498"/>
              <a:gd name="connsiteX52" fmla="*/ 452944 w 477264"/>
              <a:gd name="connsiteY52" fmla="*/ 671212 h 982498"/>
              <a:gd name="connsiteX53" fmla="*/ 428624 w 477264"/>
              <a:gd name="connsiteY53" fmla="*/ 646892 h 982498"/>
              <a:gd name="connsiteX54" fmla="*/ 452944 w 477264"/>
              <a:gd name="connsiteY54" fmla="*/ 622572 h 982498"/>
              <a:gd name="connsiteX55" fmla="*/ 345788 w 477264"/>
              <a:gd name="connsiteY55" fmla="*/ 622572 h 982498"/>
              <a:gd name="connsiteX56" fmla="*/ 370108 w 477264"/>
              <a:gd name="connsiteY56" fmla="*/ 646892 h 982498"/>
              <a:gd name="connsiteX57" fmla="*/ 345788 w 477264"/>
              <a:gd name="connsiteY57" fmla="*/ 671212 h 982498"/>
              <a:gd name="connsiteX58" fmla="*/ 321468 w 477264"/>
              <a:gd name="connsiteY58" fmla="*/ 646892 h 982498"/>
              <a:gd name="connsiteX59" fmla="*/ 345788 w 477264"/>
              <a:gd name="connsiteY59" fmla="*/ 622572 h 982498"/>
              <a:gd name="connsiteX60" fmla="*/ 238632 w 477264"/>
              <a:gd name="connsiteY60" fmla="*/ 622572 h 982498"/>
              <a:gd name="connsiteX61" fmla="*/ 262952 w 477264"/>
              <a:gd name="connsiteY61" fmla="*/ 646892 h 982498"/>
              <a:gd name="connsiteX62" fmla="*/ 238632 w 477264"/>
              <a:gd name="connsiteY62" fmla="*/ 671212 h 982498"/>
              <a:gd name="connsiteX63" fmla="*/ 214312 w 477264"/>
              <a:gd name="connsiteY63" fmla="*/ 646892 h 982498"/>
              <a:gd name="connsiteX64" fmla="*/ 238632 w 477264"/>
              <a:gd name="connsiteY64" fmla="*/ 622572 h 982498"/>
              <a:gd name="connsiteX65" fmla="*/ 131476 w 477264"/>
              <a:gd name="connsiteY65" fmla="*/ 622572 h 982498"/>
              <a:gd name="connsiteX66" fmla="*/ 155796 w 477264"/>
              <a:gd name="connsiteY66" fmla="*/ 646892 h 982498"/>
              <a:gd name="connsiteX67" fmla="*/ 131476 w 477264"/>
              <a:gd name="connsiteY67" fmla="*/ 671212 h 982498"/>
              <a:gd name="connsiteX68" fmla="*/ 107156 w 477264"/>
              <a:gd name="connsiteY68" fmla="*/ 646892 h 982498"/>
              <a:gd name="connsiteX69" fmla="*/ 131476 w 477264"/>
              <a:gd name="connsiteY69" fmla="*/ 622572 h 982498"/>
              <a:gd name="connsiteX70" fmla="*/ 24320 w 477264"/>
              <a:gd name="connsiteY70" fmla="*/ 622572 h 982498"/>
              <a:gd name="connsiteX71" fmla="*/ 48640 w 477264"/>
              <a:gd name="connsiteY71" fmla="*/ 646892 h 982498"/>
              <a:gd name="connsiteX72" fmla="*/ 24320 w 477264"/>
              <a:gd name="connsiteY72" fmla="*/ 671212 h 982498"/>
              <a:gd name="connsiteX73" fmla="*/ 0 w 477264"/>
              <a:gd name="connsiteY73" fmla="*/ 646892 h 982498"/>
              <a:gd name="connsiteX74" fmla="*/ 24320 w 477264"/>
              <a:gd name="connsiteY74" fmla="*/ 622572 h 982498"/>
              <a:gd name="connsiteX75" fmla="*/ 24320 w 477264"/>
              <a:gd name="connsiteY75" fmla="*/ 466929 h 982498"/>
              <a:gd name="connsiteX76" fmla="*/ 48640 w 477264"/>
              <a:gd name="connsiteY76" fmla="*/ 491249 h 982498"/>
              <a:gd name="connsiteX77" fmla="*/ 24320 w 477264"/>
              <a:gd name="connsiteY77" fmla="*/ 515569 h 982498"/>
              <a:gd name="connsiteX78" fmla="*/ 0 w 477264"/>
              <a:gd name="connsiteY78" fmla="*/ 491249 h 982498"/>
              <a:gd name="connsiteX79" fmla="*/ 24320 w 477264"/>
              <a:gd name="connsiteY79" fmla="*/ 466929 h 982498"/>
              <a:gd name="connsiteX80" fmla="*/ 131476 w 477264"/>
              <a:gd name="connsiteY80" fmla="*/ 466929 h 982498"/>
              <a:gd name="connsiteX81" fmla="*/ 155796 w 477264"/>
              <a:gd name="connsiteY81" fmla="*/ 491249 h 982498"/>
              <a:gd name="connsiteX82" fmla="*/ 131476 w 477264"/>
              <a:gd name="connsiteY82" fmla="*/ 515569 h 982498"/>
              <a:gd name="connsiteX83" fmla="*/ 107156 w 477264"/>
              <a:gd name="connsiteY83" fmla="*/ 491249 h 982498"/>
              <a:gd name="connsiteX84" fmla="*/ 131476 w 477264"/>
              <a:gd name="connsiteY84" fmla="*/ 466929 h 982498"/>
              <a:gd name="connsiteX85" fmla="*/ 238632 w 477264"/>
              <a:gd name="connsiteY85" fmla="*/ 466929 h 982498"/>
              <a:gd name="connsiteX86" fmla="*/ 262952 w 477264"/>
              <a:gd name="connsiteY86" fmla="*/ 491249 h 982498"/>
              <a:gd name="connsiteX87" fmla="*/ 238632 w 477264"/>
              <a:gd name="connsiteY87" fmla="*/ 515569 h 982498"/>
              <a:gd name="connsiteX88" fmla="*/ 214312 w 477264"/>
              <a:gd name="connsiteY88" fmla="*/ 491249 h 982498"/>
              <a:gd name="connsiteX89" fmla="*/ 238632 w 477264"/>
              <a:gd name="connsiteY89" fmla="*/ 466929 h 982498"/>
              <a:gd name="connsiteX90" fmla="*/ 345788 w 477264"/>
              <a:gd name="connsiteY90" fmla="*/ 466929 h 982498"/>
              <a:gd name="connsiteX91" fmla="*/ 370108 w 477264"/>
              <a:gd name="connsiteY91" fmla="*/ 491249 h 982498"/>
              <a:gd name="connsiteX92" fmla="*/ 345788 w 477264"/>
              <a:gd name="connsiteY92" fmla="*/ 515569 h 982498"/>
              <a:gd name="connsiteX93" fmla="*/ 321468 w 477264"/>
              <a:gd name="connsiteY93" fmla="*/ 491249 h 982498"/>
              <a:gd name="connsiteX94" fmla="*/ 345788 w 477264"/>
              <a:gd name="connsiteY94" fmla="*/ 466929 h 982498"/>
              <a:gd name="connsiteX95" fmla="*/ 452944 w 477264"/>
              <a:gd name="connsiteY95" fmla="*/ 466929 h 982498"/>
              <a:gd name="connsiteX96" fmla="*/ 477264 w 477264"/>
              <a:gd name="connsiteY96" fmla="*/ 491249 h 982498"/>
              <a:gd name="connsiteX97" fmla="*/ 452944 w 477264"/>
              <a:gd name="connsiteY97" fmla="*/ 515569 h 982498"/>
              <a:gd name="connsiteX98" fmla="*/ 428624 w 477264"/>
              <a:gd name="connsiteY98" fmla="*/ 491249 h 982498"/>
              <a:gd name="connsiteX99" fmla="*/ 452944 w 477264"/>
              <a:gd name="connsiteY99" fmla="*/ 466929 h 982498"/>
              <a:gd name="connsiteX100" fmla="*/ 24320 w 477264"/>
              <a:gd name="connsiteY100" fmla="*/ 311287 h 982498"/>
              <a:gd name="connsiteX101" fmla="*/ 48640 w 477264"/>
              <a:gd name="connsiteY101" fmla="*/ 335607 h 982498"/>
              <a:gd name="connsiteX102" fmla="*/ 24320 w 477264"/>
              <a:gd name="connsiteY102" fmla="*/ 359926 h 982498"/>
              <a:gd name="connsiteX103" fmla="*/ 0 w 477264"/>
              <a:gd name="connsiteY103" fmla="*/ 335607 h 982498"/>
              <a:gd name="connsiteX104" fmla="*/ 24320 w 477264"/>
              <a:gd name="connsiteY104" fmla="*/ 311287 h 982498"/>
              <a:gd name="connsiteX105" fmla="*/ 131476 w 477264"/>
              <a:gd name="connsiteY105" fmla="*/ 311286 h 982498"/>
              <a:gd name="connsiteX106" fmla="*/ 155796 w 477264"/>
              <a:gd name="connsiteY106" fmla="*/ 335606 h 982498"/>
              <a:gd name="connsiteX107" fmla="*/ 131476 w 477264"/>
              <a:gd name="connsiteY107" fmla="*/ 359926 h 982498"/>
              <a:gd name="connsiteX108" fmla="*/ 107156 w 477264"/>
              <a:gd name="connsiteY108" fmla="*/ 335606 h 982498"/>
              <a:gd name="connsiteX109" fmla="*/ 131476 w 477264"/>
              <a:gd name="connsiteY109" fmla="*/ 311286 h 982498"/>
              <a:gd name="connsiteX110" fmla="*/ 238632 w 477264"/>
              <a:gd name="connsiteY110" fmla="*/ 311286 h 982498"/>
              <a:gd name="connsiteX111" fmla="*/ 262952 w 477264"/>
              <a:gd name="connsiteY111" fmla="*/ 335606 h 982498"/>
              <a:gd name="connsiteX112" fmla="*/ 238632 w 477264"/>
              <a:gd name="connsiteY112" fmla="*/ 359926 h 982498"/>
              <a:gd name="connsiteX113" fmla="*/ 214312 w 477264"/>
              <a:gd name="connsiteY113" fmla="*/ 335606 h 982498"/>
              <a:gd name="connsiteX114" fmla="*/ 238632 w 477264"/>
              <a:gd name="connsiteY114" fmla="*/ 311286 h 982498"/>
              <a:gd name="connsiteX115" fmla="*/ 345788 w 477264"/>
              <a:gd name="connsiteY115" fmla="*/ 311286 h 982498"/>
              <a:gd name="connsiteX116" fmla="*/ 370108 w 477264"/>
              <a:gd name="connsiteY116" fmla="*/ 335606 h 982498"/>
              <a:gd name="connsiteX117" fmla="*/ 345788 w 477264"/>
              <a:gd name="connsiteY117" fmla="*/ 359926 h 982498"/>
              <a:gd name="connsiteX118" fmla="*/ 321468 w 477264"/>
              <a:gd name="connsiteY118" fmla="*/ 335606 h 982498"/>
              <a:gd name="connsiteX119" fmla="*/ 345788 w 477264"/>
              <a:gd name="connsiteY119" fmla="*/ 311286 h 982498"/>
              <a:gd name="connsiteX120" fmla="*/ 452944 w 477264"/>
              <a:gd name="connsiteY120" fmla="*/ 311286 h 982498"/>
              <a:gd name="connsiteX121" fmla="*/ 477264 w 477264"/>
              <a:gd name="connsiteY121" fmla="*/ 335606 h 982498"/>
              <a:gd name="connsiteX122" fmla="*/ 452944 w 477264"/>
              <a:gd name="connsiteY122" fmla="*/ 359926 h 982498"/>
              <a:gd name="connsiteX123" fmla="*/ 428624 w 477264"/>
              <a:gd name="connsiteY123" fmla="*/ 335606 h 982498"/>
              <a:gd name="connsiteX124" fmla="*/ 452944 w 477264"/>
              <a:gd name="connsiteY124" fmla="*/ 311286 h 982498"/>
              <a:gd name="connsiteX125" fmla="*/ 24320 w 477264"/>
              <a:gd name="connsiteY125" fmla="*/ 155643 h 982498"/>
              <a:gd name="connsiteX126" fmla="*/ 48640 w 477264"/>
              <a:gd name="connsiteY126" fmla="*/ 179963 h 982498"/>
              <a:gd name="connsiteX127" fmla="*/ 24320 w 477264"/>
              <a:gd name="connsiteY127" fmla="*/ 204283 h 982498"/>
              <a:gd name="connsiteX128" fmla="*/ 0 w 477264"/>
              <a:gd name="connsiteY128" fmla="*/ 179963 h 982498"/>
              <a:gd name="connsiteX129" fmla="*/ 24320 w 477264"/>
              <a:gd name="connsiteY129" fmla="*/ 155643 h 982498"/>
              <a:gd name="connsiteX130" fmla="*/ 131476 w 477264"/>
              <a:gd name="connsiteY130" fmla="*/ 155643 h 982498"/>
              <a:gd name="connsiteX131" fmla="*/ 155796 w 477264"/>
              <a:gd name="connsiteY131" fmla="*/ 179963 h 982498"/>
              <a:gd name="connsiteX132" fmla="*/ 131476 w 477264"/>
              <a:gd name="connsiteY132" fmla="*/ 204283 h 982498"/>
              <a:gd name="connsiteX133" fmla="*/ 107156 w 477264"/>
              <a:gd name="connsiteY133" fmla="*/ 179963 h 982498"/>
              <a:gd name="connsiteX134" fmla="*/ 131476 w 477264"/>
              <a:gd name="connsiteY134" fmla="*/ 155643 h 982498"/>
              <a:gd name="connsiteX135" fmla="*/ 238632 w 477264"/>
              <a:gd name="connsiteY135" fmla="*/ 155643 h 982498"/>
              <a:gd name="connsiteX136" fmla="*/ 262952 w 477264"/>
              <a:gd name="connsiteY136" fmla="*/ 179963 h 982498"/>
              <a:gd name="connsiteX137" fmla="*/ 238632 w 477264"/>
              <a:gd name="connsiteY137" fmla="*/ 204283 h 982498"/>
              <a:gd name="connsiteX138" fmla="*/ 214312 w 477264"/>
              <a:gd name="connsiteY138" fmla="*/ 179963 h 982498"/>
              <a:gd name="connsiteX139" fmla="*/ 238632 w 477264"/>
              <a:gd name="connsiteY139" fmla="*/ 155643 h 982498"/>
              <a:gd name="connsiteX140" fmla="*/ 345788 w 477264"/>
              <a:gd name="connsiteY140" fmla="*/ 155643 h 982498"/>
              <a:gd name="connsiteX141" fmla="*/ 370108 w 477264"/>
              <a:gd name="connsiteY141" fmla="*/ 179963 h 982498"/>
              <a:gd name="connsiteX142" fmla="*/ 345788 w 477264"/>
              <a:gd name="connsiteY142" fmla="*/ 204283 h 982498"/>
              <a:gd name="connsiteX143" fmla="*/ 321468 w 477264"/>
              <a:gd name="connsiteY143" fmla="*/ 179963 h 982498"/>
              <a:gd name="connsiteX144" fmla="*/ 345788 w 477264"/>
              <a:gd name="connsiteY144" fmla="*/ 155643 h 982498"/>
              <a:gd name="connsiteX145" fmla="*/ 452944 w 477264"/>
              <a:gd name="connsiteY145" fmla="*/ 155643 h 982498"/>
              <a:gd name="connsiteX146" fmla="*/ 477264 w 477264"/>
              <a:gd name="connsiteY146" fmla="*/ 179963 h 982498"/>
              <a:gd name="connsiteX147" fmla="*/ 452944 w 477264"/>
              <a:gd name="connsiteY147" fmla="*/ 204283 h 982498"/>
              <a:gd name="connsiteX148" fmla="*/ 428624 w 477264"/>
              <a:gd name="connsiteY148" fmla="*/ 179963 h 982498"/>
              <a:gd name="connsiteX149" fmla="*/ 452944 w 477264"/>
              <a:gd name="connsiteY149" fmla="*/ 155643 h 982498"/>
              <a:gd name="connsiteX150" fmla="*/ 452944 w 477264"/>
              <a:gd name="connsiteY150" fmla="*/ 0 h 982498"/>
              <a:gd name="connsiteX151" fmla="*/ 477264 w 477264"/>
              <a:gd name="connsiteY151" fmla="*/ 24320 h 982498"/>
              <a:gd name="connsiteX152" fmla="*/ 452944 w 477264"/>
              <a:gd name="connsiteY152" fmla="*/ 48640 h 982498"/>
              <a:gd name="connsiteX153" fmla="*/ 428624 w 477264"/>
              <a:gd name="connsiteY153" fmla="*/ 24320 h 982498"/>
              <a:gd name="connsiteX154" fmla="*/ 452944 w 477264"/>
              <a:gd name="connsiteY154" fmla="*/ 0 h 982498"/>
              <a:gd name="connsiteX155" fmla="*/ 345788 w 477264"/>
              <a:gd name="connsiteY155" fmla="*/ 0 h 982498"/>
              <a:gd name="connsiteX156" fmla="*/ 370108 w 477264"/>
              <a:gd name="connsiteY156" fmla="*/ 24320 h 982498"/>
              <a:gd name="connsiteX157" fmla="*/ 345788 w 477264"/>
              <a:gd name="connsiteY157" fmla="*/ 48640 h 982498"/>
              <a:gd name="connsiteX158" fmla="*/ 321468 w 477264"/>
              <a:gd name="connsiteY158" fmla="*/ 24320 h 982498"/>
              <a:gd name="connsiteX159" fmla="*/ 345788 w 477264"/>
              <a:gd name="connsiteY159" fmla="*/ 0 h 982498"/>
              <a:gd name="connsiteX160" fmla="*/ 238632 w 477264"/>
              <a:gd name="connsiteY160" fmla="*/ 0 h 982498"/>
              <a:gd name="connsiteX161" fmla="*/ 262952 w 477264"/>
              <a:gd name="connsiteY161" fmla="*/ 24320 h 982498"/>
              <a:gd name="connsiteX162" fmla="*/ 238632 w 477264"/>
              <a:gd name="connsiteY162" fmla="*/ 48640 h 982498"/>
              <a:gd name="connsiteX163" fmla="*/ 214312 w 477264"/>
              <a:gd name="connsiteY163" fmla="*/ 24320 h 982498"/>
              <a:gd name="connsiteX164" fmla="*/ 238632 w 477264"/>
              <a:gd name="connsiteY164" fmla="*/ 0 h 982498"/>
              <a:gd name="connsiteX165" fmla="*/ 131476 w 477264"/>
              <a:gd name="connsiteY165" fmla="*/ 0 h 982498"/>
              <a:gd name="connsiteX166" fmla="*/ 155796 w 477264"/>
              <a:gd name="connsiteY166" fmla="*/ 24320 h 982498"/>
              <a:gd name="connsiteX167" fmla="*/ 131476 w 477264"/>
              <a:gd name="connsiteY167" fmla="*/ 48640 h 982498"/>
              <a:gd name="connsiteX168" fmla="*/ 107156 w 477264"/>
              <a:gd name="connsiteY168" fmla="*/ 24320 h 982498"/>
              <a:gd name="connsiteX169" fmla="*/ 131476 w 477264"/>
              <a:gd name="connsiteY169" fmla="*/ 0 h 982498"/>
              <a:gd name="connsiteX170" fmla="*/ 24320 w 477264"/>
              <a:gd name="connsiteY170" fmla="*/ 0 h 982498"/>
              <a:gd name="connsiteX171" fmla="*/ 48640 w 477264"/>
              <a:gd name="connsiteY171" fmla="*/ 24320 h 982498"/>
              <a:gd name="connsiteX172" fmla="*/ 24320 w 477264"/>
              <a:gd name="connsiteY172" fmla="*/ 48640 h 982498"/>
              <a:gd name="connsiteX173" fmla="*/ 0 w 477264"/>
              <a:gd name="connsiteY173" fmla="*/ 24320 h 982498"/>
              <a:gd name="connsiteX174" fmla="*/ 24320 w 477264"/>
              <a:gd name="connsiteY174" fmla="*/ 0 h 9824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Lst>
            <a:rect l="l" t="t" r="r" b="b"/>
            <a:pathLst>
              <a:path w="477264" h="982498">
                <a:moveTo>
                  <a:pt x="452944" y="933858"/>
                </a:moveTo>
                <a:cubicBezTo>
                  <a:pt x="466376" y="933858"/>
                  <a:pt x="477264" y="944746"/>
                  <a:pt x="477264" y="958178"/>
                </a:cubicBezTo>
                <a:cubicBezTo>
                  <a:pt x="477264" y="971610"/>
                  <a:pt x="466376" y="982498"/>
                  <a:pt x="452944" y="982498"/>
                </a:cubicBezTo>
                <a:cubicBezTo>
                  <a:pt x="439512" y="982498"/>
                  <a:pt x="428624" y="971610"/>
                  <a:pt x="428624" y="958178"/>
                </a:cubicBezTo>
                <a:cubicBezTo>
                  <a:pt x="428624" y="944746"/>
                  <a:pt x="439512" y="933858"/>
                  <a:pt x="452944" y="933858"/>
                </a:cubicBezTo>
                <a:close/>
                <a:moveTo>
                  <a:pt x="345788" y="933858"/>
                </a:moveTo>
                <a:cubicBezTo>
                  <a:pt x="359220" y="933858"/>
                  <a:pt x="370108" y="944746"/>
                  <a:pt x="370108" y="958178"/>
                </a:cubicBezTo>
                <a:cubicBezTo>
                  <a:pt x="370108" y="971610"/>
                  <a:pt x="359220" y="982498"/>
                  <a:pt x="345788" y="982498"/>
                </a:cubicBezTo>
                <a:cubicBezTo>
                  <a:pt x="332356" y="982498"/>
                  <a:pt x="321468" y="971610"/>
                  <a:pt x="321468" y="958178"/>
                </a:cubicBezTo>
                <a:cubicBezTo>
                  <a:pt x="321468" y="944746"/>
                  <a:pt x="332356" y="933858"/>
                  <a:pt x="345788" y="933858"/>
                </a:cubicBezTo>
                <a:close/>
                <a:moveTo>
                  <a:pt x="238632" y="933858"/>
                </a:moveTo>
                <a:cubicBezTo>
                  <a:pt x="252064" y="933858"/>
                  <a:pt x="262952" y="944746"/>
                  <a:pt x="262952" y="958178"/>
                </a:cubicBezTo>
                <a:cubicBezTo>
                  <a:pt x="262952" y="971610"/>
                  <a:pt x="252064" y="982498"/>
                  <a:pt x="238632" y="982498"/>
                </a:cubicBezTo>
                <a:cubicBezTo>
                  <a:pt x="225200" y="982498"/>
                  <a:pt x="214312" y="971610"/>
                  <a:pt x="214312" y="958178"/>
                </a:cubicBezTo>
                <a:cubicBezTo>
                  <a:pt x="214312" y="944746"/>
                  <a:pt x="225200" y="933858"/>
                  <a:pt x="238632" y="933858"/>
                </a:cubicBezTo>
                <a:close/>
                <a:moveTo>
                  <a:pt x="131476" y="933858"/>
                </a:moveTo>
                <a:cubicBezTo>
                  <a:pt x="144908" y="933858"/>
                  <a:pt x="155796" y="944746"/>
                  <a:pt x="155796" y="958178"/>
                </a:cubicBezTo>
                <a:cubicBezTo>
                  <a:pt x="155796" y="971610"/>
                  <a:pt x="144908" y="982498"/>
                  <a:pt x="131476" y="982498"/>
                </a:cubicBezTo>
                <a:cubicBezTo>
                  <a:pt x="118044" y="982498"/>
                  <a:pt x="107156" y="971610"/>
                  <a:pt x="107156" y="958178"/>
                </a:cubicBezTo>
                <a:cubicBezTo>
                  <a:pt x="107156" y="944746"/>
                  <a:pt x="118044" y="933858"/>
                  <a:pt x="131476" y="933858"/>
                </a:cubicBezTo>
                <a:close/>
                <a:moveTo>
                  <a:pt x="24320" y="933858"/>
                </a:moveTo>
                <a:cubicBezTo>
                  <a:pt x="37752" y="933858"/>
                  <a:pt x="48640" y="944746"/>
                  <a:pt x="48640" y="958178"/>
                </a:cubicBezTo>
                <a:cubicBezTo>
                  <a:pt x="48640" y="971610"/>
                  <a:pt x="37752" y="982498"/>
                  <a:pt x="24320" y="982498"/>
                </a:cubicBezTo>
                <a:cubicBezTo>
                  <a:pt x="10888" y="982498"/>
                  <a:pt x="0" y="971610"/>
                  <a:pt x="0" y="958178"/>
                </a:cubicBezTo>
                <a:cubicBezTo>
                  <a:pt x="0" y="944746"/>
                  <a:pt x="10888" y="933858"/>
                  <a:pt x="24320" y="933858"/>
                </a:cubicBezTo>
                <a:close/>
                <a:moveTo>
                  <a:pt x="452944" y="778215"/>
                </a:moveTo>
                <a:cubicBezTo>
                  <a:pt x="466376" y="778215"/>
                  <a:pt x="477264" y="789103"/>
                  <a:pt x="477264" y="802535"/>
                </a:cubicBezTo>
                <a:cubicBezTo>
                  <a:pt x="477264" y="815967"/>
                  <a:pt x="466376" y="826855"/>
                  <a:pt x="452944" y="826855"/>
                </a:cubicBezTo>
                <a:cubicBezTo>
                  <a:pt x="439512" y="826855"/>
                  <a:pt x="428624" y="815967"/>
                  <a:pt x="428624" y="802535"/>
                </a:cubicBezTo>
                <a:cubicBezTo>
                  <a:pt x="428624" y="789103"/>
                  <a:pt x="439512" y="778215"/>
                  <a:pt x="452944" y="778215"/>
                </a:cubicBezTo>
                <a:close/>
                <a:moveTo>
                  <a:pt x="345788" y="778215"/>
                </a:moveTo>
                <a:cubicBezTo>
                  <a:pt x="359220" y="778215"/>
                  <a:pt x="370108" y="789103"/>
                  <a:pt x="370108" y="802535"/>
                </a:cubicBezTo>
                <a:cubicBezTo>
                  <a:pt x="370108" y="815967"/>
                  <a:pt x="359220" y="826855"/>
                  <a:pt x="345788" y="826855"/>
                </a:cubicBezTo>
                <a:cubicBezTo>
                  <a:pt x="332356" y="826855"/>
                  <a:pt x="321468" y="815967"/>
                  <a:pt x="321468" y="802535"/>
                </a:cubicBezTo>
                <a:cubicBezTo>
                  <a:pt x="321468" y="789103"/>
                  <a:pt x="332356" y="778215"/>
                  <a:pt x="345788" y="778215"/>
                </a:cubicBezTo>
                <a:close/>
                <a:moveTo>
                  <a:pt x="238632" y="778215"/>
                </a:moveTo>
                <a:cubicBezTo>
                  <a:pt x="252064" y="778215"/>
                  <a:pt x="262952" y="789103"/>
                  <a:pt x="262952" y="802535"/>
                </a:cubicBezTo>
                <a:cubicBezTo>
                  <a:pt x="262952" y="815967"/>
                  <a:pt x="252064" y="826855"/>
                  <a:pt x="238632" y="826855"/>
                </a:cubicBezTo>
                <a:cubicBezTo>
                  <a:pt x="225200" y="826855"/>
                  <a:pt x="214312" y="815967"/>
                  <a:pt x="214312" y="802535"/>
                </a:cubicBezTo>
                <a:cubicBezTo>
                  <a:pt x="214312" y="789103"/>
                  <a:pt x="225200" y="778215"/>
                  <a:pt x="238632" y="778215"/>
                </a:cubicBezTo>
                <a:close/>
                <a:moveTo>
                  <a:pt x="131476" y="778215"/>
                </a:moveTo>
                <a:cubicBezTo>
                  <a:pt x="144908" y="778215"/>
                  <a:pt x="155796" y="789103"/>
                  <a:pt x="155796" y="802535"/>
                </a:cubicBezTo>
                <a:cubicBezTo>
                  <a:pt x="155796" y="815967"/>
                  <a:pt x="144908" y="826855"/>
                  <a:pt x="131476" y="826855"/>
                </a:cubicBezTo>
                <a:cubicBezTo>
                  <a:pt x="118044" y="826855"/>
                  <a:pt x="107156" y="815967"/>
                  <a:pt x="107156" y="802535"/>
                </a:cubicBezTo>
                <a:cubicBezTo>
                  <a:pt x="107156" y="789103"/>
                  <a:pt x="118044" y="778215"/>
                  <a:pt x="131476" y="778215"/>
                </a:cubicBezTo>
                <a:close/>
                <a:moveTo>
                  <a:pt x="24320" y="778215"/>
                </a:moveTo>
                <a:cubicBezTo>
                  <a:pt x="37752" y="778215"/>
                  <a:pt x="48640" y="789103"/>
                  <a:pt x="48640" y="802535"/>
                </a:cubicBezTo>
                <a:cubicBezTo>
                  <a:pt x="48640" y="815967"/>
                  <a:pt x="37752" y="826855"/>
                  <a:pt x="24320" y="826855"/>
                </a:cubicBezTo>
                <a:cubicBezTo>
                  <a:pt x="10888" y="826855"/>
                  <a:pt x="0" y="815967"/>
                  <a:pt x="0" y="802535"/>
                </a:cubicBezTo>
                <a:cubicBezTo>
                  <a:pt x="0" y="789103"/>
                  <a:pt x="10888" y="778215"/>
                  <a:pt x="24320" y="778215"/>
                </a:cubicBezTo>
                <a:close/>
                <a:moveTo>
                  <a:pt x="452944" y="622572"/>
                </a:moveTo>
                <a:cubicBezTo>
                  <a:pt x="466376" y="622572"/>
                  <a:pt x="477264" y="633460"/>
                  <a:pt x="477264" y="646892"/>
                </a:cubicBezTo>
                <a:cubicBezTo>
                  <a:pt x="477264" y="660324"/>
                  <a:pt x="466376" y="671212"/>
                  <a:pt x="452944" y="671212"/>
                </a:cubicBezTo>
                <a:cubicBezTo>
                  <a:pt x="439512" y="671212"/>
                  <a:pt x="428624" y="660324"/>
                  <a:pt x="428624" y="646892"/>
                </a:cubicBezTo>
                <a:cubicBezTo>
                  <a:pt x="428624" y="633460"/>
                  <a:pt x="439512" y="622572"/>
                  <a:pt x="452944" y="622572"/>
                </a:cubicBezTo>
                <a:close/>
                <a:moveTo>
                  <a:pt x="345788" y="622572"/>
                </a:moveTo>
                <a:cubicBezTo>
                  <a:pt x="359220" y="622572"/>
                  <a:pt x="370108" y="633460"/>
                  <a:pt x="370108" y="646892"/>
                </a:cubicBezTo>
                <a:cubicBezTo>
                  <a:pt x="370108" y="660324"/>
                  <a:pt x="359220" y="671212"/>
                  <a:pt x="345788" y="671212"/>
                </a:cubicBezTo>
                <a:cubicBezTo>
                  <a:pt x="332356" y="671212"/>
                  <a:pt x="321468" y="660324"/>
                  <a:pt x="321468" y="646892"/>
                </a:cubicBezTo>
                <a:cubicBezTo>
                  <a:pt x="321468" y="633460"/>
                  <a:pt x="332356" y="622572"/>
                  <a:pt x="345788" y="622572"/>
                </a:cubicBezTo>
                <a:close/>
                <a:moveTo>
                  <a:pt x="238632" y="622572"/>
                </a:moveTo>
                <a:cubicBezTo>
                  <a:pt x="252064" y="622572"/>
                  <a:pt x="262952" y="633460"/>
                  <a:pt x="262952" y="646892"/>
                </a:cubicBezTo>
                <a:cubicBezTo>
                  <a:pt x="262952" y="660324"/>
                  <a:pt x="252064" y="671212"/>
                  <a:pt x="238632" y="671212"/>
                </a:cubicBezTo>
                <a:cubicBezTo>
                  <a:pt x="225200" y="671212"/>
                  <a:pt x="214312" y="660324"/>
                  <a:pt x="214312" y="646892"/>
                </a:cubicBezTo>
                <a:cubicBezTo>
                  <a:pt x="214312" y="633460"/>
                  <a:pt x="225200" y="622572"/>
                  <a:pt x="238632" y="622572"/>
                </a:cubicBezTo>
                <a:close/>
                <a:moveTo>
                  <a:pt x="131476" y="622572"/>
                </a:moveTo>
                <a:cubicBezTo>
                  <a:pt x="144908" y="622572"/>
                  <a:pt x="155796" y="633460"/>
                  <a:pt x="155796" y="646892"/>
                </a:cubicBezTo>
                <a:cubicBezTo>
                  <a:pt x="155796" y="660324"/>
                  <a:pt x="144908" y="671212"/>
                  <a:pt x="131476" y="671212"/>
                </a:cubicBezTo>
                <a:cubicBezTo>
                  <a:pt x="118044" y="671212"/>
                  <a:pt x="107156" y="660324"/>
                  <a:pt x="107156" y="646892"/>
                </a:cubicBezTo>
                <a:cubicBezTo>
                  <a:pt x="107156" y="633460"/>
                  <a:pt x="118044" y="622572"/>
                  <a:pt x="131476" y="622572"/>
                </a:cubicBezTo>
                <a:close/>
                <a:moveTo>
                  <a:pt x="24320" y="622572"/>
                </a:moveTo>
                <a:cubicBezTo>
                  <a:pt x="37752" y="622572"/>
                  <a:pt x="48640" y="633460"/>
                  <a:pt x="48640" y="646892"/>
                </a:cubicBezTo>
                <a:cubicBezTo>
                  <a:pt x="48640" y="660324"/>
                  <a:pt x="37752" y="671212"/>
                  <a:pt x="24320" y="671212"/>
                </a:cubicBezTo>
                <a:cubicBezTo>
                  <a:pt x="10888" y="671212"/>
                  <a:pt x="0" y="660324"/>
                  <a:pt x="0" y="646892"/>
                </a:cubicBezTo>
                <a:cubicBezTo>
                  <a:pt x="0" y="633460"/>
                  <a:pt x="10888" y="622572"/>
                  <a:pt x="24320" y="622572"/>
                </a:cubicBezTo>
                <a:close/>
                <a:moveTo>
                  <a:pt x="24320" y="466929"/>
                </a:moveTo>
                <a:cubicBezTo>
                  <a:pt x="37752" y="466929"/>
                  <a:pt x="48640" y="477817"/>
                  <a:pt x="48640" y="491249"/>
                </a:cubicBezTo>
                <a:cubicBezTo>
                  <a:pt x="48640" y="504681"/>
                  <a:pt x="37752" y="515569"/>
                  <a:pt x="24320" y="515569"/>
                </a:cubicBezTo>
                <a:cubicBezTo>
                  <a:pt x="10888" y="515569"/>
                  <a:pt x="0" y="504681"/>
                  <a:pt x="0" y="491249"/>
                </a:cubicBezTo>
                <a:cubicBezTo>
                  <a:pt x="0" y="477817"/>
                  <a:pt x="10888" y="466929"/>
                  <a:pt x="24320" y="466929"/>
                </a:cubicBezTo>
                <a:close/>
                <a:moveTo>
                  <a:pt x="131476" y="466929"/>
                </a:moveTo>
                <a:cubicBezTo>
                  <a:pt x="144908" y="466929"/>
                  <a:pt x="155796" y="477817"/>
                  <a:pt x="155796" y="491249"/>
                </a:cubicBezTo>
                <a:cubicBezTo>
                  <a:pt x="155796" y="504681"/>
                  <a:pt x="144908" y="515569"/>
                  <a:pt x="131476" y="515569"/>
                </a:cubicBezTo>
                <a:cubicBezTo>
                  <a:pt x="118044" y="515569"/>
                  <a:pt x="107156" y="504681"/>
                  <a:pt x="107156" y="491249"/>
                </a:cubicBezTo>
                <a:cubicBezTo>
                  <a:pt x="107156" y="477817"/>
                  <a:pt x="118044" y="466929"/>
                  <a:pt x="131476" y="466929"/>
                </a:cubicBezTo>
                <a:close/>
                <a:moveTo>
                  <a:pt x="238632" y="466929"/>
                </a:moveTo>
                <a:cubicBezTo>
                  <a:pt x="252064" y="466929"/>
                  <a:pt x="262952" y="477817"/>
                  <a:pt x="262952" y="491249"/>
                </a:cubicBezTo>
                <a:cubicBezTo>
                  <a:pt x="262952" y="504681"/>
                  <a:pt x="252064" y="515569"/>
                  <a:pt x="238632" y="515569"/>
                </a:cubicBezTo>
                <a:cubicBezTo>
                  <a:pt x="225200" y="515569"/>
                  <a:pt x="214312" y="504681"/>
                  <a:pt x="214312" y="491249"/>
                </a:cubicBezTo>
                <a:cubicBezTo>
                  <a:pt x="214312" y="477817"/>
                  <a:pt x="225200" y="466929"/>
                  <a:pt x="238632" y="466929"/>
                </a:cubicBezTo>
                <a:close/>
                <a:moveTo>
                  <a:pt x="345788" y="466929"/>
                </a:moveTo>
                <a:cubicBezTo>
                  <a:pt x="359220" y="466929"/>
                  <a:pt x="370108" y="477817"/>
                  <a:pt x="370108" y="491249"/>
                </a:cubicBezTo>
                <a:cubicBezTo>
                  <a:pt x="370108" y="504681"/>
                  <a:pt x="359220" y="515569"/>
                  <a:pt x="345788" y="515569"/>
                </a:cubicBezTo>
                <a:cubicBezTo>
                  <a:pt x="332356" y="515569"/>
                  <a:pt x="321468" y="504681"/>
                  <a:pt x="321468" y="491249"/>
                </a:cubicBezTo>
                <a:cubicBezTo>
                  <a:pt x="321468" y="477817"/>
                  <a:pt x="332356" y="466929"/>
                  <a:pt x="345788" y="466929"/>
                </a:cubicBezTo>
                <a:close/>
                <a:moveTo>
                  <a:pt x="452944" y="466929"/>
                </a:moveTo>
                <a:cubicBezTo>
                  <a:pt x="466376" y="466929"/>
                  <a:pt x="477264" y="477817"/>
                  <a:pt x="477264" y="491249"/>
                </a:cubicBezTo>
                <a:cubicBezTo>
                  <a:pt x="477264" y="504681"/>
                  <a:pt x="466376" y="515569"/>
                  <a:pt x="452944" y="515569"/>
                </a:cubicBezTo>
                <a:cubicBezTo>
                  <a:pt x="439512" y="515569"/>
                  <a:pt x="428624" y="504681"/>
                  <a:pt x="428624" y="491249"/>
                </a:cubicBezTo>
                <a:cubicBezTo>
                  <a:pt x="428624" y="477817"/>
                  <a:pt x="439512" y="466929"/>
                  <a:pt x="452944" y="466929"/>
                </a:cubicBezTo>
                <a:close/>
                <a:moveTo>
                  <a:pt x="24320" y="311287"/>
                </a:moveTo>
                <a:cubicBezTo>
                  <a:pt x="37752" y="311287"/>
                  <a:pt x="48640" y="322175"/>
                  <a:pt x="48640" y="335607"/>
                </a:cubicBezTo>
                <a:cubicBezTo>
                  <a:pt x="48640" y="349038"/>
                  <a:pt x="37752" y="359926"/>
                  <a:pt x="24320" y="359926"/>
                </a:cubicBezTo>
                <a:cubicBezTo>
                  <a:pt x="10888" y="359926"/>
                  <a:pt x="0" y="349038"/>
                  <a:pt x="0" y="335607"/>
                </a:cubicBezTo>
                <a:cubicBezTo>
                  <a:pt x="0" y="322175"/>
                  <a:pt x="10888" y="311287"/>
                  <a:pt x="24320" y="311287"/>
                </a:cubicBezTo>
                <a:close/>
                <a:moveTo>
                  <a:pt x="131476" y="311286"/>
                </a:moveTo>
                <a:cubicBezTo>
                  <a:pt x="144908" y="311286"/>
                  <a:pt x="155796" y="322174"/>
                  <a:pt x="155796" y="335606"/>
                </a:cubicBezTo>
                <a:cubicBezTo>
                  <a:pt x="155796" y="349038"/>
                  <a:pt x="144908" y="359926"/>
                  <a:pt x="131476" y="359926"/>
                </a:cubicBezTo>
                <a:cubicBezTo>
                  <a:pt x="118044" y="359926"/>
                  <a:pt x="107156" y="349038"/>
                  <a:pt x="107156" y="335606"/>
                </a:cubicBezTo>
                <a:cubicBezTo>
                  <a:pt x="107156" y="322174"/>
                  <a:pt x="118044" y="311286"/>
                  <a:pt x="131476" y="311286"/>
                </a:cubicBezTo>
                <a:close/>
                <a:moveTo>
                  <a:pt x="238632" y="311286"/>
                </a:moveTo>
                <a:cubicBezTo>
                  <a:pt x="252064" y="311286"/>
                  <a:pt x="262952" y="322174"/>
                  <a:pt x="262952" y="335606"/>
                </a:cubicBezTo>
                <a:cubicBezTo>
                  <a:pt x="262952" y="349038"/>
                  <a:pt x="252064" y="359926"/>
                  <a:pt x="238632" y="359926"/>
                </a:cubicBezTo>
                <a:cubicBezTo>
                  <a:pt x="225200" y="359926"/>
                  <a:pt x="214312" y="349038"/>
                  <a:pt x="214312" y="335606"/>
                </a:cubicBezTo>
                <a:cubicBezTo>
                  <a:pt x="214312" y="322174"/>
                  <a:pt x="225200" y="311286"/>
                  <a:pt x="238632" y="311286"/>
                </a:cubicBezTo>
                <a:close/>
                <a:moveTo>
                  <a:pt x="345788" y="311286"/>
                </a:moveTo>
                <a:cubicBezTo>
                  <a:pt x="359220" y="311286"/>
                  <a:pt x="370108" y="322174"/>
                  <a:pt x="370108" y="335606"/>
                </a:cubicBezTo>
                <a:cubicBezTo>
                  <a:pt x="370108" y="349038"/>
                  <a:pt x="359220" y="359926"/>
                  <a:pt x="345788" y="359926"/>
                </a:cubicBezTo>
                <a:cubicBezTo>
                  <a:pt x="332356" y="359926"/>
                  <a:pt x="321468" y="349038"/>
                  <a:pt x="321468" y="335606"/>
                </a:cubicBezTo>
                <a:cubicBezTo>
                  <a:pt x="321468" y="322174"/>
                  <a:pt x="332356" y="311286"/>
                  <a:pt x="345788" y="311286"/>
                </a:cubicBezTo>
                <a:close/>
                <a:moveTo>
                  <a:pt x="452944" y="311286"/>
                </a:moveTo>
                <a:cubicBezTo>
                  <a:pt x="466376" y="311286"/>
                  <a:pt x="477264" y="322174"/>
                  <a:pt x="477264" y="335606"/>
                </a:cubicBezTo>
                <a:cubicBezTo>
                  <a:pt x="477264" y="349038"/>
                  <a:pt x="466376" y="359926"/>
                  <a:pt x="452944" y="359926"/>
                </a:cubicBezTo>
                <a:cubicBezTo>
                  <a:pt x="439512" y="359926"/>
                  <a:pt x="428624" y="349038"/>
                  <a:pt x="428624" y="335606"/>
                </a:cubicBezTo>
                <a:cubicBezTo>
                  <a:pt x="428624" y="322174"/>
                  <a:pt x="439512" y="311286"/>
                  <a:pt x="452944" y="311286"/>
                </a:cubicBezTo>
                <a:close/>
                <a:moveTo>
                  <a:pt x="24320" y="155643"/>
                </a:moveTo>
                <a:cubicBezTo>
                  <a:pt x="37752" y="155643"/>
                  <a:pt x="48640" y="166531"/>
                  <a:pt x="48640" y="179963"/>
                </a:cubicBezTo>
                <a:cubicBezTo>
                  <a:pt x="48640" y="193395"/>
                  <a:pt x="37752" y="204283"/>
                  <a:pt x="24320" y="204283"/>
                </a:cubicBezTo>
                <a:cubicBezTo>
                  <a:pt x="10888" y="204283"/>
                  <a:pt x="0" y="193395"/>
                  <a:pt x="0" y="179963"/>
                </a:cubicBezTo>
                <a:cubicBezTo>
                  <a:pt x="0" y="166531"/>
                  <a:pt x="10888" y="155643"/>
                  <a:pt x="24320" y="155643"/>
                </a:cubicBezTo>
                <a:close/>
                <a:moveTo>
                  <a:pt x="131476" y="155643"/>
                </a:moveTo>
                <a:cubicBezTo>
                  <a:pt x="144908" y="155643"/>
                  <a:pt x="155796" y="166531"/>
                  <a:pt x="155796" y="179963"/>
                </a:cubicBezTo>
                <a:cubicBezTo>
                  <a:pt x="155796" y="193395"/>
                  <a:pt x="144908" y="204283"/>
                  <a:pt x="131476" y="204283"/>
                </a:cubicBezTo>
                <a:cubicBezTo>
                  <a:pt x="118044" y="204283"/>
                  <a:pt x="107156" y="193395"/>
                  <a:pt x="107156" y="179963"/>
                </a:cubicBezTo>
                <a:cubicBezTo>
                  <a:pt x="107156" y="166531"/>
                  <a:pt x="118044" y="155643"/>
                  <a:pt x="131476" y="155643"/>
                </a:cubicBezTo>
                <a:close/>
                <a:moveTo>
                  <a:pt x="238632" y="155643"/>
                </a:moveTo>
                <a:cubicBezTo>
                  <a:pt x="252064" y="155643"/>
                  <a:pt x="262952" y="166531"/>
                  <a:pt x="262952" y="179963"/>
                </a:cubicBezTo>
                <a:cubicBezTo>
                  <a:pt x="262952" y="193395"/>
                  <a:pt x="252064" y="204283"/>
                  <a:pt x="238632" y="204283"/>
                </a:cubicBezTo>
                <a:cubicBezTo>
                  <a:pt x="225200" y="204283"/>
                  <a:pt x="214312" y="193395"/>
                  <a:pt x="214312" y="179963"/>
                </a:cubicBezTo>
                <a:cubicBezTo>
                  <a:pt x="214312" y="166531"/>
                  <a:pt x="225200" y="155643"/>
                  <a:pt x="238632" y="155643"/>
                </a:cubicBezTo>
                <a:close/>
                <a:moveTo>
                  <a:pt x="345788" y="155643"/>
                </a:moveTo>
                <a:cubicBezTo>
                  <a:pt x="359220" y="155643"/>
                  <a:pt x="370108" y="166531"/>
                  <a:pt x="370108" y="179963"/>
                </a:cubicBezTo>
                <a:cubicBezTo>
                  <a:pt x="370108" y="193395"/>
                  <a:pt x="359220" y="204283"/>
                  <a:pt x="345788" y="204283"/>
                </a:cubicBezTo>
                <a:cubicBezTo>
                  <a:pt x="332356" y="204283"/>
                  <a:pt x="321468" y="193395"/>
                  <a:pt x="321468" y="179963"/>
                </a:cubicBezTo>
                <a:cubicBezTo>
                  <a:pt x="321468" y="166531"/>
                  <a:pt x="332356" y="155643"/>
                  <a:pt x="345788" y="155643"/>
                </a:cubicBezTo>
                <a:close/>
                <a:moveTo>
                  <a:pt x="452944" y="155643"/>
                </a:moveTo>
                <a:cubicBezTo>
                  <a:pt x="466376" y="155643"/>
                  <a:pt x="477264" y="166531"/>
                  <a:pt x="477264" y="179963"/>
                </a:cubicBezTo>
                <a:cubicBezTo>
                  <a:pt x="477264" y="193395"/>
                  <a:pt x="466376" y="204283"/>
                  <a:pt x="452944" y="204283"/>
                </a:cubicBezTo>
                <a:cubicBezTo>
                  <a:pt x="439512" y="204283"/>
                  <a:pt x="428624" y="193395"/>
                  <a:pt x="428624" y="179963"/>
                </a:cubicBezTo>
                <a:cubicBezTo>
                  <a:pt x="428624" y="166531"/>
                  <a:pt x="439512" y="155643"/>
                  <a:pt x="452944" y="155643"/>
                </a:cubicBezTo>
                <a:close/>
                <a:moveTo>
                  <a:pt x="452944" y="0"/>
                </a:moveTo>
                <a:cubicBezTo>
                  <a:pt x="466376" y="0"/>
                  <a:pt x="477264" y="10888"/>
                  <a:pt x="477264" y="24320"/>
                </a:cubicBezTo>
                <a:cubicBezTo>
                  <a:pt x="477264" y="37752"/>
                  <a:pt x="466376" y="48640"/>
                  <a:pt x="452944" y="48640"/>
                </a:cubicBezTo>
                <a:cubicBezTo>
                  <a:pt x="439512" y="48640"/>
                  <a:pt x="428624" y="37752"/>
                  <a:pt x="428624" y="24320"/>
                </a:cubicBezTo>
                <a:cubicBezTo>
                  <a:pt x="428624" y="10888"/>
                  <a:pt x="439512" y="0"/>
                  <a:pt x="452944" y="0"/>
                </a:cubicBezTo>
                <a:close/>
                <a:moveTo>
                  <a:pt x="345788" y="0"/>
                </a:moveTo>
                <a:cubicBezTo>
                  <a:pt x="359220" y="0"/>
                  <a:pt x="370108" y="10888"/>
                  <a:pt x="370108" y="24320"/>
                </a:cubicBezTo>
                <a:cubicBezTo>
                  <a:pt x="370108" y="37752"/>
                  <a:pt x="359220" y="48640"/>
                  <a:pt x="345788" y="48640"/>
                </a:cubicBezTo>
                <a:cubicBezTo>
                  <a:pt x="332356" y="48640"/>
                  <a:pt x="321468" y="37752"/>
                  <a:pt x="321468" y="24320"/>
                </a:cubicBezTo>
                <a:cubicBezTo>
                  <a:pt x="321468" y="10888"/>
                  <a:pt x="332356" y="0"/>
                  <a:pt x="345788" y="0"/>
                </a:cubicBezTo>
                <a:close/>
                <a:moveTo>
                  <a:pt x="238632" y="0"/>
                </a:moveTo>
                <a:cubicBezTo>
                  <a:pt x="252064" y="0"/>
                  <a:pt x="262952" y="10888"/>
                  <a:pt x="262952" y="24320"/>
                </a:cubicBezTo>
                <a:cubicBezTo>
                  <a:pt x="262952" y="37752"/>
                  <a:pt x="252064" y="48640"/>
                  <a:pt x="238632" y="48640"/>
                </a:cubicBezTo>
                <a:cubicBezTo>
                  <a:pt x="225200" y="48640"/>
                  <a:pt x="214312" y="37752"/>
                  <a:pt x="214312" y="24320"/>
                </a:cubicBezTo>
                <a:cubicBezTo>
                  <a:pt x="214312" y="10888"/>
                  <a:pt x="225200" y="0"/>
                  <a:pt x="238632" y="0"/>
                </a:cubicBezTo>
                <a:close/>
                <a:moveTo>
                  <a:pt x="131476" y="0"/>
                </a:moveTo>
                <a:cubicBezTo>
                  <a:pt x="144908" y="0"/>
                  <a:pt x="155796" y="10888"/>
                  <a:pt x="155796" y="24320"/>
                </a:cubicBezTo>
                <a:cubicBezTo>
                  <a:pt x="155796" y="37752"/>
                  <a:pt x="144908" y="48640"/>
                  <a:pt x="131476" y="48640"/>
                </a:cubicBezTo>
                <a:cubicBezTo>
                  <a:pt x="118044" y="48640"/>
                  <a:pt x="107156" y="37752"/>
                  <a:pt x="107156" y="24320"/>
                </a:cubicBezTo>
                <a:cubicBezTo>
                  <a:pt x="107156" y="10888"/>
                  <a:pt x="118044" y="0"/>
                  <a:pt x="131476" y="0"/>
                </a:cubicBezTo>
                <a:close/>
                <a:moveTo>
                  <a:pt x="24320" y="0"/>
                </a:moveTo>
                <a:cubicBezTo>
                  <a:pt x="37752" y="0"/>
                  <a:pt x="48640" y="10888"/>
                  <a:pt x="48640" y="24320"/>
                </a:cubicBezTo>
                <a:cubicBezTo>
                  <a:pt x="48640" y="37752"/>
                  <a:pt x="37752" y="48640"/>
                  <a:pt x="24320" y="48640"/>
                </a:cubicBezTo>
                <a:cubicBezTo>
                  <a:pt x="10888" y="48640"/>
                  <a:pt x="0" y="37752"/>
                  <a:pt x="0" y="24320"/>
                </a:cubicBezTo>
                <a:cubicBezTo>
                  <a:pt x="0" y="10888"/>
                  <a:pt x="10888" y="0"/>
                  <a:pt x="24320" y="0"/>
                </a:cubicBezTo>
                <a:close/>
              </a:path>
            </a:pathLst>
          </a:custGeom>
          <a:gradFill flip="none" rotWithShape="1">
            <a:gsLst>
              <a:gs pos="0">
                <a:srgbClr val="FFFFFF"/>
              </a:gs>
              <a:gs pos="100000">
                <a:srgbClr val="FFFFFF">
                  <a:alpha val="0"/>
                </a:srgbClr>
              </a:gs>
            </a:gsLst>
            <a:lin ang="54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sp>
        <p:nvSpPr>
          <p:cNvPr id="26" name="任意多边形: 形状 25"/>
          <p:cNvSpPr/>
          <p:nvPr/>
        </p:nvSpPr>
        <p:spPr>
          <a:xfrm rot="16200000">
            <a:off x="761999" y="275919"/>
            <a:ext cx="344335" cy="708849"/>
          </a:xfrm>
          <a:custGeom>
            <a:avLst/>
            <a:gdLst>
              <a:gd name="connsiteX0" fmla="*/ 452944 w 477264"/>
              <a:gd name="connsiteY0" fmla="*/ 933858 h 982498"/>
              <a:gd name="connsiteX1" fmla="*/ 477264 w 477264"/>
              <a:gd name="connsiteY1" fmla="*/ 958178 h 982498"/>
              <a:gd name="connsiteX2" fmla="*/ 452944 w 477264"/>
              <a:gd name="connsiteY2" fmla="*/ 982498 h 982498"/>
              <a:gd name="connsiteX3" fmla="*/ 428624 w 477264"/>
              <a:gd name="connsiteY3" fmla="*/ 958178 h 982498"/>
              <a:gd name="connsiteX4" fmla="*/ 452944 w 477264"/>
              <a:gd name="connsiteY4" fmla="*/ 933858 h 982498"/>
              <a:gd name="connsiteX5" fmla="*/ 345788 w 477264"/>
              <a:gd name="connsiteY5" fmla="*/ 933858 h 982498"/>
              <a:gd name="connsiteX6" fmla="*/ 370108 w 477264"/>
              <a:gd name="connsiteY6" fmla="*/ 958178 h 982498"/>
              <a:gd name="connsiteX7" fmla="*/ 345788 w 477264"/>
              <a:gd name="connsiteY7" fmla="*/ 982498 h 982498"/>
              <a:gd name="connsiteX8" fmla="*/ 321468 w 477264"/>
              <a:gd name="connsiteY8" fmla="*/ 958178 h 982498"/>
              <a:gd name="connsiteX9" fmla="*/ 345788 w 477264"/>
              <a:gd name="connsiteY9" fmla="*/ 933858 h 982498"/>
              <a:gd name="connsiteX10" fmla="*/ 238632 w 477264"/>
              <a:gd name="connsiteY10" fmla="*/ 933858 h 982498"/>
              <a:gd name="connsiteX11" fmla="*/ 262952 w 477264"/>
              <a:gd name="connsiteY11" fmla="*/ 958178 h 982498"/>
              <a:gd name="connsiteX12" fmla="*/ 238632 w 477264"/>
              <a:gd name="connsiteY12" fmla="*/ 982498 h 982498"/>
              <a:gd name="connsiteX13" fmla="*/ 214312 w 477264"/>
              <a:gd name="connsiteY13" fmla="*/ 958178 h 982498"/>
              <a:gd name="connsiteX14" fmla="*/ 238632 w 477264"/>
              <a:gd name="connsiteY14" fmla="*/ 933858 h 982498"/>
              <a:gd name="connsiteX15" fmla="*/ 131476 w 477264"/>
              <a:gd name="connsiteY15" fmla="*/ 933858 h 982498"/>
              <a:gd name="connsiteX16" fmla="*/ 155796 w 477264"/>
              <a:gd name="connsiteY16" fmla="*/ 958178 h 982498"/>
              <a:gd name="connsiteX17" fmla="*/ 131476 w 477264"/>
              <a:gd name="connsiteY17" fmla="*/ 982498 h 982498"/>
              <a:gd name="connsiteX18" fmla="*/ 107156 w 477264"/>
              <a:gd name="connsiteY18" fmla="*/ 958178 h 982498"/>
              <a:gd name="connsiteX19" fmla="*/ 131476 w 477264"/>
              <a:gd name="connsiteY19" fmla="*/ 933858 h 982498"/>
              <a:gd name="connsiteX20" fmla="*/ 24320 w 477264"/>
              <a:gd name="connsiteY20" fmla="*/ 933858 h 982498"/>
              <a:gd name="connsiteX21" fmla="*/ 48640 w 477264"/>
              <a:gd name="connsiteY21" fmla="*/ 958178 h 982498"/>
              <a:gd name="connsiteX22" fmla="*/ 24320 w 477264"/>
              <a:gd name="connsiteY22" fmla="*/ 982498 h 982498"/>
              <a:gd name="connsiteX23" fmla="*/ 0 w 477264"/>
              <a:gd name="connsiteY23" fmla="*/ 958178 h 982498"/>
              <a:gd name="connsiteX24" fmla="*/ 24320 w 477264"/>
              <a:gd name="connsiteY24" fmla="*/ 933858 h 982498"/>
              <a:gd name="connsiteX25" fmla="*/ 452944 w 477264"/>
              <a:gd name="connsiteY25" fmla="*/ 778215 h 982498"/>
              <a:gd name="connsiteX26" fmla="*/ 477264 w 477264"/>
              <a:gd name="connsiteY26" fmla="*/ 802535 h 982498"/>
              <a:gd name="connsiteX27" fmla="*/ 452944 w 477264"/>
              <a:gd name="connsiteY27" fmla="*/ 826855 h 982498"/>
              <a:gd name="connsiteX28" fmla="*/ 428624 w 477264"/>
              <a:gd name="connsiteY28" fmla="*/ 802535 h 982498"/>
              <a:gd name="connsiteX29" fmla="*/ 452944 w 477264"/>
              <a:gd name="connsiteY29" fmla="*/ 778215 h 982498"/>
              <a:gd name="connsiteX30" fmla="*/ 345788 w 477264"/>
              <a:gd name="connsiteY30" fmla="*/ 778215 h 982498"/>
              <a:gd name="connsiteX31" fmla="*/ 370108 w 477264"/>
              <a:gd name="connsiteY31" fmla="*/ 802535 h 982498"/>
              <a:gd name="connsiteX32" fmla="*/ 345788 w 477264"/>
              <a:gd name="connsiteY32" fmla="*/ 826855 h 982498"/>
              <a:gd name="connsiteX33" fmla="*/ 321468 w 477264"/>
              <a:gd name="connsiteY33" fmla="*/ 802535 h 982498"/>
              <a:gd name="connsiteX34" fmla="*/ 345788 w 477264"/>
              <a:gd name="connsiteY34" fmla="*/ 778215 h 982498"/>
              <a:gd name="connsiteX35" fmla="*/ 238632 w 477264"/>
              <a:gd name="connsiteY35" fmla="*/ 778215 h 982498"/>
              <a:gd name="connsiteX36" fmla="*/ 262952 w 477264"/>
              <a:gd name="connsiteY36" fmla="*/ 802535 h 982498"/>
              <a:gd name="connsiteX37" fmla="*/ 238632 w 477264"/>
              <a:gd name="connsiteY37" fmla="*/ 826855 h 982498"/>
              <a:gd name="connsiteX38" fmla="*/ 214312 w 477264"/>
              <a:gd name="connsiteY38" fmla="*/ 802535 h 982498"/>
              <a:gd name="connsiteX39" fmla="*/ 238632 w 477264"/>
              <a:gd name="connsiteY39" fmla="*/ 778215 h 982498"/>
              <a:gd name="connsiteX40" fmla="*/ 131476 w 477264"/>
              <a:gd name="connsiteY40" fmla="*/ 778215 h 982498"/>
              <a:gd name="connsiteX41" fmla="*/ 155796 w 477264"/>
              <a:gd name="connsiteY41" fmla="*/ 802535 h 982498"/>
              <a:gd name="connsiteX42" fmla="*/ 131476 w 477264"/>
              <a:gd name="connsiteY42" fmla="*/ 826855 h 982498"/>
              <a:gd name="connsiteX43" fmla="*/ 107156 w 477264"/>
              <a:gd name="connsiteY43" fmla="*/ 802535 h 982498"/>
              <a:gd name="connsiteX44" fmla="*/ 131476 w 477264"/>
              <a:gd name="connsiteY44" fmla="*/ 778215 h 982498"/>
              <a:gd name="connsiteX45" fmla="*/ 24320 w 477264"/>
              <a:gd name="connsiteY45" fmla="*/ 778215 h 982498"/>
              <a:gd name="connsiteX46" fmla="*/ 48640 w 477264"/>
              <a:gd name="connsiteY46" fmla="*/ 802535 h 982498"/>
              <a:gd name="connsiteX47" fmla="*/ 24320 w 477264"/>
              <a:gd name="connsiteY47" fmla="*/ 826855 h 982498"/>
              <a:gd name="connsiteX48" fmla="*/ 0 w 477264"/>
              <a:gd name="connsiteY48" fmla="*/ 802535 h 982498"/>
              <a:gd name="connsiteX49" fmla="*/ 24320 w 477264"/>
              <a:gd name="connsiteY49" fmla="*/ 778215 h 982498"/>
              <a:gd name="connsiteX50" fmla="*/ 452944 w 477264"/>
              <a:gd name="connsiteY50" fmla="*/ 622572 h 982498"/>
              <a:gd name="connsiteX51" fmla="*/ 477264 w 477264"/>
              <a:gd name="connsiteY51" fmla="*/ 646892 h 982498"/>
              <a:gd name="connsiteX52" fmla="*/ 452944 w 477264"/>
              <a:gd name="connsiteY52" fmla="*/ 671212 h 982498"/>
              <a:gd name="connsiteX53" fmla="*/ 428624 w 477264"/>
              <a:gd name="connsiteY53" fmla="*/ 646892 h 982498"/>
              <a:gd name="connsiteX54" fmla="*/ 452944 w 477264"/>
              <a:gd name="connsiteY54" fmla="*/ 622572 h 982498"/>
              <a:gd name="connsiteX55" fmla="*/ 345788 w 477264"/>
              <a:gd name="connsiteY55" fmla="*/ 622572 h 982498"/>
              <a:gd name="connsiteX56" fmla="*/ 370108 w 477264"/>
              <a:gd name="connsiteY56" fmla="*/ 646892 h 982498"/>
              <a:gd name="connsiteX57" fmla="*/ 345788 w 477264"/>
              <a:gd name="connsiteY57" fmla="*/ 671212 h 982498"/>
              <a:gd name="connsiteX58" fmla="*/ 321468 w 477264"/>
              <a:gd name="connsiteY58" fmla="*/ 646892 h 982498"/>
              <a:gd name="connsiteX59" fmla="*/ 345788 w 477264"/>
              <a:gd name="connsiteY59" fmla="*/ 622572 h 982498"/>
              <a:gd name="connsiteX60" fmla="*/ 238632 w 477264"/>
              <a:gd name="connsiteY60" fmla="*/ 622572 h 982498"/>
              <a:gd name="connsiteX61" fmla="*/ 262952 w 477264"/>
              <a:gd name="connsiteY61" fmla="*/ 646892 h 982498"/>
              <a:gd name="connsiteX62" fmla="*/ 238632 w 477264"/>
              <a:gd name="connsiteY62" fmla="*/ 671212 h 982498"/>
              <a:gd name="connsiteX63" fmla="*/ 214312 w 477264"/>
              <a:gd name="connsiteY63" fmla="*/ 646892 h 982498"/>
              <a:gd name="connsiteX64" fmla="*/ 238632 w 477264"/>
              <a:gd name="connsiteY64" fmla="*/ 622572 h 982498"/>
              <a:gd name="connsiteX65" fmla="*/ 131476 w 477264"/>
              <a:gd name="connsiteY65" fmla="*/ 622572 h 982498"/>
              <a:gd name="connsiteX66" fmla="*/ 155796 w 477264"/>
              <a:gd name="connsiteY66" fmla="*/ 646892 h 982498"/>
              <a:gd name="connsiteX67" fmla="*/ 131476 w 477264"/>
              <a:gd name="connsiteY67" fmla="*/ 671212 h 982498"/>
              <a:gd name="connsiteX68" fmla="*/ 107156 w 477264"/>
              <a:gd name="connsiteY68" fmla="*/ 646892 h 982498"/>
              <a:gd name="connsiteX69" fmla="*/ 131476 w 477264"/>
              <a:gd name="connsiteY69" fmla="*/ 622572 h 982498"/>
              <a:gd name="connsiteX70" fmla="*/ 24320 w 477264"/>
              <a:gd name="connsiteY70" fmla="*/ 622572 h 982498"/>
              <a:gd name="connsiteX71" fmla="*/ 48640 w 477264"/>
              <a:gd name="connsiteY71" fmla="*/ 646892 h 982498"/>
              <a:gd name="connsiteX72" fmla="*/ 24320 w 477264"/>
              <a:gd name="connsiteY72" fmla="*/ 671212 h 982498"/>
              <a:gd name="connsiteX73" fmla="*/ 0 w 477264"/>
              <a:gd name="connsiteY73" fmla="*/ 646892 h 982498"/>
              <a:gd name="connsiteX74" fmla="*/ 24320 w 477264"/>
              <a:gd name="connsiteY74" fmla="*/ 622572 h 982498"/>
              <a:gd name="connsiteX75" fmla="*/ 24320 w 477264"/>
              <a:gd name="connsiteY75" fmla="*/ 466929 h 982498"/>
              <a:gd name="connsiteX76" fmla="*/ 48640 w 477264"/>
              <a:gd name="connsiteY76" fmla="*/ 491249 h 982498"/>
              <a:gd name="connsiteX77" fmla="*/ 24320 w 477264"/>
              <a:gd name="connsiteY77" fmla="*/ 515569 h 982498"/>
              <a:gd name="connsiteX78" fmla="*/ 0 w 477264"/>
              <a:gd name="connsiteY78" fmla="*/ 491249 h 982498"/>
              <a:gd name="connsiteX79" fmla="*/ 24320 w 477264"/>
              <a:gd name="connsiteY79" fmla="*/ 466929 h 982498"/>
              <a:gd name="connsiteX80" fmla="*/ 131476 w 477264"/>
              <a:gd name="connsiteY80" fmla="*/ 466929 h 982498"/>
              <a:gd name="connsiteX81" fmla="*/ 155796 w 477264"/>
              <a:gd name="connsiteY81" fmla="*/ 491249 h 982498"/>
              <a:gd name="connsiteX82" fmla="*/ 131476 w 477264"/>
              <a:gd name="connsiteY82" fmla="*/ 515569 h 982498"/>
              <a:gd name="connsiteX83" fmla="*/ 107156 w 477264"/>
              <a:gd name="connsiteY83" fmla="*/ 491249 h 982498"/>
              <a:gd name="connsiteX84" fmla="*/ 131476 w 477264"/>
              <a:gd name="connsiteY84" fmla="*/ 466929 h 982498"/>
              <a:gd name="connsiteX85" fmla="*/ 238632 w 477264"/>
              <a:gd name="connsiteY85" fmla="*/ 466929 h 982498"/>
              <a:gd name="connsiteX86" fmla="*/ 262952 w 477264"/>
              <a:gd name="connsiteY86" fmla="*/ 491249 h 982498"/>
              <a:gd name="connsiteX87" fmla="*/ 238632 w 477264"/>
              <a:gd name="connsiteY87" fmla="*/ 515569 h 982498"/>
              <a:gd name="connsiteX88" fmla="*/ 214312 w 477264"/>
              <a:gd name="connsiteY88" fmla="*/ 491249 h 982498"/>
              <a:gd name="connsiteX89" fmla="*/ 238632 w 477264"/>
              <a:gd name="connsiteY89" fmla="*/ 466929 h 982498"/>
              <a:gd name="connsiteX90" fmla="*/ 345788 w 477264"/>
              <a:gd name="connsiteY90" fmla="*/ 466929 h 982498"/>
              <a:gd name="connsiteX91" fmla="*/ 370108 w 477264"/>
              <a:gd name="connsiteY91" fmla="*/ 491249 h 982498"/>
              <a:gd name="connsiteX92" fmla="*/ 345788 w 477264"/>
              <a:gd name="connsiteY92" fmla="*/ 515569 h 982498"/>
              <a:gd name="connsiteX93" fmla="*/ 321468 w 477264"/>
              <a:gd name="connsiteY93" fmla="*/ 491249 h 982498"/>
              <a:gd name="connsiteX94" fmla="*/ 345788 w 477264"/>
              <a:gd name="connsiteY94" fmla="*/ 466929 h 982498"/>
              <a:gd name="connsiteX95" fmla="*/ 452944 w 477264"/>
              <a:gd name="connsiteY95" fmla="*/ 466929 h 982498"/>
              <a:gd name="connsiteX96" fmla="*/ 477264 w 477264"/>
              <a:gd name="connsiteY96" fmla="*/ 491249 h 982498"/>
              <a:gd name="connsiteX97" fmla="*/ 452944 w 477264"/>
              <a:gd name="connsiteY97" fmla="*/ 515569 h 982498"/>
              <a:gd name="connsiteX98" fmla="*/ 428624 w 477264"/>
              <a:gd name="connsiteY98" fmla="*/ 491249 h 982498"/>
              <a:gd name="connsiteX99" fmla="*/ 452944 w 477264"/>
              <a:gd name="connsiteY99" fmla="*/ 466929 h 982498"/>
              <a:gd name="connsiteX100" fmla="*/ 24320 w 477264"/>
              <a:gd name="connsiteY100" fmla="*/ 311287 h 982498"/>
              <a:gd name="connsiteX101" fmla="*/ 48640 w 477264"/>
              <a:gd name="connsiteY101" fmla="*/ 335607 h 982498"/>
              <a:gd name="connsiteX102" fmla="*/ 24320 w 477264"/>
              <a:gd name="connsiteY102" fmla="*/ 359926 h 982498"/>
              <a:gd name="connsiteX103" fmla="*/ 0 w 477264"/>
              <a:gd name="connsiteY103" fmla="*/ 335607 h 982498"/>
              <a:gd name="connsiteX104" fmla="*/ 24320 w 477264"/>
              <a:gd name="connsiteY104" fmla="*/ 311287 h 982498"/>
              <a:gd name="connsiteX105" fmla="*/ 131476 w 477264"/>
              <a:gd name="connsiteY105" fmla="*/ 311286 h 982498"/>
              <a:gd name="connsiteX106" fmla="*/ 155796 w 477264"/>
              <a:gd name="connsiteY106" fmla="*/ 335606 h 982498"/>
              <a:gd name="connsiteX107" fmla="*/ 131476 w 477264"/>
              <a:gd name="connsiteY107" fmla="*/ 359926 h 982498"/>
              <a:gd name="connsiteX108" fmla="*/ 107156 w 477264"/>
              <a:gd name="connsiteY108" fmla="*/ 335606 h 982498"/>
              <a:gd name="connsiteX109" fmla="*/ 131476 w 477264"/>
              <a:gd name="connsiteY109" fmla="*/ 311286 h 982498"/>
              <a:gd name="connsiteX110" fmla="*/ 238632 w 477264"/>
              <a:gd name="connsiteY110" fmla="*/ 311286 h 982498"/>
              <a:gd name="connsiteX111" fmla="*/ 262952 w 477264"/>
              <a:gd name="connsiteY111" fmla="*/ 335606 h 982498"/>
              <a:gd name="connsiteX112" fmla="*/ 238632 w 477264"/>
              <a:gd name="connsiteY112" fmla="*/ 359926 h 982498"/>
              <a:gd name="connsiteX113" fmla="*/ 214312 w 477264"/>
              <a:gd name="connsiteY113" fmla="*/ 335606 h 982498"/>
              <a:gd name="connsiteX114" fmla="*/ 238632 w 477264"/>
              <a:gd name="connsiteY114" fmla="*/ 311286 h 982498"/>
              <a:gd name="connsiteX115" fmla="*/ 345788 w 477264"/>
              <a:gd name="connsiteY115" fmla="*/ 311286 h 982498"/>
              <a:gd name="connsiteX116" fmla="*/ 370108 w 477264"/>
              <a:gd name="connsiteY116" fmla="*/ 335606 h 982498"/>
              <a:gd name="connsiteX117" fmla="*/ 345788 w 477264"/>
              <a:gd name="connsiteY117" fmla="*/ 359926 h 982498"/>
              <a:gd name="connsiteX118" fmla="*/ 321468 w 477264"/>
              <a:gd name="connsiteY118" fmla="*/ 335606 h 982498"/>
              <a:gd name="connsiteX119" fmla="*/ 345788 w 477264"/>
              <a:gd name="connsiteY119" fmla="*/ 311286 h 982498"/>
              <a:gd name="connsiteX120" fmla="*/ 452944 w 477264"/>
              <a:gd name="connsiteY120" fmla="*/ 311286 h 982498"/>
              <a:gd name="connsiteX121" fmla="*/ 477264 w 477264"/>
              <a:gd name="connsiteY121" fmla="*/ 335606 h 982498"/>
              <a:gd name="connsiteX122" fmla="*/ 452944 w 477264"/>
              <a:gd name="connsiteY122" fmla="*/ 359926 h 982498"/>
              <a:gd name="connsiteX123" fmla="*/ 428624 w 477264"/>
              <a:gd name="connsiteY123" fmla="*/ 335606 h 982498"/>
              <a:gd name="connsiteX124" fmla="*/ 452944 w 477264"/>
              <a:gd name="connsiteY124" fmla="*/ 311286 h 982498"/>
              <a:gd name="connsiteX125" fmla="*/ 24320 w 477264"/>
              <a:gd name="connsiteY125" fmla="*/ 155643 h 982498"/>
              <a:gd name="connsiteX126" fmla="*/ 48640 w 477264"/>
              <a:gd name="connsiteY126" fmla="*/ 179963 h 982498"/>
              <a:gd name="connsiteX127" fmla="*/ 24320 w 477264"/>
              <a:gd name="connsiteY127" fmla="*/ 204283 h 982498"/>
              <a:gd name="connsiteX128" fmla="*/ 0 w 477264"/>
              <a:gd name="connsiteY128" fmla="*/ 179963 h 982498"/>
              <a:gd name="connsiteX129" fmla="*/ 24320 w 477264"/>
              <a:gd name="connsiteY129" fmla="*/ 155643 h 982498"/>
              <a:gd name="connsiteX130" fmla="*/ 131476 w 477264"/>
              <a:gd name="connsiteY130" fmla="*/ 155643 h 982498"/>
              <a:gd name="connsiteX131" fmla="*/ 155796 w 477264"/>
              <a:gd name="connsiteY131" fmla="*/ 179963 h 982498"/>
              <a:gd name="connsiteX132" fmla="*/ 131476 w 477264"/>
              <a:gd name="connsiteY132" fmla="*/ 204283 h 982498"/>
              <a:gd name="connsiteX133" fmla="*/ 107156 w 477264"/>
              <a:gd name="connsiteY133" fmla="*/ 179963 h 982498"/>
              <a:gd name="connsiteX134" fmla="*/ 131476 w 477264"/>
              <a:gd name="connsiteY134" fmla="*/ 155643 h 982498"/>
              <a:gd name="connsiteX135" fmla="*/ 238632 w 477264"/>
              <a:gd name="connsiteY135" fmla="*/ 155643 h 982498"/>
              <a:gd name="connsiteX136" fmla="*/ 262952 w 477264"/>
              <a:gd name="connsiteY136" fmla="*/ 179963 h 982498"/>
              <a:gd name="connsiteX137" fmla="*/ 238632 w 477264"/>
              <a:gd name="connsiteY137" fmla="*/ 204283 h 982498"/>
              <a:gd name="connsiteX138" fmla="*/ 214312 w 477264"/>
              <a:gd name="connsiteY138" fmla="*/ 179963 h 982498"/>
              <a:gd name="connsiteX139" fmla="*/ 238632 w 477264"/>
              <a:gd name="connsiteY139" fmla="*/ 155643 h 982498"/>
              <a:gd name="connsiteX140" fmla="*/ 345788 w 477264"/>
              <a:gd name="connsiteY140" fmla="*/ 155643 h 982498"/>
              <a:gd name="connsiteX141" fmla="*/ 370108 w 477264"/>
              <a:gd name="connsiteY141" fmla="*/ 179963 h 982498"/>
              <a:gd name="connsiteX142" fmla="*/ 345788 w 477264"/>
              <a:gd name="connsiteY142" fmla="*/ 204283 h 982498"/>
              <a:gd name="connsiteX143" fmla="*/ 321468 w 477264"/>
              <a:gd name="connsiteY143" fmla="*/ 179963 h 982498"/>
              <a:gd name="connsiteX144" fmla="*/ 345788 w 477264"/>
              <a:gd name="connsiteY144" fmla="*/ 155643 h 982498"/>
              <a:gd name="connsiteX145" fmla="*/ 452944 w 477264"/>
              <a:gd name="connsiteY145" fmla="*/ 155643 h 982498"/>
              <a:gd name="connsiteX146" fmla="*/ 477264 w 477264"/>
              <a:gd name="connsiteY146" fmla="*/ 179963 h 982498"/>
              <a:gd name="connsiteX147" fmla="*/ 452944 w 477264"/>
              <a:gd name="connsiteY147" fmla="*/ 204283 h 982498"/>
              <a:gd name="connsiteX148" fmla="*/ 428624 w 477264"/>
              <a:gd name="connsiteY148" fmla="*/ 179963 h 982498"/>
              <a:gd name="connsiteX149" fmla="*/ 452944 w 477264"/>
              <a:gd name="connsiteY149" fmla="*/ 155643 h 982498"/>
              <a:gd name="connsiteX150" fmla="*/ 452944 w 477264"/>
              <a:gd name="connsiteY150" fmla="*/ 0 h 982498"/>
              <a:gd name="connsiteX151" fmla="*/ 477264 w 477264"/>
              <a:gd name="connsiteY151" fmla="*/ 24320 h 982498"/>
              <a:gd name="connsiteX152" fmla="*/ 452944 w 477264"/>
              <a:gd name="connsiteY152" fmla="*/ 48640 h 982498"/>
              <a:gd name="connsiteX153" fmla="*/ 428624 w 477264"/>
              <a:gd name="connsiteY153" fmla="*/ 24320 h 982498"/>
              <a:gd name="connsiteX154" fmla="*/ 452944 w 477264"/>
              <a:gd name="connsiteY154" fmla="*/ 0 h 982498"/>
              <a:gd name="connsiteX155" fmla="*/ 345788 w 477264"/>
              <a:gd name="connsiteY155" fmla="*/ 0 h 982498"/>
              <a:gd name="connsiteX156" fmla="*/ 370108 w 477264"/>
              <a:gd name="connsiteY156" fmla="*/ 24320 h 982498"/>
              <a:gd name="connsiteX157" fmla="*/ 345788 w 477264"/>
              <a:gd name="connsiteY157" fmla="*/ 48640 h 982498"/>
              <a:gd name="connsiteX158" fmla="*/ 321468 w 477264"/>
              <a:gd name="connsiteY158" fmla="*/ 24320 h 982498"/>
              <a:gd name="connsiteX159" fmla="*/ 345788 w 477264"/>
              <a:gd name="connsiteY159" fmla="*/ 0 h 982498"/>
              <a:gd name="connsiteX160" fmla="*/ 238632 w 477264"/>
              <a:gd name="connsiteY160" fmla="*/ 0 h 982498"/>
              <a:gd name="connsiteX161" fmla="*/ 262952 w 477264"/>
              <a:gd name="connsiteY161" fmla="*/ 24320 h 982498"/>
              <a:gd name="connsiteX162" fmla="*/ 238632 w 477264"/>
              <a:gd name="connsiteY162" fmla="*/ 48640 h 982498"/>
              <a:gd name="connsiteX163" fmla="*/ 214312 w 477264"/>
              <a:gd name="connsiteY163" fmla="*/ 24320 h 982498"/>
              <a:gd name="connsiteX164" fmla="*/ 238632 w 477264"/>
              <a:gd name="connsiteY164" fmla="*/ 0 h 982498"/>
              <a:gd name="connsiteX165" fmla="*/ 131476 w 477264"/>
              <a:gd name="connsiteY165" fmla="*/ 0 h 982498"/>
              <a:gd name="connsiteX166" fmla="*/ 155796 w 477264"/>
              <a:gd name="connsiteY166" fmla="*/ 24320 h 982498"/>
              <a:gd name="connsiteX167" fmla="*/ 131476 w 477264"/>
              <a:gd name="connsiteY167" fmla="*/ 48640 h 982498"/>
              <a:gd name="connsiteX168" fmla="*/ 107156 w 477264"/>
              <a:gd name="connsiteY168" fmla="*/ 24320 h 982498"/>
              <a:gd name="connsiteX169" fmla="*/ 131476 w 477264"/>
              <a:gd name="connsiteY169" fmla="*/ 0 h 982498"/>
              <a:gd name="connsiteX170" fmla="*/ 24320 w 477264"/>
              <a:gd name="connsiteY170" fmla="*/ 0 h 982498"/>
              <a:gd name="connsiteX171" fmla="*/ 48640 w 477264"/>
              <a:gd name="connsiteY171" fmla="*/ 24320 h 982498"/>
              <a:gd name="connsiteX172" fmla="*/ 24320 w 477264"/>
              <a:gd name="connsiteY172" fmla="*/ 48640 h 982498"/>
              <a:gd name="connsiteX173" fmla="*/ 0 w 477264"/>
              <a:gd name="connsiteY173" fmla="*/ 24320 h 982498"/>
              <a:gd name="connsiteX174" fmla="*/ 24320 w 477264"/>
              <a:gd name="connsiteY174" fmla="*/ 0 h 9824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Lst>
            <a:rect l="l" t="t" r="r" b="b"/>
            <a:pathLst>
              <a:path w="477264" h="982498">
                <a:moveTo>
                  <a:pt x="452944" y="933858"/>
                </a:moveTo>
                <a:cubicBezTo>
                  <a:pt x="466376" y="933858"/>
                  <a:pt x="477264" y="944746"/>
                  <a:pt x="477264" y="958178"/>
                </a:cubicBezTo>
                <a:cubicBezTo>
                  <a:pt x="477264" y="971610"/>
                  <a:pt x="466376" y="982498"/>
                  <a:pt x="452944" y="982498"/>
                </a:cubicBezTo>
                <a:cubicBezTo>
                  <a:pt x="439512" y="982498"/>
                  <a:pt x="428624" y="971610"/>
                  <a:pt x="428624" y="958178"/>
                </a:cubicBezTo>
                <a:cubicBezTo>
                  <a:pt x="428624" y="944746"/>
                  <a:pt x="439512" y="933858"/>
                  <a:pt x="452944" y="933858"/>
                </a:cubicBezTo>
                <a:close/>
                <a:moveTo>
                  <a:pt x="345788" y="933858"/>
                </a:moveTo>
                <a:cubicBezTo>
                  <a:pt x="359220" y="933858"/>
                  <a:pt x="370108" y="944746"/>
                  <a:pt x="370108" y="958178"/>
                </a:cubicBezTo>
                <a:cubicBezTo>
                  <a:pt x="370108" y="971610"/>
                  <a:pt x="359220" y="982498"/>
                  <a:pt x="345788" y="982498"/>
                </a:cubicBezTo>
                <a:cubicBezTo>
                  <a:pt x="332356" y="982498"/>
                  <a:pt x="321468" y="971610"/>
                  <a:pt x="321468" y="958178"/>
                </a:cubicBezTo>
                <a:cubicBezTo>
                  <a:pt x="321468" y="944746"/>
                  <a:pt x="332356" y="933858"/>
                  <a:pt x="345788" y="933858"/>
                </a:cubicBezTo>
                <a:close/>
                <a:moveTo>
                  <a:pt x="238632" y="933858"/>
                </a:moveTo>
                <a:cubicBezTo>
                  <a:pt x="252064" y="933858"/>
                  <a:pt x="262952" y="944746"/>
                  <a:pt x="262952" y="958178"/>
                </a:cubicBezTo>
                <a:cubicBezTo>
                  <a:pt x="262952" y="971610"/>
                  <a:pt x="252064" y="982498"/>
                  <a:pt x="238632" y="982498"/>
                </a:cubicBezTo>
                <a:cubicBezTo>
                  <a:pt x="225200" y="982498"/>
                  <a:pt x="214312" y="971610"/>
                  <a:pt x="214312" y="958178"/>
                </a:cubicBezTo>
                <a:cubicBezTo>
                  <a:pt x="214312" y="944746"/>
                  <a:pt x="225200" y="933858"/>
                  <a:pt x="238632" y="933858"/>
                </a:cubicBezTo>
                <a:close/>
                <a:moveTo>
                  <a:pt x="131476" y="933858"/>
                </a:moveTo>
                <a:cubicBezTo>
                  <a:pt x="144908" y="933858"/>
                  <a:pt x="155796" y="944746"/>
                  <a:pt x="155796" y="958178"/>
                </a:cubicBezTo>
                <a:cubicBezTo>
                  <a:pt x="155796" y="971610"/>
                  <a:pt x="144908" y="982498"/>
                  <a:pt x="131476" y="982498"/>
                </a:cubicBezTo>
                <a:cubicBezTo>
                  <a:pt x="118044" y="982498"/>
                  <a:pt x="107156" y="971610"/>
                  <a:pt x="107156" y="958178"/>
                </a:cubicBezTo>
                <a:cubicBezTo>
                  <a:pt x="107156" y="944746"/>
                  <a:pt x="118044" y="933858"/>
                  <a:pt x="131476" y="933858"/>
                </a:cubicBezTo>
                <a:close/>
                <a:moveTo>
                  <a:pt x="24320" y="933858"/>
                </a:moveTo>
                <a:cubicBezTo>
                  <a:pt x="37752" y="933858"/>
                  <a:pt x="48640" y="944746"/>
                  <a:pt x="48640" y="958178"/>
                </a:cubicBezTo>
                <a:cubicBezTo>
                  <a:pt x="48640" y="971610"/>
                  <a:pt x="37752" y="982498"/>
                  <a:pt x="24320" y="982498"/>
                </a:cubicBezTo>
                <a:cubicBezTo>
                  <a:pt x="10888" y="982498"/>
                  <a:pt x="0" y="971610"/>
                  <a:pt x="0" y="958178"/>
                </a:cubicBezTo>
                <a:cubicBezTo>
                  <a:pt x="0" y="944746"/>
                  <a:pt x="10888" y="933858"/>
                  <a:pt x="24320" y="933858"/>
                </a:cubicBezTo>
                <a:close/>
                <a:moveTo>
                  <a:pt x="452944" y="778215"/>
                </a:moveTo>
                <a:cubicBezTo>
                  <a:pt x="466376" y="778215"/>
                  <a:pt x="477264" y="789103"/>
                  <a:pt x="477264" y="802535"/>
                </a:cubicBezTo>
                <a:cubicBezTo>
                  <a:pt x="477264" y="815967"/>
                  <a:pt x="466376" y="826855"/>
                  <a:pt x="452944" y="826855"/>
                </a:cubicBezTo>
                <a:cubicBezTo>
                  <a:pt x="439512" y="826855"/>
                  <a:pt x="428624" y="815967"/>
                  <a:pt x="428624" y="802535"/>
                </a:cubicBezTo>
                <a:cubicBezTo>
                  <a:pt x="428624" y="789103"/>
                  <a:pt x="439512" y="778215"/>
                  <a:pt x="452944" y="778215"/>
                </a:cubicBezTo>
                <a:close/>
                <a:moveTo>
                  <a:pt x="345788" y="778215"/>
                </a:moveTo>
                <a:cubicBezTo>
                  <a:pt x="359220" y="778215"/>
                  <a:pt x="370108" y="789103"/>
                  <a:pt x="370108" y="802535"/>
                </a:cubicBezTo>
                <a:cubicBezTo>
                  <a:pt x="370108" y="815967"/>
                  <a:pt x="359220" y="826855"/>
                  <a:pt x="345788" y="826855"/>
                </a:cubicBezTo>
                <a:cubicBezTo>
                  <a:pt x="332356" y="826855"/>
                  <a:pt x="321468" y="815967"/>
                  <a:pt x="321468" y="802535"/>
                </a:cubicBezTo>
                <a:cubicBezTo>
                  <a:pt x="321468" y="789103"/>
                  <a:pt x="332356" y="778215"/>
                  <a:pt x="345788" y="778215"/>
                </a:cubicBezTo>
                <a:close/>
                <a:moveTo>
                  <a:pt x="238632" y="778215"/>
                </a:moveTo>
                <a:cubicBezTo>
                  <a:pt x="252064" y="778215"/>
                  <a:pt x="262952" y="789103"/>
                  <a:pt x="262952" y="802535"/>
                </a:cubicBezTo>
                <a:cubicBezTo>
                  <a:pt x="262952" y="815967"/>
                  <a:pt x="252064" y="826855"/>
                  <a:pt x="238632" y="826855"/>
                </a:cubicBezTo>
                <a:cubicBezTo>
                  <a:pt x="225200" y="826855"/>
                  <a:pt x="214312" y="815967"/>
                  <a:pt x="214312" y="802535"/>
                </a:cubicBezTo>
                <a:cubicBezTo>
                  <a:pt x="214312" y="789103"/>
                  <a:pt x="225200" y="778215"/>
                  <a:pt x="238632" y="778215"/>
                </a:cubicBezTo>
                <a:close/>
                <a:moveTo>
                  <a:pt x="131476" y="778215"/>
                </a:moveTo>
                <a:cubicBezTo>
                  <a:pt x="144908" y="778215"/>
                  <a:pt x="155796" y="789103"/>
                  <a:pt x="155796" y="802535"/>
                </a:cubicBezTo>
                <a:cubicBezTo>
                  <a:pt x="155796" y="815967"/>
                  <a:pt x="144908" y="826855"/>
                  <a:pt x="131476" y="826855"/>
                </a:cubicBezTo>
                <a:cubicBezTo>
                  <a:pt x="118044" y="826855"/>
                  <a:pt x="107156" y="815967"/>
                  <a:pt x="107156" y="802535"/>
                </a:cubicBezTo>
                <a:cubicBezTo>
                  <a:pt x="107156" y="789103"/>
                  <a:pt x="118044" y="778215"/>
                  <a:pt x="131476" y="778215"/>
                </a:cubicBezTo>
                <a:close/>
                <a:moveTo>
                  <a:pt x="24320" y="778215"/>
                </a:moveTo>
                <a:cubicBezTo>
                  <a:pt x="37752" y="778215"/>
                  <a:pt x="48640" y="789103"/>
                  <a:pt x="48640" y="802535"/>
                </a:cubicBezTo>
                <a:cubicBezTo>
                  <a:pt x="48640" y="815967"/>
                  <a:pt x="37752" y="826855"/>
                  <a:pt x="24320" y="826855"/>
                </a:cubicBezTo>
                <a:cubicBezTo>
                  <a:pt x="10888" y="826855"/>
                  <a:pt x="0" y="815967"/>
                  <a:pt x="0" y="802535"/>
                </a:cubicBezTo>
                <a:cubicBezTo>
                  <a:pt x="0" y="789103"/>
                  <a:pt x="10888" y="778215"/>
                  <a:pt x="24320" y="778215"/>
                </a:cubicBezTo>
                <a:close/>
                <a:moveTo>
                  <a:pt x="452944" y="622572"/>
                </a:moveTo>
                <a:cubicBezTo>
                  <a:pt x="466376" y="622572"/>
                  <a:pt x="477264" y="633460"/>
                  <a:pt x="477264" y="646892"/>
                </a:cubicBezTo>
                <a:cubicBezTo>
                  <a:pt x="477264" y="660324"/>
                  <a:pt x="466376" y="671212"/>
                  <a:pt x="452944" y="671212"/>
                </a:cubicBezTo>
                <a:cubicBezTo>
                  <a:pt x="439512" y="671212"/>
                  <a:pt x="428624" y="660324"/>
                  <a:pt x="428624" y="646892"/>
                </a:cubicBezTo>
                <a:cubicBezTo>
                  <a:pt x="428624" y="633460"/>
                  <a:pt x="439512" y="622572"/>
                  <a:pt x="452944" y="622572"/>
                </a:cubicBezTo>
                <a:close/>
                <a:moveTo>
                  <a:pt x="345788" y="622572"/>
                </a:moveTo>
                <a:cubicBezTo>
                  <a:pt x="359220" y="622572"/>
                  <a:pt x="370108" y="633460"/>
                  <a:pt x="370108" y="646892"/>
                </a:cubicBezTo>
                <a:cubicBezTo>
                  <a:pt x="370108" y="660324"/>
                  <a:pt x="359220" y="671212"/>
                  <a:pt x="345788" y="671212"/>
                </a:cubicBezTo>
                <a:cubicBezTo>
                  <a:pt x="332356" y="671212"/>
                  <a:pt x="321468" y="660324"/>
                  <a:pt x="321468" y="646892"/>
                </a:cubicBezTo>
                <a:cubicBezTo>
                  <a:pt x="321468" y="633460"/>
                  <a:pt x="332356" y="622572"/>
                  <a:pt x="345788" y="622572"/>
                </a:cubicBezTo>
                <a:close/>
                <a:moveTo>
                  <a:pt x="238632" y="622572"/>
                </a:moveTo>
                <a:cubicBezTo>
                  <a:pt x="252064" y="622572"/>
                  <a:pt x="262952" y="633460"/>
                  <a:pt x="262952" y="646892"/>
                </a:cubicBezTo>
                <a:cubicBezTo>
                  <a:pt x="262952" y="660324"/>
                  <a:pt x="252064" y="671212"/>
                  <a:pt x="238632" y="671212"/>
                </a:cubicBezTo>
                <a:cubicBezTo>
                  <a:pt x="225200" y="671212"/>
                  <a:pt x="214312" y="660324"/>
                  <a:pt x="214312" y="646892"/>
                </a:cubicBezTo>
                <a:cubicBezTo>
                  <a:pt x="214312" y="633460"/>
                  <a:pt x="225200" y="622572"/>
                  <a:pt x="238632" y="622572"/>
                </a:cubicBezTo>
                <a:close/>
                <a:moveTo>
                  <a:pt x="131476" y="622572"/>
                </a:moveTo>
                <a:cubicBezTo>
                  <a:pt x="144908" y="622572"/>
                  <a:pt x="155796" y="633460"/>
                  <a:pt x="155796" y="646892"/>
                </a:cubicBezTo>
                <a:cubicBezTo>
                  <a:pt x="155796" y="660324"/>
                  <a:pt x="144908" y="671212"/>
                  <a:pt x="131476" y="671212"/>
                </a:cubicBezTo>
                <a:cubicBezTo>
                  <a:pt x="118044" y="671212"/>
                  <a:pt x="107156" y="660324"/>
                  <a:pt x="107156" y="646892"/>
                </a:cubicBezTo>
                <a:cubicBezTo>
                  <a:pt x="107156" y="633460"/>
                  <a:pt x="118044" y="622572"/>
                  <a:pt x="131476" y="622572"/>
                </a:cubicBezTo>
                <a:close/>
                <a:moveTo>
                  <a:pt x="24320" y="622572"/>
                </a:moveTo>
                <a:cubicBezTo>
                  <a:pt x="37752" y="622572"/>
                  <a:pt x="48640" y="633460"/>
                  <a:pt x="48640" y="646892"/>
                </a:cubicBezTo>
                <a:cubicBezTo>
                  <a:pt x="48640" y="660324"/>
                  <a:pt x="37752" y="671212"/>
                  <a:pt x="24320" y="671212"/>
                </a:cubicBezTo>
                <a:cubicBezTo>
                  <a:pt x="10888" y="671212"/>
                  <a:pt x="0" y="660324"/>
                  <a:pt x="0" y="646892"/>
                </a:cubicBezTo>
                <a:cubicBezTo>
                  <a:pt x="0" y="633460"/>
                  <a:pt x="10888" y="622572"/>
                  <a:pt x="24320" y="622572"/>
                </a:cubicBezTo>
                <a:close/>
                <a:moveTo>
                  <a:pt x="24320" y="466929"/>
                </a:moveTo>
                <a:cubicBezTo>
                  <a:pt x="37752" y="466929"/>
                  <a:pt x="48640" y="477817"/>
                  <a:pt x="48640" y="491249"/>
                </a:cubicBezTo>
                <a:cubicBezTo>
                  <a:pt x="48640" y="504681"/>
                  <a:pt x="37752" y="515569"/>
                  <a:pt x="24320" y="515569"/>
                </a:cubicBezTo>
                <a:cubicBezTo>
                  <a:pt x="10888" y="515569"/>
                  <a:pt x="0" y="504681"/>
                  <a:pt x="0" y="491249"/>
                </a:cubicBezTo>
                <a:cubicBezTo>
                  <a:pt x="0" y="477817"/>
                  <a:pt x="10888" y="466929"/>
                  <a:pt x="24320" y="466929"/>
                </a:cubicBezTo>
                <a:close/>
                <a:moveTo>
                  <a:pt x="131476" y="466929"/>
                </a:moveTo>
                <a:cubicBezTo>
                  <a:pt x="144908" y="466929"/>
                  <a:pt x="155796" y="477817"/>
                  <a:pt x="155796" y="491249"/>
                </a:cubicBezTo>
                <a:cubicBezTo>
                  <a:pt x="155796" y="504681"/>
                  <a:pt x="144908" y="515569"/>
                  <a:pt x="131476" y="515569"/>
                </a:cubicBezTo>
                <a:cubicBezTo>
                  <a:pt x="118044" y="515569"/>
                  <a:pt x="107156" y="504681"/>
                  <a:pt x="107156" y="491249"/>
                </a:cubicBezTo>
                <a:cubicBezTo>
                  <a:pt x="107156" y="477817"/>
                  <a:pt x="118044" y="466929"/>
                  <a:pt x="131476" y="466929"/>
                </a:cubicBezTo>
                <a:close/>
                <a:moveTo>
                  <a:pt x="238632" y="466929"/>
                </a:moveTo>
                <a:cubicBezTo>
                  <a:pt x="252064" y="466929"/>
                  <a:pt x="262952" y="477817"/>
                  <a:pt x="262952" y="491249"/>
                </a:cubicBezTo>
                <a:cubicBezTo>
                  <a:pt x="262952" y="504681"/>
                  <a:pt x="252064" y="515569"/>
                  <a:pt x="238632" y="515569"/>
                </a:cubicBezTo>
                <a:cubicBezTo>
                  <a:pt x="225200" y="515569"/>
                  <a:pt x="214312" y="504681"/>
                  <a:pt x="214312" y="491249"/>
                </a:cubicBezTo>
                <a:cubicBezTo>
                  <a:pt x="214312" y="477817"/>
                  <a:pt x="225200" y="466929"/>
                  <a:pt x="238632" y="466929"/>
                </a:cubicBezTo>
                <a:close/>
                <a:moveTo>
                  <a:pt x="345788" y="466929"/>
                </a:moveTo>
                <a:cubicBezTo>
                  <a:pt x="359220" y="466929"/>
                  <a:pt x="370108" y="477817"/>
                  <a:pt x="370108" y="491249"/>
                </a:cubicBezTo>
                <a:cubicBezTo>
                  <a:pt x="370108" y="504681"/>
                  <a:pt x="359220" y="515569"/>
                  <a:pt x="345788" y="515569"/>
                </a:cubicBezTo>
                <a:cubicBezTo>
                  <a:pt x="332356" y="515569"/>
                  <a:pt x="321468" y="504681"/>
                  <a:pt x="321468" y="491249"/>
                </a:cubicBezTo>
                <a:cubicBezTo>
                  <a:pt x="321468" y="477817"/>
                  <a:pt x="332356" y="466929"/>
                  <a:pt x="345788" y="466929"/>
                </a:cubicBezTo>
                <a:close/>
                <a:moveTo>
                  <a:pt x="452944" y="466929"/>
                </a:moveTo>
                <a:cubicBezTo>
                  <a:pt x="466376" y="466929"/>
                  <a:pt x="477264" y="477817"/>
                  <a:pt x="477264" y="491249"/>
                </a:cubicBezTo>
                <a:cubicBezTo>
                  <a:pt x="477264" y="504681"/>
                  <a:pt x="466376" y="515569"/>
                  <a:pt x="452944" y="515569"/>
                </a:cubicBezTo>
                <a:cubicBezTo>
                  <a:pt x="439512" y="515569"/>
                  <a:pt x="428624" y="504681"/>
                  <a:pt x="428624" y="491249"/>
                </a:cubicBezTo>
                <a:cubicBezTo>
                  <a:pt x="428624" y="477817"/>
                  <a:pt x="439512" y="466929"/>
                  <a:pt x="452944" y="466929"/>
                </a:cubicBezTo>
                <a:close/>
                <a:moveTo>
                  <a:pt x="24320" y="311287"/>
                </a:moveTo>
                <a:cubicBezTo>
                  <a:pt x="37752" y="311287"/>
                  <a:pt x="48640" y="322175"/>
                  <a:pt x="48640" y="335607"/>
                </a:cubicBezTo>
                <a:cubicBezTo>
                  <a:pt x="48640" y="349038"/>
                  <a:pt x="37752" y="359926"/>
                  <a:pt x="24320" y="359926"/>
                </a:cubicBezTo>
                <a:cubicBezTo>
                  <a:pt x="10888" y="359926"/>
                  <a:pt x="0" y="349038"/>
                  <a:pt x="0" y="335607"/>
                </a:cubicBezTo>
                <a:cubicBezTo>
                  <a:pt x="0" y="322175"/>
                  <a:pt x="10888" y="311287"/>
                  <a:pt x="24320" y="311287"/>
                </a:cubicBezTo>
                <a:close/>
                <a:moveTo>
                  <a:pt x="131476" y="311286"/>
                </a:moveTo>
                <a:cubicBezTo>
                  <a:pt x="144908" y="311286"/>
                  <a:pt x="155796" y="322174"/>
                  <a:pt x="155796" y="335606"/>
                </a:cubicBezTo>
                <a:cubicBezTo>
                  <a:pt x="155796" y="349038"/>
                  <a:pt x="144908" y="359926"/>
                  <a:pt x="131476" y="359926"/>
                </a:cubicBezTo>
                <a:cubicBezTo>
                  <a:pt x="118044" y="359926"/>
                  <a:pt x="107156" y="349038"/>
                  <a:pt x="107156" y="335606"/>
                </a:cubicBezTo>
                <a:cubicBezTo>
                  <a:pt x="107156" y="322174"/>
                  <a:pt x="118044" y="311286"/>
                  <a:pt x="131476" y="311286"/>
                </a:cubicBezTo>
                <a:close/>
                <a:moveTo>
                  <a:pt x="238632" y="311286"/>
                </a:moveTo>
                <a:cubicBezTo>
                  <a:pt x="252064" y="311286"/>
                  <a:pt x="262952" y="322174"/>
                  <a:pt x="262952" y="335606"/>
                </a:cubicBezTo>
                <a:cubicBezTo>
                  <a:pt x="262952" y="349038"/>
                  <a:pt x="252064" y="359926"/>
                  <a:pt x="238632" y="359926"/>
                </a:cubicBezTo>
                <a:cubicBezTo>
                  <a:pt x="225200" y="359926"/>
                  <a:pt x="214312" y="349038"/>
                  <a:pt x="214312" y="335606"/>
                </a:cubicBezTo>
                <a:cubicBezTo>
                  <a:pt x="214312" y="322174"/>
                  <a:pt x="225200" y="311286"/>
                  <a:pt x="238632" y="311286"/>
                </a:cubicBezTo>
                <a:close/>
                <a:moveTo>
                  <a:pt x="345788" y="311286"/>
                </a:moveTo>
                <a:cubicBezTo>
                  <a:pt x="359220" y="311286"/>
                  <a:pt x="370108" y="322174"/>
                  <a:pt x="370108" y="335606"/>
                </a:cubicBezTo>
                <a:cubicBezTo>
                  <a:pt x="370108" y="349038"/>
                  <a:pt x="359220" y="359926"/>
                  <a:pt x="345788" y="359926"/>
                </a:cubicBezTo>
                <a:cubicBezTo>
                  <a:pt x="332356" y="359926"/>
                  <a:pt x="321468" y="349038"/>
                  <a:pt x="321468" y="335606"/>
                </a:cubicBezTo>
                <a:cubicBezTo>
                  <a:pt x="321468" y="322174"/>
                  <a:pt x="332356" y="311286"/>
                  <a:pt x="345788" y="311286"/>
                </a:cubicBezTo>
                <a:close/>
                <a:moveTo>
                  <a:pt x="452944" y="311286"/>
                </a:moveTo>
                <a:cubicBezTo>
                  <a:pt x="466376" y="311286"/>
                  <a:pt x="477264" y="322174"/>
                  <a:pt x="477264" y="335606"/>
                </a:cubicBezTo>
                <a:cubicBezTo>
                  <a:pt x="477264" y="349038"/>
                  <a:pt x="466376" y="359926"/>
                  <a:pt x="452944" y="359926"/>
                </a:cubicBezTo>
                <a:cubicBezTo>
                  <a:pt x="439512" y="359926"/>
                  <a:pt x="428624" y="349038"/>
                  <a:pt x="428624" y="335606"/>
                </a:cubicBezTo>
                <a:cubicBezTo>
                  <a:pt x="428624" y="322174"/>
                  <a:pt x="439512" y="311286"/>
                  <a:pt x="452944" y="311286"/>
                </a:cubicBezTo>
                <a:close/>
                <a:moveTo>
                  <a:pt x="24320" y="155643"/>
                </a:moveTo>
                <a:cubicBezTo>
                  <a:pt x="37752" y="155643"/>
                  <a:pt x="48640" y="166531"/>
                  <a:pt x="48640" y="179963"/>
                </a:cubicBezTo>
                <a:cubicBezTo>
                  <a:pt x="48640" y="193395"/>
                  <a:pt x="37752" y="204283"/>
                  <a:pt x="24320" y="204283"/>
                </a:cubicBezTo>
                <a:cubicBezTo>
                  <a:pt x="10888" y="204283"/>
                  <a:pt x="0" y="193395"/>
                  <a:pt x="0" y="179963"/>
                </a:cubicBezTo>
                <a:cubicBezTo>
                  <a:pt x="0" y="166531"/>
                  <a:pt x="10888" y="155643"/>
                  <a:pt x="24320" y="155643"/>
                </a:cubicBezTo>
                <a:close/>
                <a:moveTo>
                  <a:pt x="131476" y="155643"/>
                </a:moveTo>
                <a:cubicBezTo>
                  <a:pt x="144908" y="155643"/>
                  <a:pt x="155796" y="166531"/>
                  <a:pt x="155796" y="179963"/>
                </a:cubicBezTo>
                <a:cubicBezTo>
                  <a:pt x="155796" y="193395"/>
                  <a:pt x="144908" y="204283"/>
                  <a:pt x="131476" y="204283"/>
                </a:cubicBezTo>
                <a:cubicBezTo>
                  <a:pt x="118044" y="204283"/>
                  <a:pt x="107156" y="193395"/>
                  <a:pt x="107156" y="179963"/>
                </a:cubicBezTo>
                <a:cubicBezTo>
                  <a:pt x="107156" y="166531"/>
                  <a:pt x="118044" y="155643"/>
                  <a:pt x="131476" y="155643"/>
                </a:cubicBezTo>
                <a:close/>
                <a:moveTo>
                  <a:pt x="238632" y="155643"/>
                </a:moveTo>
                <a:cubicBezTo>
                  <a:pt x="252064" y="155643"/>
                  <a:pt x="262952" y="166531"/>
                  <a:pt x="262952" y="179963"/>
                </a:cubicBezTo>
                <a:cubicBezTo>
                  <a:pt x="262952" y="193395"/>
                  <a:pt x="252064" y="204283"/>
                  <a:pt x="238632" y="204283"/>
                </a:cubicBezTo>
                <a:cubicBezTo>
                  <a:pt x="225200" y="204283"/>
                  <a:pt x="214312" y="193395"/>
                  <a:pt x="214312" y="179963"/>
                </a:cubicBezTo>
                <a:cubicBezTo>
                  <a:pt x="214312" y="166531"/>
                  <a:pt x="225200" y="155643"/>
                  <a:pt x="238632" y="155643"/>
                </a:cubicBezTo>
                <a:close/>
                <a:moveTo>
                  <a:pt x="345788" y="155643"/>
                </a:moveTo>
                <a:cubicBezTo>
                  <a:pt x="359220" y="155643"/>
                  <a:pt x="370108" y="166531"/>
                  <a:pt x="370108" y="179963"/>
                </a:cubicBezTo>
                <a:cubicBezTo>
                  <a:pt x="370108" y="193395"/>
                  <a:pt x="359220" y="204283"/>
                  <a:pt x="345788" y="204283"/>
                </a:cubicBezTo>
                <a:cubicBezTo>
                  <a:pt x="332356" y="204283"/>
                  <a:pt x="321468" y="193395"/>
                  <a:pt x="321468" y="179963"/>
                </a:cubicBezTo>
                <a:cubicBezTo>
                  <a:pt x="321468" y="166531"/>
                  <a:pt x="332356" y="155643"/>
                  <a:pt x="345788" y="155643"/>
                </a:cubicBezTo>
                <a:close/>
                <a:moveTo>
                  <a:pt x="452944" y="155643"/>
                </a:moveTo>
                <a:cubicBezTo>
                  <a:pt x="466376" y="155643"/>
                  <a:pt x="477264" y="166531"/>
                  <a:pt x="477264" y="179963"/>
                </a:cubicBezTo>
                <a:cubicBezTo>
                  <a:pt x="477264" y="193395"/>
                  <a:pt x="466376" y="204283"/>
                  <a:pt x="452944" y="204283"/>
                </a:cubicBezTo>
                <a:cubicBezTo>
                  <a:pt x="439512" y="204283"/>
                  <a:pt x="428624" y="193395"/>
                  <a:pt x="428624" y="179963"/>
                </a:cubicBezTo>
                <a:cubicBezTo>
                  <a:pt x="428624" y="166531"/>
                  <a:pt x="439512" y="155643"/>
                  <a:pt x="452944" y="155643"/>
                </a:cubicBezTo>
                <a:close/>
                <a:moveTo>
                  <a:pt x="452944" y="0"/>
                </a:moveTo>
                <a:cubicBezTo>
                  <a:pt x="466376" y="0"/>
                  <a:pt x="477264" y="10888"/>
                  <a:pt x="477264" y="24320"/>
                </a:cubicBezTo>
                <a:cubicBezTo>
                  <a:pt x="477264" y="37752"/>
                  <a:pt x="466376" y="48640"/>
                  <a:pt x="452944" y="48640"/>
                </a:cubicBezTo>
                <a:cubicBezTo>
                  <a:pt x="439512" y="48640"/>
                  <a:pt x="428624" y="37752"/>
                  <a:pt x="428624" y="24320"/>
                </a:cubicBezTo>
                <a:cubicBezTo>
                  <a:pt x="428624" y="10888"/>
                  <a:pt x="439512" y="0"/>
                  <a:pt x="452944" y="0"/>
                </a:cubicBezTo>
                <a:close/>
                <a:moveTo>
                  <a:pt x="345788" y="0"/>
                </a:moveTo>
                <a:cubicBezTo>
                  <a:pt x="359220" y="0"/>
                  <a:pt x="370108" y="10888"/>
                  <a:pt x="370108" y="24320"/>
                </a:cubicBezTo>
                <a:cubicBezTo>
                  <a:pt x="370108" y="37752"/>
                  <a:pt x="359220" y="48640"/>
                  <a:pt x="345788" y="48640"/>
                </a:cubicBezTo>
                <a:cubicBezTo>
                  <a:pt x="332356" y="48640"/>
                  <a:pt x="321468" y="37752"/>
                  <a:pt x="321468" y="24320"/>
                </a:cubicBezTo>
                <a:cubicBezTo>
                  <a:pt x="321468" y="10888"/>
                  <a:pt x="332356" y="0"/>
                  <a:pt x="345788" y="0"/>
                </a:cubicBezTo>
                <a:close/>
                <a:moveTo>
                  <a:pt x="238632" y="0"/>
                </a:moveTo>
                <a:cubicBezTo>
                  <a:pt x="252064" y="0"/>
                  <a:pt x="262952" y="10888"/>
                  <a:pt x="262952" y="24320"/>
                </a:cubicBezTo>
                <a:cubicBezTo>
                  <a:pt x="262952" y="37752"/>
                  <a:pt x="252064" y="48640"/>
                  <a:pt x="238632" y="48640"/>
                </a:cubicBezTo>
                <a:cubicBezTo>
                  <a:pt x="225200" y="48640"/>
                  <a:pt x="214312" y="37752"/>
                  <a:pt x="214312" y="24320"/>
                </a:cubicBezTo>
                <a:cubicBezTo>
                  <a:pt x="214312" y="10888"/>
                  <a:pt x="225200" y="0"/>
                  <a:pt x="238632" y="0"/>
                </a:cubicBezTo>
                <a:close/>
                <a:moveTo>
                  <a:pt x="131476" y="0"/>
                </a:moveTo>
                <a:cubicBezTo>
                  <a:pt x="144908" y="0"/>
                  <a:pt x="155796" y="10888"/>
                  <a:pt x="155796" y="24320"/>
                </a:cubicBezTo>
                <a:cubicBezTo>
                  <a:pt x="155796" y="37752"/>
                  <a:pt x="144908" y="48640"/>
                  <a:pt x="131476" y="48640"/>
                </a:cubicBezTo>
                <a:cubicBezTo>
                  <a:pt x="118044" y="48640"/>
                  <a:pt x="107156" y="37752"/>
                  <a:pt x="107156" y="24320"/>
                </a:cubicBezTo>
                <a:cubicBezTo>
                  <a:pt x="107156" y="10888"/>
                  <a:pt x="118044" y="0"/>
                  <a:pt x="131476" y="0"/>
                </a:cubicBezTo>
                <a:close/>
                <a:moveTo>
                  <a:pt x="24320" y="0"/>
                </a:moveTo>
                <a:cubicBezTo>
                  <a:pt x="37752" y="0"/>
                  <a:pt x="48640" y="10888"/>
                  <a:pt x="48640" y="24320"/>
                </a:cubicBezTo>
                <a:cubicBezTo>
                  <a:pt x="48640" y="37752"/>
                  <a:pt x="37752" y="48640"/>
                  <a:pt x="24320" y="48640"/>
                </a:cubicBezTo>
                <a:cubicBezTo>
                  <a:pt x="10888" y="48640"/>
                  <a:pt x="0" y="37752"/>
                  <a:pt x="0" y="24320"/>
                </a:cubicBezTo>
                <a:cubicBezTo>
                  <a:pt x="0" y="10888"/>
                  <a:pt x="10888" y="0"/>
                  <a:pt x="24320" y="0"/>
                </a:cubicBezTo>
                <a:close/>
              </a:path>
            </a:pathLst>
          </a:custGeom>
          <a:gradFill flip="none" rotWithShape="1">
            <a:gsLst>
              <a:gs pos="0">
                <a:srgbClr val="FFFFFF"/>
              </a:gs>
              <a:gs pos="100000">
                <a:srgbClr val="FFFFFF">
                  <a:alpha val="0"/>
                </a:srgbClr>
              </a:gs>
            </a:gsLst>
            <a:lin ang="54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sp>
        <p:nvSpPr>
          <p:cNvPr id="27" name="矩形 26"/>
          <p:cNvSpPr/>
          <p:nvPr/>
        </p:nvSpPr>
        <p:spPr>
          <a:xfrm>
            <a:off x="11933555" y="543560"/>
            <a:ext cx="258445" cy="11176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0" name="椭圆 29"/>
          <p:cNvSpPr/>
          <p:nvPr/>
        </p:nvSpPr>
        <p:spPr>
          <a:xfrm>
            <a:off x="5627534" y="1216230"/>
            <a:ext cx="520700" cy="520700"/>
          </a:xfrm>
          <a:prstGeom prst="ellipse">
            <a:avLst/>
          </a:prstGeom>
          <a:gradFill flip="none" rotWithShape="1">
            <a:gsLst>
              <a:gs pos="0">
                <a:srgbClr val="41EEFE"/>
              </a:gs>
              <a:gs pos="70000">
                <a:srgbClr val="41EEFE">
                  <a:alpha val="0"/>
                </a:srgbClr>
              </a:gs>
            </a:gsLst>
            <a:lin ang="54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200">
              <a:solidFill>
                <a:schemeClr val="tx1">
                  <a:lumMod val="85000"/>
                  <a:lumOff val="15000"/>
                </a:schemeClr>
              </a:solidFill>
              <a:latin typeface="思源黑体 CN Bold" panose="020B0800000000000000" pitchFamily="34" charset="-122"/>
              <a:ea typeface="思源黑体 CN Bold" panose="020B0800000000000000" pitchFamily="34" charset="-122"/>
              <a:cs typeface="+mn-ea"/>
            </a:endParaRPr>
          </a:p>
        </p:txBody>
      </p:sp>
      <p:grpSp>
        <p:nvGrpSpPr>
          <p:cNvPr id="38" name="组合 37"/>
          <p:cNvGrpSpPr/>
          <p:nvPr/>
        </p:nvGrpSpPr>
        <p:grpSpPr>
          <a:xfrm>
            <a:off x="688974" y="6040437"/>
            <a:ext cx="434976" cy="63500"/>
            <a:chOff x="688974" y="6040437"/>
            <a:chExt cx="434976" cy="63500"/>
          </a:xfrm>
        </p:grpSpPr>
        <p:sp>
          <p:nvSpPr>
            <p:cNvPr id="31" name="椭圆 30"/>
            <p:cNvSpPr/>
            <p:nvPr/>
          </p:nvSpPr>
          <p:spPr>
            <a:xfrm>
              <a:off x="688974" y="6040437"/>
              <a:ext cx="63500" cy="63500"/>
            </a:xfrm>
            <a:prstGeom prst="ellipse">
              <a:avLst/>
            </a:prstGeom>
            <a:gradFill flip="none" rotWithShape="1">
              <a:gsLst>
                <a:gs pos="0">
                  <a:srgbClr val="41EEFE"/>
                </a:gs>
                <a:gs pos="70000">
                  <a:srgbClr val="41EEFE">
                    <a:alpha val="0"/>
                  </a:srgbClr>
                </a:gs>
              </a:gsLst>
              <a:lin ang="54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200">
                <a:solidFill>
                  <a:schemeClr val="tx1">
                    <a:lumMod val="85000"/>
                    <a:lumOff val="15000"/>
                  </a:schemeClr>
                </a:solidFill>
                <a:latin typeface="思源黑体 CN Bold" panose="020B0800000000000000" pitchFamily="34" charset="-122"/>
                <a:ea typeface="思源黑体 CN Bold" panose="020B0800000000000000" pitchFamily="34" charset="-122"/>
                <a:cs typeface="+mn-ea"/>
              </a:endParaRPr>
            </a:p>
          </p:txBody>
        </p:sp>
        <p:sp>
          <p:nvSpPr>
            <p:cNvPr id="33" name="椭圆 32"/>
            <p:cNvSpPr/>
            <p:nvPr/>
          </p:nvSpPr>
          <p:spPr>
            <a:xfrm>
              <a:off x="781843" y="6040437"/>
              <a:ext cx="63500" cy="63500"/>
            </a:xfrm>
            <a:prstGeom prst="ellipse">
              <a:avLst/>
            </a:prstGeom>
            <a:gradFill flip="none" rotWithShape="1">
              <a:gsLst>
                <a:gs pos="0">
                  <a:srgbClr val="41EEFE"/>
                </a:gs>
                <a:gs pos="70000">
                  <a:srgbClr val="41EEFE">
                    <a:alpha val="0"/>
                  </a:srgbClr>
                </a:gs>
              </a:gsLst>
              <a:lin ang="54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200">
                <a:solidFill>
                  <a:schemeClr val="tx1">
                    <a:lumMod val="85000"/>
                    <a:lumOff val="15000"/>
                  </a:schemeClr>
                </a:solidFill>
                <a:latin typeface="思源黑体 CN Bold" panose="020B0800000000000000" pitchFamily="34" charset="-122"/>
                <a:ea typeface="思源黑体 CN Bold" panose="020B0800000000000000" pitchFamily="34" charset="-122"/>
                <a:cs typeface="+mn-ea"/>
              </a:endParaRPr>
            </a:p>
          </p:txBody>
        </p:sp>
        <p:sp>
          <p:nvSpPr>
            <p:cNvPr id="34" name="椭圆 33"/>
            <p:cNvSpPr/>
            <p:nvPr/>
          </p:nvSpPr>
          <p:spPr>
            <a:xfrm>
              <a:off x="874712" y="6040437"/>
              <a:ext cx="63500" cy="63500"/>
            </a:xfrm>
            <a:prstGeom prst="ellipse">
              <a:avLst/>
            </a:prstGeom>
            <a:gradFill flip="none" rotWithShape="1">
              <a:gsLst>
                <a:gs pos="0">
                  <a:srgbClr val="41EEFE"/>
                </a:gs>
                <a:gs pos="70000">
                  <a:srgbClr val="41EEFE">
                    <a:alpha val="0"/>
                  </a:srgbClr>
                </a:gs>
              </a:gsLst>
              <a:lin ang="54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200">
                <a:solidFill>
                  <a:schemeClr val="tx1">
                    <a:lumMod val="85000"/>
                    <a:lumOff val="15000"/>
                  </a:schemeClr>
                </a:solidFill>
                <a:latin typeface="思源黑体 CN Bold" panose="020B0800000000000000" pitchFamily="34" charset="-122"/>
                <a:ea typeface="思源黑体 CN Bold" panose="020B0800000000000000" pitchFamily="34" charset="-122"/>
                <a:cs typeface="+mn-ea"/>
              </a:endParaRPr>
            </a:p>
          </p:txBody>
        </p:sp>
        <p:sp>
          <p:nvSpPr>
            <p:cNvPr id="35" name="椭圆 34"/>
            <p:cNvSpPr/>
            <p:nvPr/>
          </p:nvSpPr>
          <p:spPr>
            <a:xfrm>
              <a:off x="967581" y="6040437"/>
              <a:ext cx="63500" cy="63500"/>
            </a:xfrm>
            <a:prstGeom prst="ellipse">
              <a:avLst/>
            </a:prstGeom>
            <a:gradFill flip="none" rotWithShape="1">
              <a:gsLst>
                <a:gs pos="0">
                  <a:srgbClr val="41EEFE"/>
                </a:gs>
                <a:gs pos="70000">
                  <a:srgbClr val="41EEFE">
                    <a:alpha val="0"/>
                  </a:srgbClr>
                </a:gs>
              </a:gsLst>
              <a:lin ang="54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200">
                <a:solidFill>
                  <a:schemeClr val="tx1">
                    <a:lumMod val="85000"/>
                    <a:lumOff val="15000"/>
                  </a:schemeClr>
                </a:solidFill>
                <a:latin typeface="思源黑体 CN Bold" panose="020B0800000000000000" pitchFamily="34" charset="-122"/>
                <a:ea typeface="思源黑体 CN Bold" panose="020B0800000000000000" pitchFamily="34" charset="-122"/>
                <a:cs typeface="+mn-ea"/>
              </a:endParaRPr>
            </a:p>
          </p:txBody>
        </p:sp>
        <p:sp>
          <p:nvSpPr>
            <p:cNvPr id="36" name="椭圆 35"/>
            <p:cNvSpPr/>
            <p:nvPr/>
          </p:nvSpPr>
          <p:spPr>
            <a:xfrm>
              <a:off x="1060450" y="6040437"/>
              <a:ext cx="63500" cy="63500"/>
            </a:xfrm>
            <a:prstGeom prst="ellipse">
              <a:avLst/>
            </a:prstGeom>
            <a:gradFill flip="none" rotWithShape="1">
              <a:gsLst>
                <a:gs pos="0">
                  <a:srgbClr val="41EEFE"/>
                </a:gs>
                <a:gs pos="70000">
                  <a:srgbClr val="41EEFE">
                    <a:alpha val="0"/>
                  </a:srgbClr>
                </a:gs>
              </a:gsLst>
              <a:lin ang="54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200">
                <a:solidFill>
                  <a:schemeClr val="tx1">
                    <a:lumMod val="85000"/>
                    <a:lumOff val="15000"/>
                  </a:schemeClr>
                </a:solidFill>
                <a:latin typeface="思源黑体 CN Bold" panose="020B0800000000000000" pitchFamily="34" charset="-122"/>
                <a:ea typeface="思源黑体 CN Bold" panose="020B0800000000000000" pitchFamily="34" charset="-122"/>
                <a:cs typeface="+mn-ea"/>
              </a:endParaRPr>
            </a:p>
          </p:txBody>
        </p:sp>
      </p:grpSp>
      <p:sp>
        <p:nvSpPr>
          <p:cNvPr id="9" name="矩形: 圆角 17"/>
          <p:cNvSpPr/>
          <p:nvPr/>
        </p:nvSpPr>
        <p:spPr>
          <a:xfrm>
            <a:off x="6177915" y="5055235"/>
            <a:ext cx="1471295" cy="382905"/>
          </a:xfrm>
          <a:prstGeom prst="roundRect">
            <a:avLst>
              <a:gd name="adj" fmla="val 50000"/>
            </a:avLst>
          </a:prstGeom>
          <a:gradFill flip="none" rotWithShape="1">
            <a:gsLst>
              <a:gs pos="0">
                <a:srgbClr val="41EEFE"/>
              </a:gs>
              <a:gs pos="70000">
                <a:srgbClr val="23EFFE"/>
              </a:gs>
            </a:gsLst>
            <a:lin ang="54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r>
              <a:rPr lang="zh-CN" altLang="en-US" sz="1200" dirty="0">
                <a:solidFill>
                  <a:schemeClr val="tx1">
                    <a:lumMod val="85000"/>
                    <a:lumOff val="15000"/>
                  </a:schemeClr>
                </a:solidFill>
                <a:latin typeface="思源黑体 CN Bold" panose="020B0800000000000000" pitchFamily="34" charset="-122"/>
                <a:ea typeface="思源黑体 CN Bold" panose="020B0800000000000000" pitchFamily="34" charset="-122"/>
                <a:cs typeface="+mn-ea"/>
                <a:sym typeface="+mn-lt"/>
              </a:rPr>
              <a:t>队名：怎么</a:t>
            </a:r>
            <a:r>
              <a:rPr lang="zh-CN" altLang="en-US" sz="1200" dirty="0">
                <a:solidFill>
                  <a:schemeClr val="tx1">
                    <a:lumMod val="85000"/>
                    <a:lumOff val="15000"/>
                  </a:schemeClr>
                </a:solidFill>
                <a:latin typeface="思源黑体 CN Bold" panose="020B0800000000000000" pitchFamily="34" charset="-122"/>
                <a:ea typeface="思源黑体 CN Bold" panose="020B0800000000000000" pitchFamily="34" charset="-122"/>
                <a:cs typeface="+mn-ea"/>
                <a:sym typeface="+mn-lt"/>
              </a:rPr>
              <a:t>码</a:t>
            </a:r>
            <a:endParaRPr lang="zh-CN" altLang="en-US" sz="1200" dirty="0">
              <a:solidFill>
                <a:schemeClr val="tx1">
                  <a:lumMod val="85000"/>
                  <a:lumOff val="15000"/>
                </a:schemeClr>
              </a:solidFill>
              <a:latin typeface="思源黑体 CN Bold" panose="020B0800000000000000" pitchFamily="34" charset="-122"/>
              <a:ea typeface="思源黑体 CN Bold" panose="020B0800000000000000" pitchFamily="34" charset="-122"/>
              <a:cs typeface="+mn-ea"/>
              <a:sym typeface="+mn-lt"/>
            </a:endParaRPr>
          </a:p>
        </p:txBody>
      </p:sp>
      <p:sp>
        <p:nvSpPr>
          <p:cNvPr id="10" name="文本框 9"/>
          <p:cNvSpPr txBox="1"/>
          <p:nvPr/>
        </p:nvSpPr>
        <p:spPr>
          <a:xfrm>
            <a:off x="9031605" y="569557"/>
            <a:ext cx="2705562" cy="337185"/>
          </a:xfrm>
          <a:prstGeom prst="rect">
            <a:avLst/>
          </a:prstGeom>
          <a:noFill/>
        </p:spPr>
        <p:txBody>
          <a:bodyPr wrap="square" rtlCol="0">
            <a:spAutoFit/>
          </a:bodyPr>
          <a:lstStyle/>
          <a:p>
            <a:pPr algn="dist"/>
            <a:r>
              <a:rPr lang="en-US" altLang="zh-CN" sz="1600" b="1" dirty="0">
                <a:solidFill>
                  <a:schemeClr val="bg1"/>
                </a:solidFill>
                <a:latin typeface="思源黑体 CN Normal" panose="020B0400000000000000" pitchFamily="34" charset="-122"/>
                <a:ea typeface="思源黑体 CN Normal" panose="020B0400000000000000" pitchFamily="34" charset="-122"/>
                <a:cs typeface="+mn-ea"/>
                <a:sym typeface="+mn-lt"/>
              </a:rPr>
              <a:t>2023Google</a:t>
            </a:r>
            <a:r>
              <a:rPr lang="zh-CN" altLang="en-US" sz="1600" b="1" dirty="0">
                <a:solidFill>
                  <a:schemeClr val="bg1"/>
                </a:solidFill>
                <a:latin typeface="思源黑体 CN Normal" panose="020B0400000000000000" pitchFamily="34" charset="-122"/>
                <a:ea typeface="思源黑体 CN Normal" panose="020B0400000000000000" pitchFamily="34" charset="-122"/>
                <a:cs typeface="+mn-ea"/>
                <a:sym typeface="+mn-lt"/>
              </a:rPr>
              <a:t>开发者大会</a:t>
            </a:r>
            <a:endParaRPr lang="zh-CN" altLang="en-US" sz="1600" b="1" dirty="0">
              <a:solidFill>
                <a:schemeClr val="bg1"/>
              </a:solidFill>
              <a:latin typeface="思源黑体 CN Normal" panose="020B0400000000000000" pitchFamily="34" charset="-122"/>
              <a:ea typeface="思源黑体 CN Normal" panose="020B0400000000000000" pitchFamily="34" charset="-122"/>
              <a:cs typeface="+mn-ea"/>
              <a:sym typeface="+mn-lt"/>
            </a:endParaRPr>
          </a:p>
        </p:txBody>
      </p:sp>
    </p:spTree>
  </p:cSld>
  <p:clrMapOvr>
    <a:masterClrMapping/>
  </p:clrMapOvr>
  <mc:AlternateContent xmlns:mc="http://schemas.openxmlformats.org/markup-compatibility/2006">
    <mc:Choice xmlns:p14="http://schemas.microsoft.com/office/powerpoint/2010/main" Requires="p14">
      <p:transition spd="slow" p14:dur="1250" advTm="5000">
        <p14:switch dir="r"/>
      </p:transition>
    </mc:Choice>
    <mc:Fallback>
      <p:transition spd="slow" advTm="5000">
        <p:fade/>
      </p:transition>
    </mc:Fallback>
  </mc:AlternateContent>
  <p:timing>
    <p:tnLst>
      <p:par>
        <p:cTn id="1" dur="indefinite" restart="never" nodeType="tmRoot"/>
      </p:par>
    </p:tnLst>
  </p:timing>
</p:sld>
</file>

<file path=ppt/tags/tag1.xml><?xml version="1.0" encoding="utf-8"?>
<p:tagLst xmlns:p="http://schemas.openxmlformats.org/presentationml/2006/main">
  <p:tag name="PA" val="v5.2.11"/>
</p:tagLst>
</file>

<file path=ppt/tags/tag2.xml><?xml version="1.0" encoding="utf-8"?>
<p:tagLst xmlns:p="http://schemas.openxmlformats.org/presentationml/2006/main">
  <p:tag name="PA" val="v5.2.11"/>
</p:tagLst>
</file>

<file path=ppt/tags/tag3.xml><?xml version="1.0" encoding="utf-8"?>
<p:tagLst xmlns:p="http://schemas.openxmlformats.org/presentationml/2006/main">
  <p:tag name="KSO_WM_UNIT_TABLE_BEAUTIFY" val="smartTable{2c3fb94d-8698-4ca7-b24d-6c1ee593f78d}"/>
  <p:tag name="TABLE_ENDDRAG_ORIGIN_RECT" val="107*338"/>
  <p:tag name="TABLE_ENDDRAG_RECT" val="68*201*107*338"/>
</p:tagLst>
</file>

<file path=ppt/tags/tag4.xml><?xml version="1.0" encoding="utf-8"?>
<p:tagLst xmlns:p="http://schemas.openxmlformats.org/presentationml/2006/main">
  <p:tag name="KSO_WM_UNIT_TABLE_BEAUTIFY" val="smartTable{bcbd1b95-5713-483d-8655-9889cc6a42ca}"/>
  <p:tag name="TABLE_ENDDRAG_ORIGIN_RECT" val="131*291"/>
  <p:tag name="TABLE_ENDDRAG_RECT" val="194*197*131*291"/>
</p:tagLst>
</file>

<file path=ppt/tags/tag5.xml><?xml version="1.0" encoding="utf-8"?>
<p:tagLst xmlns:p="http://schemas.openxmlformats.org/presentationml/2006/main">
  <p:tag name="KSO_WM_UNIT_TABLE_BEAUTIFY" val="smartTable{31397389-9494-4486-a3b3-673c47f4eecc}"/>
  <p:tag name="TABLE_ENDDRAG_ORIGIN_RECT" val="134*291"/>
  <p:tag name="TABLE_ENDDRAG_RECT" val="334*197*134*291"/>
</p:tagLst>
</file>

<file path=ppt/tags/tag6.xml><?xml version="1.0" encoding="utf-8"?>
<p:tagLst xmlns:p="http://schemas.openxmlformats.org/presentationml/2006/main">
  <p:tag name="KSO_WM_UNIT_TABLE_BEAUTIFY" val="smartTable{7ba9dd8e-0cd2-4dad-9955-20bae0d7248e}"/>
  <p:tag name="TABLE_ENDDRAG_ORIGIN_RECT" val="128*291"/>
  <p:tag name="TABLE_ENDDRAG_RECT" val="479*197*128*291"/>
</p:tagLst>
</file>

<file path=ppt/tags/tag7.xml><?xml version="1.0" encoding="utf-8"?>
<p:tagLst xmlns:p="http://schemas.openxmlformats.org/presentationml/2006/main">
  <p:tag name="KSO_WM_UNIT_TABLE_BEAUTIFY" val="smartTable{5f866747-09dd-41eb-9c98-a98fea150f43}"/>
  <p:tag name="TABLE_ENDDRAG_ORIGIN_RECT" val="116*292"/>
  <p:tag name="TABLE_ENDDRAG_RECT" val="617*197*116*292"/>
</p:tagLst>
</file>

<file path=ppt/tags/tag8.xml><?xml version="1.0" encoding="utf-8"?>
<p:tagLst xmlns:p="http://schemas.openxmlformats.org/presentationml/2006/main">
  <p:tag name="KSO_WM_UNIT_TABLE_BEAUTIFY" val="smartTable{afdccb37-1520-41f6-b800-8a52bcfc4384}"/>
  <p:tag name="TABLE_ENDDRAG_ORIGIN_RECT" val="126*291"/>
  <p:tag name="TABLE_ENDDRAG_RECT" val="744*197*126*291"/>
</p:tagLst>
</file>

<file path=ppt/tags/tag9.xml><?xml version="1.0" encoding="utf-8"?>
<p:tagLst xmlns:p="http://schemas.openxmlformats.org/presentationml/2006/main">
  <p:tag name="TABLE_ENDDRAG_ORIGIN_RECT" val="135*88"/>
  <p:tag name="TABLE_ENDDRAG_RECT" val="395*270*135*88"/>
  <p:tag name="KSO_WM_UNIT_TABLE_BEAUTIFY" val="smartTable{60e64b7c-8588-4d88-a17e-67c4ba09f742}"/>
</p:tagLst>
</file>

<file path=ppt/tags/tag10.xml><?xml version="1.0" encoding="utf-8"?>
<p:tagLst xmlns:p="http://schemas.openxmlformats.org/presentationml/2006/main">
  <p:tag name="KSO_WM_UNIT_PLACING_PICTURE_USER_VIEWPORT" val="{&quot;height&quot;:4654,&quot;width&quot;:3880}"/>
</p:tagLst>
</file>

<file path=ppt/tags/tag11.xml><?xml version="1.0" encoding="utf-8"?>
<p:tagLst xmlns:p="http://schemas.openxmlformats.org/presentationml/2006/main">
  <p:tag name="PA" val="v5.2.11"/>
</p:tagLst>
</file>

<file path=ppt/tags/tag12.xml><?xml version="1.0" encoding="utf-8"?>
<p:tagLst xmlns:p="http://schemas.openxmlformats.org/presentationml/2006/main">
  <p:tag name="PA" val="v5.2.11"/>
</p:tagLst>
</file>

<file path=ppt/tags/tag13.xml><?xml version="1.0" encoding="utf-8"?>
<p:tagLst xmlns:p="http://schemas.openxmlformats.org/presentationml/2006/main">
  <p:tag name="TABLE_ENDDRAG_ORIGIN_RECT" val="317*357"/>
  <p:tag name="TABLE_ENDDRAG_RECT" val="89*138*317*357"/>
</p:tagLst>
</file>

<file path=ppt/tags/tag14.xml><?xml version="1.0" encoding="utf-8"?>
<p:tagLst xmlns:p="http://schemas.openxmlformats.org/presentationml/2006/main">
  <p:tag name="KSO_WM_BEAUTIFY_FLAG" val=""/>
</p:tagLst>
</file>

<file path=ppt/tags/tag15.xml><?xml version="1.0" encoding="utf-8"?>
<p:tagLst xmlns:p="http://schemas.openxmlformats.org/presentationml/2006/main">
  <p:tag name="KSO_WM_BEAUTIFY_FLAG" val=""/>
</p:tagLst>
</file>

<file path=ppt/tags/tag16.xml><?xml version="1.0" encoding="utf-8"?>
<p:tagLst xmlns:p="http://schemas.openxmlformats.org/presentationml/2006/main">
  <p:tag name="KSO_WM_BEAUTIFY_FLAG" val=""/>
</p:tagLst>
</file>

<file path=ppt/tags/tag17.xml><?xml version="1.0" encoding="utf-8"?>
<p:tagLst xmlns:p="http://schemas.openxmlformats.org/presentationml/2006/main">
  <p:tag name="KSO_WM_BEAUTIFY_FLAG" val=""/>
</p:tagLst>
</file>

<file path=ppt/tags/tag18.xml><?xml version="1.0" encoding="utf-8"?>
<p:tagLst xmlns:p="http://schemas.openxmlformats.org/presentationml/2006/main">
  <p:tag name="KSO_WM_BEAUTIFY_FLAG" val=""/>
</p:tagLst>
</file>

<file path=ppt/tags/tag19.xml><?xml version="1.0" encoding="utf-8"?>
<p:tagLst xmlns:p="http://schemas.openxmlformats.org/presentationml/2006/main">
  <p:tag name="KSO_WM_BEAUTIFY_FLAG" val=""/>
</p:tagLst>
</file>

<file path=ppt/tags/tag20.xml><?xml version="1.0" encoding="utf-8"?>
<p:tagLst xmlns:p="http://schemas.openxmlformats.org/presentationml/2006/main">
  <p:tag name="KSO_WM_BEAUTIFY_FLAG" val=""/>
</p:tagLst>
</file>

<file path=ppt/tags/tag21.xml><?xml version="1.0" encoding="utf-8"?>
<p:tagLst xmlns:p="http://schemas.openxmlformats.org/presentationml/2006/main">
  <p:tag name="PA" val="v5.2.11"/>
</p:tagLst>
</file>

<file path=ppt/tags/tag22.xml><?xml version="1.0" encoding="utf-8"?>
<p:tagLst xmlns:p="http://schemas.openxmlformats.org/presentationml/2006/main">
  <p:tag name="KSO_WM_UNIT_PLACING_PICTURE_USER_VIEWPORT" val="{&quot;height&quot;:7730,&quot;width&quot;:10341}"/>
</p:tagLst>
</file>

<file path=ppt/tags/tag23.xml><?xml version="1.0" encoding="utf-8"?>
<p:tagLst xmlns:p="http://schemas.openxmlformats.org/presentationml/2006/main">
  <p:tag name="PA" val="v5.2.11"/>
</p:tagLst>
</file>

<file path=ppt/tags/tag24.xml><?xml version="1.0" encoding="utf-8"?>
<p:tagLst xmlns:p="http://schemas.openxmlformats.org/presentationml/2006/main">
  <p:tag name="COMMONDATA" val="eyJoZGlkIjoiYTYzNjYyMzgzOTlkZWE0MTE4MmExM2ZmZTE5ZWEzZWUifQ=="/>
</p:tagLst>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Override1.xml><?xml version="1.0" encoding="utf-8"?>
<a:themeOverride xmlns:a="http://schemas.openxmlformats.org/drawingml/2006/main">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mbria"/>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Tahoma"/>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Tahoma"/>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Override>
</file>

<file path=docProps/app.xml><?xml version="1.0" encoding="utf-8"?>
<Properties xmlns="http://schemas.openxmlformats.org/officeDocument/2006/extended-properties" xmlns:vt="http://schemas.openxmlformats.org/officeDocument/2006/docPropsVTypes">
  <TotalTime>0</TotalTime>
  <Words>4875</Words>
  <Application>WPS 演示</Application>
  <PresentationFormat>宽屏</PresentationFormat>
  <Paragraphs>712</Paragraphs>
  <Slides>25</Slides>
  <Notes>0</Notes>
  <HiddenSlides>0</HiddenSlides>
  <MMClips>1</MMClips>
  <ScaleCrop>false</ScaleCrop>
  <HeadingPairs>
    <vt:vector size="6" baseType="variant">
      <vt:variant>
        <vt:lpstr>已用的字体</vt:lpstr>
      </vt:variant>
      <vt:variant>
        <vt:i4>25</vt:i4>
      </vt:variant>
      <vt:variant>
        <vt:lpstr>主题</vt:lpstr>
      </vt:variant>
      <vt:variant>
        <vt:i4>2</vt:i4>
      </vt:variant>
      <vt:variant>
        <vt:lpstr>幻灯片标题</vt:lpstr>
      </vt:variant>
      <vt:variant>
        <vt:i4>25</vt:i4>
      </vt:variant>
    </vt:vector>
  </HeadingPairs>
  <TitlesOfParts>
    <vt:vector size="52" baseType="lpstr">
      <vt:lpstr>Arial</vt:lpstr>
      <vt:lpstr>宋体</vt:lpstr>
      <vt:lpstr>Wingdings</vt:lpstr>
      <vt:lpstr>思源黑体 CN Bold</vt:lpstr>
      <vt:lpstr>汉仪中黑KW</vt:lpstr>
      <vt:lpstr>三极正智黑简体</vt:lpstr>
      <vt:lpstr>华文楷体</vt:lpstr>
      <vt:lpstr>Al Bayan Bold</vt:lpstr>
      <vt:lpstr>思源黑体 CN Normal</vt:lpstr>
      <vt:lpstr>报隶-简</vt:lpstr>
      <vt:lpstr>汉仪中宋简</vt:lpstr>
      <vt:lpstr>汉仪书宋二KW</vt:lpstr>
      <vt:lpstr>阿里巴巴普惠体 B</vt:lpstr>
      <vt:lpstr>阿里巴巴普惠体 R</vt:lpstr>
      <vt:lpstr>Wingdings</vt:lpstr>
      <vt:lpstr>Arial Black</vt:lpstr>
      <vt:lpstr>微软雅黑</vt:lpstr>
      <vt:lpstr>汉仪旗黑-55简</vt:lpstr>
      <vt:lpstr>Times New Roman Regular</vt:lpstr>
      <vt:lpstr>等线</vt:lpstr>
      <vt:lpstr>宋体</vt:lpstr>
      <vt:lpstr>等线 Light</vt:lpstr>
      <vt:lpstr>Calibri</vt:lpstr>
      <vt:lpstr>苹方-简</vt:lpstr>
      <vt:lpstr>Arial Unicode MS</vt:lpstr>
      <vt:lpstr>Office 主题​​</vt:lpstr>
      <vt:lpstr>1_Office 主题​​</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bing</dc:creator>
  <cp:lastModifiedBy>永恒</cp:lastModifiedBy>
  <cp:revision>29</cp:revision>
  <dcterms:created xsi:type="dcterms:W3CDTF">2023-09-07T02:08:17Z</dcterms:created>
  <dcterms:modified xsi:type="dcterms:W3CDTF">2023-09-07T02:08:17Z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8F2E87B60D05BE819130F964ADFB3AF8_43</vt:lpwstr>
  </property>
  <property fmtid="{D5CDD505-2E9C-101B-9397-08002B2CF9AE}" pid="3" name="KSOProductBuildVer">
    <vt:lpwstr>2052-5.2.0.7734</vt:lpwstr>
  </property>
</Properties>
</file>